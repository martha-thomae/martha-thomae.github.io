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6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32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2" r:id="rId2"/>
    <p:sldMasterId id="2147483684" r:id="rId3"/>
    <p:sldMasterId id="2147483697" r:id="rId4"/>
    <p:sldMasterId id="2147483710" r:id="rId5"/>
  </p:sldMasterIdLst>
  <p:notesMasterIdLst>
    <p:notesMasterId r:id="rId46"/>
  </p:notesMasterIdLst>
  <p:sldIdLst>
    <p:sldId id="324" r:id="rId6"/>
    <p:sldId id="714" r:id="rId7"/>
    <p:sldId id="715" r:id="rId8"/>
    <p:sldId id="476" r:id="rId9"/>
    <p:sldId id="527" r:id="rId10"/>
    <p:sldId id="528" r:id="rId11"/>
    <p:sldId id="720" r:id="rId12"/>
    <p:sldId id="722" r:id="rId13"/>
    <p:sldId id="723" r:id="rId14"/>
    <p:sldId id="721" r:id="rId15"/>
    <p:sldId id="724" r:id="rId16"/>
    <p:sldId id="725" r:id="rId17"/>
    <p:sldId id="726" r:id="rId18"/>
    <p:sldId id="729" r:id="rId19"/>
    <p:sldId id="731" r:id="rId20"/>
    <p:sldId id="732" r:id="rId21"/>
    <p:sldId id="459" r:id="rId22"/>
    <p:sldId id="414" r:id="rId23"/>
    <p:sldId id="489" r:id="rId24"/>
    <p:sldId id="492" r:id="rId25"/>
    <p:sldId id="737" r:id="rId26"/>
    <p:sldId id="529" r:id="rId27"/>
    <p:sldId id="734" r:id="rId28"/>
    <p:sldId id="659" r:id="rId29"/>
    <p:sldId id="660" r:id="rId30"/>
    <p:sldId id="633" r:id="rId31"/>
    <p:sldId id="663" r:id="rId32"/>
    <p:sldId id="636" r:id="rId33"/>
    <p:sldId id="643" r:id="rId34"/>
    <p:sldId id="648" r:id="rId35"/>
    <p:sldId id="741" r:id="rId36"/>
    <p:sldId id="740" r:id="rId37"/>
    <p:sldId id="649" r:id="rId38"/>
    <p:sldId id="277" r:id="rId39"/>
    <p:sldId id="739" r:id="rId40"/>
    <p:sldId id="736" r:id="rId41"/>
    <p:sldId id="735" r:id="rId42"/>
    <p:sldId id="567" r:id="rId43"/>
    <p:sldId id="484" r:id="rId44"/>
    <p:sldId id="425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7D31"/>
    <a:srgbClr val="0070C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208"/>
    <p:restoredTop sz="80412"/>
  </p:normalViewPr>
  <p:slideViewPr>
    <p:cSldViewPr snapToGrid="0">
      <p:cViewPr varScale="1">
        <p:scale>
          <a:sx n="93" d="100"/>
          <a:sy n="93" d="100"/>
        </p:scale>
        <p:origin x="97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viewProps" Target="viewProps.xml"/><Relationship Id="rId8" Type="http://schemas.openxmlformats.org/officeDocument/2006/relationships/slide" Target="slides/slide3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5D2C57A-7698-B94E-A457-2F35A07B430D}" type="doc">
      <dgm:prSet loTypeId="urn:microsoft.com/office/officeart/2005/8/layout/process1" loCatId="" qsTypeId="urn:microsoft.com/office/officeart/2005/8/quickstyle/simple2" qsCatId="simple" csTypeId="urn:microsoft.com/office/officeart/2005/8/colors/accent0_2" csCatId="mainScheme" phldr="1"/>
      <dgm:spPr/>
    </dgm:pt>
    <dgm:pt modelId="{126814F1-1B57-494E-9E73-B154F5BC1285}">
      <dgm:prSet phldrT="[Text]" custT="1"/>
      <dgm:spPr>
        <a:gradFill flip="none" rotWithShape="1">
          <a:gsLst>
            <a:gs pos="0">
              <a:schemeClr val="accent6">
                <a:lumMod val="0"/>
                <a:lumOff val="100000"/>
              </a:schemeClr>
            </a:gs>
            <a:gs pos="0">
              <a:schemeClr val="accent6">
                <a:lumMod val="0"/>
                <a:lumOff val="100000"/>
              </a:schemeClr>
            </a:gs>
            <a:gs pos="100000">
              <a:schemeClr val="accent6">
                <a:lumMod val="100000"/>
              </a:schemeClr>
            </a:gs>
          </a:gsLst>
          <a:path path="circle">
            <a:fillToRect l="50000" t="50000" r="50000" b="50000"/>
          </a:path>
          <a:tileRect/>
        </a:gradFill>
        <a:ln>
          <a:solidFill>
            <a:schemeClr val="tx1"/>
          </a:solidFill>
        </a:ln>
      </dgm:spPr>
      <dgm:t>
        <a:bodyPr anchor="ctr"/>
        <a:lstStyle/>
        <a:p>
          <a:r>
            <a:rPr lang="es-ES_tradnl" sz="2000" noProof="0" dirty="0">
              <a:solidFill>
                <a:schemeClr val="tx1"/>
              </a:solidFill>
            </a:rPr>
            <a:t>Digitalización </a:t>
          </a:r>
          <a:r>
            <a:rPr lang="es-ES_tradnl" sz="1600" noProof="0" dirty="0">
              <a:solidFill>
                <a:schemeClr val="tx1"/>
              </a:solidFill>
            </a:rPr>
            <a:t>(fotografiar folios)</a:t>
          </a:r>
          <a:endParaRPr lang="es-ES_tradnl" sz="2400" noProof="0" dirty="0">
            <a:solidFill>
              <a:schemeClr val="tx1"/>
            </a:solidFill>
          </a:endParaRPr>
        </a:p>
      </dgm:t>
    </dgm:pt>
    <dgm:pt modelId="{F9F9DFBF-3217-8942-8DCE-FBB9F202B923}" type="parTrans" cxnId="{5EC92D76-5C57-274F-98B9-7D875AA4B215}">
      <dgm:prSet/>
      <dgm:spPr/>
      <dgm:t>
        <a:bodyPr/>
        <a:lstStyle/>
        <a:p>
          <a:endParaRPr lang="en-US" sz="1800">
            <a:solidFill>
              <a:sysClr val="windowText" lastClr="000000"/>
            </a:solidFill>
          </a:endParaRPr>
        </a:p>
      </dgm:t>
    </dgm:pt>
    <dgm:pt modelId="{CB3DD009-4138-2C4C-ACB9-162D13109AEF}" type="sibTrans" cxnId="{5EC92D76-5C57-274F-98B9-7D875AA4B215}">
      <dgm:prSet custT="1"/>
      <dgm:spPr>
        <a:ln>
          <a:solidFill>
            <a:schemeClr val="tx1"/>
          </a:solidFill>
        </a:ln>
      </dgm:spPr>
      <dgm:t>
        <a:bodyPr/>
        <a:lstStyle/>
        <a:p>
          <a:endParaRPr lang="es-ES_tradnl" sz="1800" noProof="0" dirty="0">
            <a:solidFill>
              <a:sysClr val="windowText" lastClr="000000"/>
            </a:solidFill>
          </a:endParaRPr>
        </a:p>
      </dgm:t>
    </dgm:pt>
    <dgm:pt modelId="{AA02D4DE-2A12-8849-8AD1-29365FA60AF6}">
      <dgm:prSet phldrT="[Text]" custT="1"/>
      <dgm:spPr>
        <a:gradFill flip="none" rotWithShape="1">
          <a:gsLst>
            <a:gs pos="0">
              <a:schemeClr val="accent2">
                <a:lumMod val="0"/>
                <a:lumOff val="100000"/>
              </a:schemeClr>
            </a:gs>
            <a:gs pos="0">
              <a:schemeClr val="accent2">
                <a:lumMod val="0"/>
                <a:lumOff val="100000"/>
              </a:schemeClr>
            </a:gs>
            <a:gs pos="100000">
              <a:schemeClr val="accent2">
                <a:lumMod val="100000"/>
              </a:schemeClr>
            </a:gs>
          </a:gsLst>
          <a:path path="circle">
            <a:fillToRect l="50000" t="50000" r="50000" b="50000"/>
          </a:path>
          <a:tileRect/>
        </a:gradFill>
        <a:ln>
          <a:solidFill>
            <a:schemeClr val="tx1"/>
          </a:solidFill>
        </a:ln>
      </dgm:spPr>
      <dgm:t>
        <a:bodyPr anchor="ctr"/>
        <a:lstStyle/>
        <a:p>
          <a:r>
            <a:rPr lang="es-ES_tradnl" sz="2000" noProof="0" dirty="0">
              <a:solidFill>
                <a:schemeClr val="tx1"/>
              </a:solidFill>
            </a:rPr>
            <a:t>Reconocimiento óptico de caracteres </a:t>
          </a:r>
          <a:br>
            <a:rPr lang="es-ES_tradnl" sz="2000" noProof="0" dirty="0">
              <a:solidFill>
                <a:schemeClr val="tx1"/>
              </a:solidFill>
            </a:rPr>
          </a:br>
          <a:r>
            <a:rPr lang="en-CA" sz="1600" i="1" noProof="0" dirty="0">
              <a:solidFill>
                <a:schemeClr val="tx1"/>
              </a:solidFill>
            </a:rPr>
            <a:t>Optical music recognition (OMR)</a:t>
          </a:r>
          <a:endParaRPr lang="es-ES_tradnl" sz="1600" i="1" noProof="0" dirty="0">
            <a:solidFill>
              <a:schemeClr val="tx1"/>
            </a:solidFill>
          </a:endParaRPr>
        </a:p>
      </dgm:t>
    </dgm:pt>
    <dgm:pt modelId="{4F368427-DB6B-D449-8EEA-77C07D6A59D7}" type="parTrans" cxnId="{D708BB97-A402-D648-A365-29C097F4B3F8}">
      <dgm:prSet/>
      <dgm:spPr/>
      <dgm:t>
        <a:bodyPr/>
        <a:lstStyle/>
        <a:p>
          <a:endParaRPr lang="en-US" sz="1800">
            <a:solidFill>
              <a:sysClr val="windowText" lastClr="000000"/>
            </a:solidFill>
          </a:endParaRPr>
        </a:p>
      </dgm:t>
    </dgm:pt>
    <dgm:pt modelId="{8C4AF120-B6BA-6B45-9776-963853BBF2A1}" type="sibTrans" cxnId="{D708BB97-A402-D648-A365-29C097F4B3F8}">
      <dgm:prSet custT="1"/>
      <dgm:spPr>
        <a:ln>
          <a:solidFill>
            <a:schemeClr val="tx1"/>
          </a:solidFill>
        </a:ln>
      </dgm:spPr>
      <dgm:t>
        <a:bodyPr/>
        <a:lstStyle/>
        <a:p>
          <a:endParaRPr lang="es-ES_tradnl" sz="1800" noProof="0" dirty="0">
            <a:solidFill>
              <a:sysClr val="windowText" lastClr="000000"/>
            </a:solidFill>
          </a:endParaRPr>
        </a:p>
      </dgm:t>
    </dgm:pt>
    <dgm:pt modelId="{75C29F42-EF01-D94E-A22B-8E54C5A045F2}">
      <dgm:prSet phldrT="[Text]" custT="1"/>
      <dgm:spPr>
        <a:gradFill flip="none" rotWithShape="1">
          <a:gsLst>
            <a:gs pos="0">
              <a:schemeClr val="accent2">
                <a:lumMod val="0"/>
                <a:lumOff val="100000"/>
              </a:schemeClr>
            </a:gs>
            <a:gs pos="0">
              <a:schemeClr val="accent2">
                <a:lumMod val="0"/>
                <a:lumOff val="100000"/>
              </a:schemeClr>
            </a:gs>
            <a:gs pos="100000">
              <a:schemeClr val="accent2">
                <a:lumMod val="100000"/>
              </a:schemeClr>
            </a:gs>
          </a:gsLst>
          <a:path path="circle">
            <a:fillToRect l="50000" t="50000" r="50000" b="50000"/>
          </a:path>
          <a:tileRect/>
        </a:gradFill>
        <a:ln>
          <a:solidFill>
            <a:schemeClr val="tx1"/>
          </a:solidFill>
        </a:ln>
      </dgm:spPr>
      <dgm:t>
        <a:bodyPr anchor="ctr"/>
        <a:lstStyle/>
        <a:p>
          <a:r>
            <a:rPr lang="es-ES_tradnl" sz="1900" b="0" noProof="0" dirty="0">
              <a:solidFill>
                <a:schemeClr val="tx1"/>
              </a:solidFill>
            </a:rPr>
            <a:t>Alineamiento automático de voces en partitura </a:t>
          </a:r>
          <a:br>
            <a:rPr lang="es-ES_tradnl" sz="2000" b="0" noProof="0" dirty="0">
              <a:solidFill>
                <a:schemeClr val="tx1"/>
              </a:solidFill>
            </a:rPr>
          </a:br>
          <a:r>
            <a:rPr lang="es-ES_tradnl" sz="1400" b="0" noProof="0" dirty="0">
              <a:solidFill>
                <a:schemeClr val="tx1"/>
              </a:solidFill>
            </a:rPr>
            <a:t>interpretación de la notación mensural</a:t>
          </a:r>
        </a:p>
        <a:p>
          <a:r>
            <a:rPr lang="es-ES_tradnl" sz="1900" b="0" noProof="0" dirty="0">
              <a:solidFill>
                <a:schemeClr val="tx1"/>
              </a:solidFill>
            </a:rPr>
            <a:t>y correcciones editoriales</a:t>
          </a:r>
        </a:p>
      </dgm:t>
    </dgm:pt>
    <dgm:pt modelId="{BA29F313-BA93-764E-B6E1-67B3983BCAD6}" type="parTrans" cxnId="{6FDF7142-3F7B-BB4C-B33A-BCB054697DBC}">
      <dgm:prSet/>
      <dgm:spPr/>
      <dgm:t>
        <a:bodyPr/>
        <a:lstStyle/>
        <a:p>
          <a:endParaRPr lang="en-US" sz="1800">
            <a:solidFill>
              <a:sysClr val="windowText" lastClr="000000"/>
            </a:solidFill>
          </a:endParaRPr>
        </a:p>
      </dgm:t>
    </dgm:pt>
    <dgm:pt modelId="{52814F33-96C4-0741-A3D3-92B7B7216D3F}" type="sibTrans" cxnId="{6FDF7142-3F7B-BB4C-B33A-BCB054697DBC}">
      <dgm:prSet/>
      <dgm:spPr/>
      <dgm:t>
        <a:bodyPr/>
        <a:lstStyle/>
        <a:p>
          <a:endParaRPr lang="en-US" sz="1800">
            <a:solidFill>
              <a:sysClr val="windowText" lastClr="000000"/>
            </a:solidFill>
          </a:endParaRPr>
        </a:p>
      </dgm:t>
    </dgm:pt>
    <dgm:pt modelId="{FEE11D25-5B4E-2240-925C-B2DC0B815242}" type="pres">
      <dgm:prSet presAssocID="{75D2C57A-7698-B94E-A457-2F35A07B430D}" presName="Name0" presStyleCnt="0">
        <dgm:presLayoutVars>
          <dgm:dir/>
          <dgm:resizeHandles val="exact"/>
        </dgm:presLayoutVars>
      </dgm:prSet>
      <dgm:spPr/>
    </dgm:pt>
    <dgm:pt modelId="{17EC5AAF-99FB-0C4C-A0C6-66C5F76B4100}" type="pres">
      <dgm:prSet presAssocID="{126814F1-1B57-494E-9E73-B154F5BC1285}" presName="node" presStyleLbl="node1" presStyleIdx="0" presStyleCnt="3" custScaleX="51260" custScaleY="88803">
        <dgm:presLayoutVars>
          <dgm:bulletEnabled val="1"/>
        </dgm:presLayoutVars>
      </dgm:prSet>
      <dgm:spPr/>
    </dgm:pt>
    <dgm:pt modelId="{C367C251-D94F-FB46-A8E4-FB01D56875CE}" type="pres">
      <dgm:prSet presAssocID="{CB3DD009-4138-2C4C-ACB9-162D13109AEF}" presName="sibTrans" presStyleLbl="sibTrans2D1" presStyleIdx="0" presStyleCnt="2" custScaleX="158383"/>
      <dgm:spPr/>
    </dgm:pt>
    <dgm:pt modelId="{52B825F4-493C-8C4C-8A70-4C48E17EEA68}" type="pres">
      <dgm:prSet presAssocID="{CB3DD009-4138-2C4C-ACB9-162D13109AEF}" presName="connectorText" presStyleLbl="sibTrans2D1" presStyleIdx="0" presStyleCnt="2"/>
      <dgm:spPr/>
    </dgm:pt>
    <dgm:pt modelId="{92A7E2E0-1DEF-9646-A740-5D1F7FA0FF57}" type="pres">
      <dgm:prSet presAssocID="{AA02D4DE-2A12-8849-8AD1-29365FA60AF6}" presName="node" presStyleLbl="node1" presStyleIdx="1" presStyleCnt="3" custScaleX="81465" custScaleY="88803" custLinFactNeighborX="-22656" custLinFactNeighborY="375">
        <dgm:presLayoutVars>
          <dgm:bulletEnabled val="1"/>
        </dgm:presLayoutVars>
      </dgm:prSet>
      <dgm:spPr/>
    </dgm:pt>
    <dgm:pt modelId="{6F39438B-7E43-6B48-B876-12D81D920516}" type="pres">
      <dgm:prSet presAssocID="{8C4AF120-B6BA-6B45-9776-963853BBF2A1}" presName="sibTrans" presStyleLbl="sibTrans2D1" presStyleIdx="1" presStyleCnt="2" custScaleX="160840" custLinFactNeighborX="-268" custLinFactNeighborY="-3695"/>
      <dgm:spPr/>
    </dgm:pt>
    <dgm:pt modelId="{20531A56-B194-494F-B981-A381F017986F}" type="pres">
      <dgm:prSet presAssocID="{8C4AF120-B6BA-6B45-9776-963853BBF2A1}" presName="connectorText" presStyleLbl="sibTrans2D1" presStyleIdx="1" presStyleCnt="2"/>
      <dgm:spPr/>
    </dgm:pt>
    <dgm:pt modelId="{A974DA16-2941-9B45-AE05-99C10BB1617F}" type="pres">
      <dgm:prSet presAssocID="{75C29F42-EF01-D94E-A22B-8E54C5A045F2}" presName="node" presStyleLbl="node1" presStyleIdx="2" presStyleCnt="3" custScaleX="89049" custScaleY="88803" custLinFactNeighborX="-45700" custLinFactNeighborY="2242">
        <dgm:presLayoutVars>
          <dgm:bulletEnabled val="1"/>
        </dgm:presLayoutVars>
      </dgm:prSet>
      <dgm:spPr/>
    </dgm:pt>
  </dgm:ptLst>
  <dgm:cxnLst>
    <dgm:cxn modelId="{BCDD2713-FA07-6546-B659-3615B008A9D2}" type="presOf" srcId="{126814F1-1B57-494E-9E73-B154F5BC1285}" destId="{17EC5AAF-99FB-0C4C-A0C6-66C5F76B4100}" srcOrd="0" destOrd="0" presId="urn:microsoft.com/office/officeart/2005/8/layout/process1"/>
    <dgm:cxn modelId="{30A9B022-DE9C-7B4D-9009-E8A88A6CF50F}" type="presOf" srcId="{75D2C57A-7698-B94E-A457-2F35A07B430D}" destId="{FEE11D25-5B4E-2240-925C-B2DC0B815242}" srcOrd="0" destOrd="0" presId="urn:microsoft.com/office/officeart/2005/8/layout/process1"/>
    <dgm:cxn modelId="{00AB8427-3D70-AF40-B9C7-A7E37CABD047}" type="presOf" srcId="{CB3DD009-4138-2C4C-ACB9-162D13109AEF}" destId="{52B825F4-493C-8C4C-8A70-4C48E17EEA68}" srcOrd="1" destOrd="0" presId="urn:microsoft.com/office/officeart/2005/8/layout/process1"/>
    <dgm:cxn modelId="{6FDF7142-3F7B-BB4C-B33A-BCB054697DBC}" srcId="{75D2C57A-7698-B94E-A457-2F35A07B430D}" destId="{75C29F42-EF01-D94E-A22B-8E54C5A045F2}" srcOrd="2" destOrd="0" parTransId="{BA29F313-BA93-764E-B6E1-67B3983BCAD6}" sibTransId="{52814F33-96C4-0741-A3D3-92B7B7216D3F}"/>
    <dgm:cxn modelId="{B4B4175C-D6E2-DA47-A403-F072F7836483}" type="presOf" srcId="{CB3DD009-4138-2C4C-ACB9-162D13109AEF}" destId="{C367C251-D94F-FB46-A8E4-FB01D56875CE}" srcOrd="0" destOrd="0" presId="urn:microsoft.com/office/officeart/2005/8/layout/process1"/>
    <dgm:cxn modelId="{1BBF056D-D6F4-3E4C-B64F-F9D8ECC737D4}" type="presOf" srcId="{8C4AF120-B6BA-6B45-9776-963853BBF2A1}" destId="{20531A56-B194-494F-B981-A381F017986F}" srcOrd="1" destOrd="0" presId="urn:microsoft.com/office/officeart/2005/8/layout/process1"/>
    <dgm:cxn modelId="{5EC92D76-5C57-274F-98B9-7D875AA4B215}" srcId="{75D2C57A-7698-B94E-A457-2F35A07B430D}" destId="{126814F1-1B57-494E-9E73-B154F5BC1285}" srcOrd="0" destOrd="0" parTransId="{F9F9DFBF-3217-8942-8DCE-FBB9F202B923}" sibTransId="{CB3DD009-4138-2C4C-ACB9-162D13109AEF}"/>
    <dgm:cxn modelId="{D708BB97-A402-D648-A365-29C097F4B3F8}" srcId="{75D2C57A-7698-B94E-A457-2F35A07B430D}" destId="{AA02D4DE-2A12-8849-8AD1-29365FA60AF6}" srcOrd="1" destOrd="0" parTransId="{4F368427-DB6B-D449-8EEA-77C07D6A59D7}" sibTransId="{8C4AF120-B6BA-6B45-9776-963853BBF2A1}"/>
    <dgm:cxn modelId="{738152BC-37FD-B04B-8B0C-48722D57FC87}" type="presOf" srcId="{AA02D4DE-2A12-8849-8AD1-29365FA60AF6}" destId="{92A7E2E0-1DEF-9646-A740-5D1F7FA0FF57}" srcOrd="0" destOrd="0" presId="urn:microsoft.com/office/officeart/2005/8/layout/process1"/>
    <dgm:cxn modelId="{D9BACDCD-8EBD-7E49-9C7F-C5AA7B9CB2B1}" type="presOf" srcId="{8C4AF120-B6BA-6B45-9776-963853BBF2A1}" destId="{6F39438B-7E43-6B48-B876-12D81D920516}" srcOrd="0" destOrd="0" presId="urn:microsoft.com/office/officeart/2005/8/layout/process1"/>
    <dgm:cxn modelId="{F5551CFC-F7B2-F444-BB75-A60DCB492640}" type="presOf" srcId="{75C29F42-EF01-D94E-A22B-8E54C5A045F2}" destId="{A974DA16-2941-9B45-AE05-99C10BB1617F}" srcOrd="0" destOrd="0" presId="urn:microsoft.com/office/officeart/2005/8/layout/process1"/>
    <dgm:cxn modelId="{42C1EE5D-373F-414D-9FD0-11965207E860}" type="presParOf" srcId="{FEE11D25-5B4E-2240-925C-B2DC0B815242}" destId="{17EC5AAF-99FB-0C4C-A0C6-66C5F76B4100}" srcOrd="0" destOrd="0" presId="urn:microsoft.com/office/officeart/2005/8/layout/process1"/>
    <dgm:cxn modelId="{D8EA9B97-5827-7646-AA09-9D74E0CB0932}" type="presParOf" srcId="{FEE11D25-5B4E-2240-925C-B2DC0B815242}" destId="{C367C251-D94F-FB46-A8E4-FB01D56875CE}" srcOrd="1" destOrd="0" presId="urn:microsoft.com/office/officeart/2005/8/layout/process1"/>
    <dgm:cxn modelId="{9C42E617-2603-134C-AEE5-7D97CFDCF68C}" type="presParOf" srcId="{C367C251-D94F-FB46-A8E4-FB01D56875CE}" destId="{52B825F4-493C-8C4C-8A70-4C48E17EEA68}" srcOrd="0" destOrd="0" presId="urn:microsoft.com/office/officeart/2005/8/layout/process1"/>
    <dgm:cxn modelId="{660D0D5C-20F7-784C-B524-0BACB6F6C4DD}" type="presParOf" srcId="{FEE11D25-5B4E-2240-925C-B2DC0B815242}" destId="{92A7E2E0-1DEF-9646-A740-5D1F7FA0FF57}" srcOrd="2" destOrd="0" presId="urn:microsoft.com/office/officeart/2005/8/layout/process1"/>
    <dgm:cxn modelId="{49B1615B-B41F-2441-8202-633E48C6C899}" type="presParOf" srcId="{FEE11D25-5B4E-2240-925C-B2DC0B815242}" destId="{6F39438B-7E43-6B48-B876-12D81D920516}" srcOrd="3" destOrd="0" presId="urn:microsoft.com/office/officeart/2005/8/layout/process1"/>
    <dgm:cxn modelId="{AFDF88CC-8ED7-5A47-B3B2-D885E4489F34}" type="presParOf" srcId="{6F39438B-7E43-6B48-B876-12D81D920516}" destId="{20531A56-B194-494F-B981-A381F017986F}" srcOrd="0" destOrd="0" presId="urn:microsoft.com/office/officeart/2005/8/layout/process1"/>
    <dgm:cxn modelId="{1698164E-A4B9-BE4E-B8A1-BCFF65DFBB95}" type="presParOf" srcId="{FEE11D25-5B4E-2240-925C-B2DC0B815242}" destId="{A974DA16-2941-9B45-AE05-99C10BB1617F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5D2C57A-7698-B94E-A457-2F35A07B430D}" type="doc">
      <dgm:prSet loTypeId="urn:microsoft.com/office/officeart/2005/8/layout/process1" loCatId="" qsTypeId="urn:microsoft.com/office/officeart/2005/8/quickstyle/simple2" qsCatId="simple" csTypeId="urn:microsoft.com/office/officeart/2005/8/colors/accent0_2" csCatId="mainScheme" phldr="1"/>
      <dgm:spPr/>
    </dgm:pt>
    <dgm:pt modelId="{126814F1-1B57-494E-9E73-B154F5BC1285}">
      <dgm:prSet phldrT="[Text]" custT="1"/>
      <dgm:spPr>
        <a:gradFill flip="none" rotWithShape="1">
          <a:gsLst>
            <a:gs pos="0">
              <a:schemeClr val="accent6">
                <a:lumMod val="0"/>
                <a:lumOff val="100000"/>
              </a:schemeClr>
            </a:gs>
            <a:gs pos="0">
              <a:schemeClr val="accent6">
                <a:lumMod val="0"/>
                <a:lumOff val="100000"/>
              </a:schemeClr>
            </a:gs>
            <a:gs pos="100000">
              <a:schemeClr val="accent6">
                <a:lumMod val="100000"/>
              </a:schemeClr>
            </a:gs>
          </a:gsLst>
          <a:path path="circle">
            <a:fillToRect l="50000" t="50000" r="50000" b="50000"/>
          </a:path>
          <a:tileRect/>
        </a:gradFill>
        <a:ln>
          <a:solidFill>
            <a:schemeClr val="tx1"/>
          </a:solidFill>
        </a:ln>
      </dgm:spPr>
      <dgm:t>
        <a:bodyPr anchor="ctr"/>
        <a:lstStyle/>
        <a:p>
          <a:r>
            <a:rPr lang="es-ES_tradnl" sz="2000" noProof="0" dirty="0">
              <a:solidFill>
                <a:schemeClr val="tx1"/>
              </a:solidFill>
            </a:rPr>
            <a:t>Digitalización </a:t>
          </a:r>
          <a:r>
            <a:rPr lang="es-ES_tradnl" sz="1600" noProof="0" dirty="0">
              <a:solidFill>
                <a:schemeClr val="tx1"/>
              </a:solidFill>
            </a:rPr>
            <a:t>(fotografiar folios)</a:t>
          </a:r>
          <a:endParaRPr lang="es-ES_tradnl" sz="2400" noProof="0" dirty="0">
            <a:solidFill>
              <a:schemeClr val="tx1"/>
            </a:solidFill>
          </a:endParaRPr>
        </a:p>
      </dgm:t>
    </dgm:pt>
    <dgm:pt modelId="{F9F9DFBF-3217-8942-8DCE-FBB9F202B923}" type="parTrans" cxnId="{5EC92D76-5C57-274F-98B9-7D875AA4B215}">
      <dgm:prSet/>
      <dgm:spPr/>
      <dgm:t>
        <a:bodyPr/>
        <a:lstStyle/>
        <a:p>
          <a:endParaRPr lang="en-US" sz="1800">
            <a:solidFill>
              <a:sysClr val="windowText" lastClr="000000"/>
            </a:solidFill>
          </a:endParaRPr>
        </a:p>
      </dgm:t>
    </dgm:pt>
    <dgm:pt modelId="{CB3DD009-4138-2C4C-ACB9-162D13109AEF}" type="sibTrans" cxnId="{5EC92D76-5C57-274F-98B9-7D875AA4B215}">
      <dgm:prSet custT="1"/>
      <dgm:spPr>
        <a:ln>
          <a:solidFill>
            <a:schemeClr val="tx1"/>
          </a:solidFill>
        </a:ln>
      </dgm:spPr>
      <dgm:t>
        <a:bodyPr/>
        <a:lstStyle/>
        <a:p>
          <a:endParaRPr lang="es-ES_tradnl" sz="1800" noProof="0" dirty="0">
            <a:solidFill>
              <a:sysClr val="windowText" lastClr="000000"/>
            </a:solidFill>
          </a:endParaRPr>
        </a:p>
      </dgm:t>
    </dgm:pt>
    <dgm:pt modelId="{AA02D4DE-2A12-8849-8AD1-29365FA60AF6}">
      <dgm:prSet phldrT="[Text]" custT="1"/>
      <dgm:spPr>
        <a:gradFill flip="none" rotWithShape="1">
          <a:gsLst>
            <a:gs pos="0">
              <a:schemeClr val="accent2">
                <a:lumMod val="0"/>
                <a:lumOff val="100000"/>
              </a:schemeClr>
            </a:gs>
            <a:gs pos="0">
              <a:schemeClr val="accent2">
                <a:lumMod val="0"/>
                <a:lumOff val="100000"/>
              </a:schemeClr>
            </a:gs>
            <a:gs pos="100000">
              <a:schemeClr val="accent2">
                <a:lumMod val="100000"/>
              </a:schemeClr>
            </a:gs>
          </a:gsLst>
          <a:path path="circle">
            <a:fillToRect l="50000" t="50000" r="50000" b="50000"/>
          </a:path>
          <a:tileRect/>
        </a:gradFill>
        <a:ln>
          <a:solidFill>
            <a:schemeClr val="tx1"/>
          </a:solidFill>
        </a:ln>
      </dgm:spPr>
      <dgm:t>
        <a:bodyPr anchor="ctr"/>
        <a:lstStyle/>
        <a:p>
          <a:r>
            <a:rPr lang="es-ES_tradnl" sz="2000" noProof="0" dirty="0">
              <a:solidFill>
                <a:schemeClr val="tx1"/>
              </a:solidFill>
            </a:rPr>
            <a:t>Reconocimiento óptico de caracteres </a:t>
          </a:r>
          <a:br>
            <a:rPr lang="es-ES_tradnl" sz="2000" noProof="0" dirty="0">
              <a:solidFill>
                <a:schemeClr val="tx1"/>
              </a:solidFill>
            </a:rPr>
          </a:br>
          <a:r>
            <a:rPr lang="en-CA" sz="1600" i="1" noProof="0" dirty="0">
              <a:solidFill>
                <a:schemeClr val="tx1"/>
              </a:solidFill>
            </a:rPr>
            <a:t>Optical music recognition (OMR)</a:t>
          </a:r>
          <a:endParaRPr lang="es-ES_tradnl" sz="1600" i="1" noProof="0" dirty="0">
            <a:solidFill>
              <a:schemeClr val="tx1"/>
            </a:solidFill>
          </a:endParaRPr>
        </a:p>
      </dgm:t>
    </dgm:pt>
    <dgm:pt modelId="{4F368427-DB6B-D449-8EEA-77C07D6A59D7}" type="parTrans" cxnId="{D708BB97-A402-D648-A365-29C097F4B3F8}">
      <dgm:prSet/>
      <dgm:spPr/>
      <dgm:t>
        <a:bodyPr/>
        <a:lstStyle/>
        <a:p>
          <a:endParaRPr lang="en-US" sz="1800">
            <a:solidFill>
              <a:sysClr val="windowText" lastClr="000000"/>
            </a:solidFill>
          </a:endParaRPr>
        </a:p>
      </dgm:t>
    </dgm:pt>
    <dgm:pt modelId="{8C4AF120-B6BA-6B45-9776-963853BBF2A1}" type="sibTrans" cxnId="{D708BB97-A402-D648-A365-29C097F4B3F8}">
      <dgm:prSet custT="1"/>
      <dgm:spPr>
        <a:ln>
          <a:solidFill>
            <a:schemeClr val="tx1"/>
          </a:solidFill>
        </a:ln>
      </dgm:spPr>
      <dgm:t>
        <a:bodyPr/>
        <a:lstStyle/>
        <a:p>
          <a:endParaRPr lang="es-ES_tradnl" sz="1800" noProof="0" dirty="0">
            <a:solidFill>
              <a:sysClr val="windowText" lastClr="000000"/>
            </a:solidFill>
          </a:endParaRPr>
        </a:p>
      </dgm:t>
    </dgm:pt>
    <dgm:pt modelId="{75C29F42-EF01-D94E-A22B-8E54C5A045F2}">
      <dgm:prSet phldrT="[Text]" custT="1"/>
      <dgm:spPr>
        <a:gradFill flip="none" rotWithShape="1">
          <a:gsLst>
            <a:gs pos="0">
              <a:schemeClr val="accent2">
                <a:lumMod val="0"/>
                <a:lumOff val="100000"/>
              </a:schemeClr>
            </a:gs>
            <a:gs pos="0">
              <a:schemeClr val="accent2">
                <a:lumMod val="0"/>
                <a:lumOff val="100000"/>
              </a:schemeClr>
            </a:gs>
            <a:gs pos="100000">
              <a:schemeClr val="accent2">
                <a:lumMod val="100000"/>
              </a:schemeClr>
            </a:gs>
          </a:gsLst>
          <a:path path="circle">
            <a:fillToRect l="50000" t="50000" r="50000" b="50000"/>
          </a:path>
          <a:tileRect/>
        </a:gradFill>
        <a:ln>
          <a:solidFill>
            <a:schemeClr val="tx1"/>
          </a:solidFill>
        </a:ln>
      </dgm:spPr>
      <dgm:t>
        <a:bodyPr anchor="ctr"/>
        <a:lstStyle/>
        <a:p>
          <a:r>
            <a:rPr lang="es-ES_tradnl" sz="1900" b="0" noProof="0" dirty="0">
              <a:solidFill>
                <a:schemeClr val="tx1"/>
              </a:solidFill>
            </a:rPr>
            <a:t>Alineamiento automático de voces en partitura </a:t>
          </a:r>
          <a:br>
            <a:rPr lang="es-ES_tradnl" sz="2000" b="0" noProof="0" dirty="0">
              <a:solidFill>
                <a:schemeClr val="tx1"/>
              </a:solidFill>
            </a:rPr>
          </a:br>
          <a:r>
            <a:rPr lang="es-ES_tradnl" sz="1400" b="0" noProof="0" dirty="0">
              <a:solidFill>
                <a:schemeClr val="tx1"/>
              </a:solidFill>
            </a:rPr>
            <a:t>interpretación de la notación mensural</a:t>
          </a:r>
        </a:p>
        <a:p>
          <a:r>
            <a:rPr lang="es-ES_tradnl" sz="1900" b="0" noProof="0" dirty="0">
              <a:solidFill>
                <a:schemeClr val="tx1"/>
              </a:solidFill>
            </a:rPr>
            <a:t>y correcciones editoriales</a:t>
          </a:r>
        </a:p>
      </dgm:t>
    </dgm:pt>
    <dgm:pt modelId="{BA29F313-BA93-764E-B6E1-67B3983BCAD6}" type="parTrans" cxnId="{6FDF7142-3F7B-BB4C-B33A-BCB054697DBC}">
      <dgm:prSet/>
      <dgm:spPr/>
      <dgm:t>
        <a:bodyPr/>
        <a:lstStyle/>
        <a:p>
          <a:endParaRPr lang="en-US" sz="1800">
            <a:solidFill>
              <a:sysClr val="windowText" lastClr="000000"/>
            </a:solidFill>
          </a:endParaRPr>
        </a:p>
      </dgm:t>
    </dgm:pt>
    <dgm:pt modelId="{52814F33-96C4-0741-A3D3-92B7B7216D3F}" type="sibTrans" cxnId="{6FDF7142-3F7B-BB4C-B33A-BCB054697DBC}">
      <dgm:prSet/>
      <dgm:spPr/>
      <dgm:t>
        <a:bodyPr/>
        <a:lstStyle/>
        <a:p>
          <a:endParaRPr lang="en-US" sz="1800">
            <a:solidFill>
              <a:sysClr val="windowText" lastClr="000000"/>
            </a:solidFill>
          </a:endParaRPr>
        </a:p>
      </dgm:t>
    </dgm:pt>
    <dgm:pt modelId="{FEE11D25-5B4E-2240-925C-B2DC0B815242}" type="pres">
      <dgm:prSet presAssocID="{75D2C57A-7698-B94E-A457-2F35A07B430D}" presName="Name0" presStyleCnt="0">
        <dgm:presLayoutVars>
          <dgm:dir/>
          <dgm:resizeHandles val="exact"/>
        </dgm:presLayoutVars>
      </dgm:prSet>
      <dgm:spPr/>
    </dgm:pt>
    <dgm:pt modelId="{17EC5AAF-99FB-0C4C-A0C6-66C5F76B4100}" type="pres">
      <dgm:prSet presAssocID="{126814F1-1B57-494E-9E73-B154F5BC1285}" presName="node" presStyleLbl="node1" presStyleIdx="0" presStyleCnt="3" custScaleX="51260" custScaleY="88803">
        <dgm:presLayoutVars>
          <dgm:bulletEnabled val="1"/>
        </dgm:presLayoutVars>
      </dgm:prSet>
      <dgm:spPr/>
    </dgm:pt>
    <dgm:pt modelId="{C367C251-D94F-FB46-A8E4-FB01D56875CE}" type="pres">
      <dgm:prSet presAssocID="{CB3DD009-4138-2C4C-ACB9-162D13109AEF}" presName="sibTrans" presStyleLbl="sibTrans2D1" presStyleIdx="0" presStyleCnt="2" custScaleX="158383"/>
      <dgm:spPr/>
    </dgm:pt>
    <dgm:pt modelId="{52B825F4-493C-8C4C-8A70-4C48E17EEA68}" type="pres">
      <dgm:prSet presAssocID="{CB3DD009-4138-2C4C-ACB9-162D13109AEF}" presName="connectorText" presStyleLbl="sibTrans2D1" presStyleIdx="0" presStyleCnt="2"/>
      <dgm:spPr/>
    </dgm:pt>
    <dgm:pt modelId="{92A7E2E0-1DEF-9646-A740-5D1F7FA0FF57}" type="pres">
      <dgm:prSet presAssocID="{AA02D4DE-2A12-8849-8AD1-29365FA60AF6}" presName="node" presStyleLbl="node1" presStyleIdx="1" presStyleCnt="3" custScaleX="81465" custScaleY="88803" custLinFactNeighborX="-22656" custLinFactNeighborY="375">
        <dgm:presLayoutVars>
          <dgm:bulletEnabled val="1"/>
        </dgm:presLayoutVars>
      </dgm:prSet>
      <dgm:spPr/>
    </dgm:pt>
    <dgm:pt modelId="{6F39438B-7E43-6B48-B876-12D81D920516}" type="pres">
      <dgm:prSet presAssocID="{8C4AF120-B6BA-6B45-9776-963853BBF2A1}" presName="sibTrans" presStyleLbl="sibTrans2D1" presStyleIdx="1" presStyleCnt="2" custScaleX="160840" custLinFactNeighborX="-268" custLinFactNeighborY="-3695"/>
      <dgm:spPr/>
    </dgm:pt>
    <dgm:pt modelId="{20531A56-B194-494F-B981-A381F017986F}" type="pres">
      <dgm:prSet presAssocID="{8C4AF120-B6BA-6B45-9776-963853BBF2A1}" presName="connectorText" presStyleLbl="sibTrans2D1" presStyleIdx="1" presStyleCnt="2"/>
      <dgm:spPr/>
    </dgm:pt>
    <dgm:pt modelId="{A974DA16-2941-9B45-AE05-99C10BB1617F}" type="pres">
      <dgm:prSet presAssocID="{75C29F42-EF01-D94E-A22B-8E54C5A045F2}" presName="node" presStyleLbl="node1" presStyleIdx="2" presStyleCnt="3" custScaleX="89049" custScaleY="88803" custLinFactNeighborX="-45700" custLinFactNeighborY="2242">
        <dgm:presLayoutVars>
          <dgm:bulletEnabled val="1"/>
        </dgm:presLayoutVars>
      </dgm:prSet>
      <dgm:spPr/>
    </dgm:pt>
  </dgm:ptLst>
  <dgm:cxnLst>
    <dgm:cxn modelId="{BCDD2713-FA07-6546-B659-3615B008A9D2}" type="presOf" srcId="{126814F1-1B57-494E-9E73-B154F5BC1285}" destId="{17EC5AAF-99FB-0C4C-A0C6-66C5F76B4100}" srcOrd="0" destOrd="0" presId="urn:microsoft.com/office/officeart/2005/8/layout/process1"/>
    <dgm:cxn modelId="{30A9B022-DE9C-7B4D-9009-E8A88A6CF50F}" type="presOf" srcId="{75D2C57A-7698-B94E-A457-2F35A07B430D}" destId="{FEE11D25-5B4E-2240-925C-B2DC0B815242}" srcOrd="0" destOrd="0" presId="urn:microsoft.com/office/officeart/2005/8/layout/process1"/>
    <dgm:cxn modelId="{00AB8427-3D70-AF40-B9C7-A7E37CABD047}" type="presOf" srcId="{CB3DD009-4138-2C4C-ACB9-162D13109AEF}" destId="{52B825F4-493C-8C4C-8A70-4C48E17EEA68}" srcOrd="1" destOrd="0" presId="urn:microsoft.com/office/officeart/2005/8/layout/process1"/>
    <dgm:cxn modelId="{6FDF7142-3F7B-BB4C-B33A-BCB054697DBC}" srcId="{75D2C57A-7698-B94E-A457-2F35A07B430D}" destId="{75C29F42-EF01-D94E-A22B-8E54C5A045F2}" srcOrd="2" destOrd="0" parTransId="{BA29F313-BA93-764E-B6E1-67B3983BCAD6}" sibTransId="{52814F33-96C4-0741-A3D3-92B7B7216D3F}"/>
    <dgm:cxn modelId="{B4B4175C-D6E2-DA47-A403-F072F7836483}" type="presOf" srcId="{CB3DD009-4138-2C4C-ACB9-162D13109AEF}" destId="{C367C251-D94F-FB46-A8E4-FB01D56875CE}" srcOrd="0" destOrd="0" presId="urn:microsoft.com/office/officeart/2005/8/layout/process1"/>
    <dgm:cxn modelId="{1BBF056D-D6F4-3E4C-B64F-F9D8ECC737D4}" type="presOf" srcId="{8C4AF120-B6BA-6B45-9776-963853BBF2A1}" destId="{20531A56-B194-494F-B981-A381F017986F}" srcOrd="1" destOrd="0" presId="urn:microsoft.com/office/officeart/2005/8/layout/process1"/>
    <dgm:cxn modelId="{5EC92D76-5C57-274F-98B9-7D875AA4B215}" srcId="{75D2C57A-7698-B94E-A457-2F35A07B430D}" destId="{126814F1-1B57-494E-9E73-B154F5BC1285}" srcOrd="0" destOrd="0" parTransId="{F9F9DFBF-3217-8942-8DCE-FBB9F202B923}" sibTransId="{CB3DD009-4138-2C4C-ACB9-162D13109AEF}"/>
    <dgm:cxn modelId="{D708BB97-A402-D648-A365-29C097F4B3F8}" srcId="{75D2C57A-7698-B94E-A457-2F35A07B430D}" destId="{AA02D4DE-2A12-8849-8AD1-29365FA60AF6}" srcOrd="1" destOrd="0" parTransId="{4F368427-DB6B-D449-8EEA-77C07D6A59D7}" sibTransId="{8C4AF120-B6BA-6B45-9776-963853BBF2A1}"/>
    <dgm:cxn modelId="{738152BC-37FD-B04B-8B0C-48722D57FC87}" type="presOf" srcId="{AA02D4DE-2A12-8849-8AD1-29365FA60AF6}" destId="{92A7E2E0-1DEF-9646-A740-5D1F7FA0FF57}" srcOrd="0" destOrd="0" presId="urn:microsoft.com/office/officeart/2005/8/layout/process1"/>
    <dgm:cxn modelId="{D9BACDCD-8EBD-7E49-9C7F-C5AA7B9CB2B1}" type="presOf" srcId="{8C4AF120-B6BA-6B45-9776-963853BBF2A1}" destId="{6F39438B-7E43-6B48-B876-12D81D920516}" srcOrd="0" destOrd="0" presId="urn:microsoft.com/office/officeart/2005/8/layout/process1"/>
    <dgm:cxn modelId="{F5551CFC-F7B2-F444-BB75-A60DCB492640}" type="presOf" srcId="{75C29F42-EF01-D94E-A22B-8E54C5A045F2}" destId="{A974DA16-2941-9B45-AE05-99C10BB1617F}" srcOrd="0" destOrd="0" presId="urn:microsoft.com/office/officeart/2005/8/layout/process1"/>
    <dgm:cxn modelId="{42C1EE5D-373F-414D-9FD0-11965207E860}" type="presParOf" srcId="{FEE11D25-5B4E-2240-925C-B2DC0B815242}" destId="{17EC5AAF-99FB-0C4C-A0C6-66C5F76B4100}" srcOrd="0" destOrd="0" presId="urn:microsoft.com/office/officeart/2005/8/layout/process1"/>
    <dgm:cxn modelId="{D8EA9B97-5827-7646-AA09-9D74E0CB0932}" type="presParOf" srcId="{FEE11D25-5B4E-2240-925C-B2DC0B815242}" destId="{C367C251-D94F-FB46-A8E4-FB01D56875CE}" srcOrd="1" destOrd="0" presId="urn:microsoft.com/office/officeart/2005/8/layout/process1"/>
    <dgm:cxn modelId="{9C42E617-2603-134C-AEE5-7D97CFDCF68C}" type="presParOf" srcId="{C367C251-D94F-FB46-A8E4-FB01D56875CE}" destId="{52B825F4-493C-8C4C-8A70-4C48E17EEA68}" srcOrd="0" destOrd="0" presId="urn:microsoft.com/office/officeart/2005/8/layout/process1"/>
    <dgm:cxn modelId="{660D0D5C-20F7-784C-B524-0BACB6F6C4DD}" type="presParOf" srcId="{FEE11D25-5B4E-2240-925C-B2DC0B815242}" destId="{92A7E2E0-1DEF-9646-A740-5D1F7FA0FF57}" srcOrd="2" destOrd="0" presId="urn:microsoft.com/office/officeart/2005/8/layout/process1"/>
    <dgm:cxn modelId="{49B1615B-B41F-2441-8202-633E48C6C899}" type="presParOf" srcId="{FEE11D25-5B4E-2240-925C-B2DC0B815242}" destId="{6F39438B-7E43-6B48-B876-12D81D920516}" srcOrd="3" destOrd="0" presId="urn:microsoft.com/office/officeart/2005/8/layout/process1"/>
    <dgm:cxn modelId="{AFDF88CC-8ED7-5A47-B3B2-D885E4489F34}" type="presParOf" srcId="{6F39438B-7E43-6B48-B876-12D81D920516}" destId="{20531A56-B194-494F-B981-A381F017986F}" srcOrd="0" destOrd="0" presId="urn:microsoft.com/office/officeart/2005/8/layout/process1"/>
    <dgm:cxn modelId="{1698164E-A4B9-BE4E-B8A1-BCFF65DFBB95}" type="presParOf" srcId="{FEE11D25-5B4E-2240-925C-B2DC0B815242}" destId="{A974DA16-2941-9B45-AE05-99C10BB1617F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5D2C57A-7698-B94E-A457-2F35A07B430D}" type="doc">
      <dgm:prSet loTypeId="urn:microsoft.com/office/officeart/2005/8/layout/process1" loCatId="" qsTypeId="urn:microsoft.com/office/officeart/2005/8/quickstyle/simple2" qsCatId="simple" csTypeId="urn:microsoft.com/office/officeart/2005/8/colors/accent0_2" csCatId="mainScheme" phldr="1"/>
      <dgm:spPr/>
    </dgm:pt>
    <dgm:pt modelId="{126814F1-1B57-494E-9E73-B154F5BC1285}">
      <dgm:prSet phldrT="[Text]" custT="1"/>
      <dgm:spPr>
        <a:gradFill flip="none" rotWithShape="1">
          <a:gsLst>
            <a:gs pos="0">
              <a:schemeClr val="accent6">
                <a:lumMod val="0"/>
                <a:lumOff val="100000"/>
              </a:schemeClr>
            </a:gs>
            <a:gs pos="0">
              <a:schemeClr val="accent6">
                <a:lumMod val="0"/>
                <a:lumOff val="100000"/>
              </a:schemeClr>
            </a:gs>
            <a:gs pos="100000">
              <a:schemeClr val="accent6">
                <a:lumMod val="100000"/>
              </a:schemeClr>
            </a:gs>
          </a:gsLst>
          <a:path path="circle">
            <a:fillToRect l="50000" t="50000" r="50000" b="50000"/>
          </a:path>
          <a:tileRect/>
        </a:gradFill>
        <a:ln>
          <a:solidFill>
            <a:schemeClr val="tx1"/>
          </a:solidFill>
        </a:ln>
      </dgm:spPr>
      <dgm:t>
        <a:bodyPr anchor="t"/>
        <a:lstStyle/>
        <a:p>
          <a:r>
            <a:rPr lang="es-ES_tradnl" sz="2000" noProof="0" dirty="0">
              <a:solidFill>
                <a:schemeClr val="tx1"/>
              </a:solidFill>
            </a:rPr>
            <a:t>Digitalización </a:t>
          </a:r>
          <a:r>
            <a:rPr lang="es-ES_tradnl" sz="1600" noProof="0" dirty="0">
              <a:solidFill>
                <a:schemeClr val="tx1"/>
              </a:solidFill>
            </a:rPr>
            <a:t>(fotografiar folios)</a:t>
          </a:r>
          <a:endParaRPr lang="es-ES_tradnl" sz="2400" noProof="0" dirty="0">
            <a:solidFill>
              <a:schemeClr val="tx1"/>
            </a:solidFill>
          </a:endParaRPr>
        </a:p>
      </dgm:t>
    </dgm:pt>
    <dgm:pt modelId="{F9F9DFBF-3217-8942-8DCE-FBB9F202B923}" type="parTrans" cxnId="{5EC92D76-5C57-274F-98B9-7D875AA4B215}">
      <dgm:prSet/>
      <dgm:spPr/>
      <dgm:t>
        <a:bodyPr/>
        <a:lstStyle/>
        <a:p>
          <a:endParaRPr lang="en-US" sz="1800">
            <a:solidFill>
              <a:sysClr val="windowText" lastClr="000000"/>
            </a:solidFill>
          </a:endParaRPr>
        </a:p>
      </dgm:t>
    </dgm:pt>
    <dgm:pt modelId="{CB3DD009-4138-2C4C-ACB9-162D13109AEF}" type="sibTrans" cxnId="{5EC92D76-5C57-274F-98B9-7D875AA4B215}">
      <dgm:prSet custT="1"/>
      <dgm:spPr>
        <a:ln>
          <a:solidFill>
            <a:schemeClr val="tx1"/>
          </a:solidFill>
        </a:ln>
      </dgm:spPr>
      <dgm:t>
        <a:bodyPr/>
        <a:lstStyle/>
        <a:p>
          <a:endParaRPr lang="es-ES_tradnl" sz="1800" noProof="0" dirty="0">
            <a:solidFill>
              <a:sysClr val="windowText" lastClr="000000"/>
            </a:solidFill>
          </a:endParaRPr>
        </a:p>
      </dgm:t>
    </dgm:pt>
    <dgm:pt modelId="{AA02D4DE-2A12-8849-8AD1-29365FA60AF6}">
      <dgm:prSet phldrT="[Text]" custT="1"/>
      <dgm:spPr>
        <a:gradFill flip="none" rotWithShape="1">
          <a:gsLst>
            <a:gs pos="0">
              <a:schemeClr val="accent2">
                <a:lumMod val="0"/>
                <a:lumOff val="100000"/>
              </a:schemeClr>
            </a:gs>
            <a:gs pos="0">
              <a:schemeClr val="accent2">
                <a:lumMod val="0"/>
                <a:lumOff val="100000"/>
              </a:schemeClr>
            </a:gs>
            <a:gs pos="100000">
              <a:schemeClr val="accent2">
                <a:lumMod val="100000"/>
              </a:schemeClr>
            </a:gs>
          </a:gsLst>
          <a:path path="circle">
            <a:fillToRect l="50000" t="50000" r="50000" b="50000"/>
          </a:path>
          <a:tileRect/>
        </a:gradFill>
        <a:ln>
          <a:solidFill>
            <a:schemeClr val="tx1"/>
          </a:solidFill>
        </a:ln>
      </dgm:spPr>
      <dgm:t>
        <a:bodyPr anchor="t"/>
        <a:lstStyle/>
        <a:p>
          <a:r>
            <a:rPr lang="es-ES_tradnl" sz="2000" noProof="0" dirty="0">
              <a:solidFill>
                <a:schemeClr val="tx1"/>
              </a:solidFill>
            </a:rPr>
            <a:t>Reconocimiento óptico de caracteres </a:t>
          </a:r>
          <a:br>
            <a:rPr lang="es-ES_tradnl" sz="2000" noProof="0" dirty="0">
              <a:solidFill>
                <a:schemeClr val="tx1"/>
              </a:solidFill>
            </a:rPr>
          </a:br>
          <a:r>
            <a:rPr lang="en-CA" sz="1600" i="1" noProof="0" dirty="0">
              <a:solidFill>
                <a:schemeClr val="tx1"/>
              </a:solidFill>
            </a:rPr>
            <a:t>Optical music recognition (OMR)</a:t>
          </a:r>
          <a:endParaRPr lang="es-ES_tradnl" sz="1600" i="1" noProof="0" dirty="0">
            <a:solidFill>
              <a:schemeClr val="tx1"/>
            </a:solidFill>
          </a:endParaRPr>
        </a:p>
      </dgm:t>
    </dgm:pt>
    <dgm:pt modelId="{4F368427-DB6B-D449-8EEA-77C07D6A59D7}" type="parTrans" cxnId="{D708BB97-A402-D648-A365-29C097F4B3F8}">
      <dgm:prSet/>
      <dgm:spPr/>
      <dgm:t>
        <a:bodyPr/>
        <a:lstStyle/>
        <a:p>
          <a:endParaRPr lang="en-US" sz="1800">
            <a:solidFill>
              <a:sysClr val="windowText" lastClr="000000"/>
            </a:solidFill>
          </a:endParaRPr>
        </a:p>
      </dgm:t>
    </dgm:pt>
    <dgm:pt modelId="{8C4AF120-B6BA-6B45-9776-963853BBF2A1}" type="sibTrans" cxnId="{D708BB97-A402-D648-A365-29C097F4B3F8}">
      <dgm:prSet custT="1"/>
      <dgm:spPr>
        <a:ln>
          <a:solidFill>
            <a:schemeClr val="tx1"/>
          </a:solidFill>
        </a:ln>
      </dgm:spPr>
      <dgm:t>
        <a:bodyPr/>
        <a:lstStyle/>
        <a:p>
          <a:endParaRPr lang="es-ES_tradnl" sz="1800" noProof="0" dirty="0">
            <a:solidFill>
              <a:sysClr val="windowText" lastClr="000000"/>
            </a:solidFill>
          </a:endParaRPr>
        </a:p>
      </dgm:t>
    </dgm:pt>
    <dgm:pt modelId="{75C29F42-EF01-D94E-A22B-8E54C5A045F2}">
      <dgm:prSet phldrT="[Text]" custT="1"/>
      <dgm:spPr>
        <a:gradFill flip="none" rotWithShape="1">
          <a:gsLst>
            <a:gs pos="0">
              <a:schemeClr val="accent2">
                <a:lumMod val="0"/>
                <a:lumOff val="100000"/>
              </a:schemeClr>
            </a:gs>
            <a:gs pos="0">
              <a:schemeClr val="accent2">
                <a:lumMod val="0"/>
                <a:lumOff val="100000"/>
              </a:schemeClr>
            </a:gs>
            <a:gs pos="100000">
              <a:schemeClr val="accent2">
                <a:lumMod val="100000"/>
              </a:schemeClr>
            </a:gs>
          </a:gsLst>
          <a:path path="circle">
            <a:fillToRect l="50000" t="50000" r="50000" b="50000"/>
          </a:path>
          <a:tileRect/>
        </a:gradFill>
        <a:ln>
          <a:solidFill>
            <a:schemeClr val="tx1"/>
          </a:solidFill>
        </a:ln>
      </dgm:spPr>
      <dgm:t>
        <a:bodyPr anchor="t"/>
        <a:lstStyle/>
        <a:p>
          <a:r>
            <a:rPr lang="es-ES_tradnl" sz="1900" b="0" noProof="0" dirty="0">
              <a:solidFill>
                <a:schemeClr val="tx1"/>
              </a:solidFill>
            </a:rPr>
            <a:t>Alineamiento automático de voces en partitura </a:t>
          </a:r>
          <a:br>
            <a:rPr lang="es-ES_tradnl" sz="2000" b="0" noProof="0" dirty="0">
              <a:solidFill>
                <a:schemeClr val="tx1"/>
              </a:solidFill>
            </a:rPr>
          </a:br>
          <a:r>
            <a:rPr lang="es-ES_tradnl" sz="1400" b="0" noProof="0" dirty="0">
              <a:solidFill>
                <a:schemeClr val="tx1"/>
              </a:solidFill>
            </a:rPr>
            <a:t>interpretación de la notación mensural</a:t>
          </a:r>
        </a:p>
        <a:p>
          <a:r>
            <a:rPr lang="es-ES_tradnl" sz="1900" b="0" noProof="0" dirty="0">
              <a:solidFill>
                <a:schemeClr val="tx1"/>
              </a:solidFill>
            </a:rPr>
            <a:t>y correcciones editoriales</a:t>
          </a:r>
        </a:p>
      </dgm:t>
    </dgm:pt>
    <dgm:pt modelId="{BA29F313-BA93-764E-B6E1-67B3983BCAD6}" type="parTrans" cxnId="{6FDF7142-3F7B-BB4C-B33A-BCB054697DBC}">
      <dgm:prSet/>
      <dgm:spPr/>
      <dgm:t>
        <a:bodyPr/>
        <a:lstStyle/>
        <a:p>
          <a:endParaRPr lang="en-US" sz="1800">
            <a:solidFill>
              <a:sysClr val="windowText" lastClr="000000"/>
            </a:solidFill>
          </a:endParaRPr>
        </a:p>
      </dgm:t>
    </dgm:pt>
    <dgm:pt modelId="{52814F33-96C4-0741-A3D3-92B7B7216D3F}" type="sibTrans" cxnId="{6FDF7142-3F7B-BB4C-B33A-BCB054697DBC}">
      <dgm:prSet/>
      <dgm:spPr/>
      <dgm:t>
        <a:bodyPr/>
        <a:lstStyle/>
        <a:p>
          <a:endParaRPr lang="en-US" sz="1800">
            <a:solidFill>
              <a:sysClr val="windowText" lastClr="000000"/>
            </a:solidFill>
          </a:endParaRPr>
        </a:p>
      </dgm:t>
    </dgm:pt>
    <dgm:pt modelId="{FEE11D25-5B4E-2240-925C-B2DC0B815242}" type="pres">
      <dgm:prSet presAssocID="{75D2C57A-7698-B94E-A457-2F35A07B430D}" presName="Name0" presStyleCnt="0">
        <dgm:presLayoutVars>
          <dgm:dir/>
          <dgm:resizeHandles val="exact"/>
        </dgm:presLayoutVars>
      </dgm:prSet>
      <dgm:spPr/>
    </dgm:pt>
    <dgm:pt modelId="{17EC5AAF-99FB-0C4C-A0C6-66C5F76B4100}" type="pres">
      <dgm:prSet presAssocID="{126814F1-1B57-494E-9E73-B154F5BC1285}" presName="node" presStyleLbl="node1" presStyleIdx="0" presStyleCnt="3" custScaleX="51260" custScaleY="88803">
        <dgm:presLayoutVars>
          <dgm:bulletEnabled val="1"/>
        </dgm:presLayoutVars>
      </dgm:prSet>
      <dgm:spPr/>
    </dgm:pt>
    <dgm:pt modelId="{C367C251-D94F-FB46-A8E4-FB01D56875CE}" type="pres">
      <dgm:prSet presAssocID="{CB3DD009-4138-2C4C-ACB9-162D13109AEF}" presName="sibTrans" presStyleLbl="sibTrans2D1" presStyleIdx="0" presStyleCnt="2" custScaleX="158383"/>
      <dgm:spPr/>
    </dgm:pt>
    <dgm:pt modelId="{52B825F4-493C-8C4C-8A70-4C48E17EEA68}" type="pres">
      <dgm:prSet presAssocID="{CB3DD009-4138-2C4C-ACB9-162D13109AEF}" presName="connectorText" presStyleLbl="sibTrans2D1" presStyleIdx="0" presStyleCnt="2"/>
      <dgm:spPr/>
    </dgm:pt>
    <dgm:pt modelId="{92A7E2E0-1DEF-9646-A740-5D1F7FA0FF57}" type="pres">
      <dgm:prSet presAssocID="{AA02D4DE-2A12-8849-8AD1-29365FA60AF6}" presName="node" presStyleLbl="node1" presStyleIdx="1" presStyleCnt="3" custScaleX="81465" custScaleY="88803" custLinFactNeighborX="-22656" custLinFactNeighborY="375">
        <dgm:presLayoutVars>
          <dgm:bulletEnabled val="1"/>
        </dgm:presLayoutVars>
      </dgm:prSet>
      <dgm:spPr/>
    </dgm:pt>
    <dgm:pt modelId="{6F39438B-7E43-6B48-B876-12D81D920516}" type="pres">
      <dgm:prSet presAssocID="{8C4AF120-B6BA-6B45-9776-963853BBF2A1}" presName="sibTrans" presStyleLbl="sibTrans2D1" presStyleIdx="1" presStyleCnt="2" custScaleX="160840" custLinFactNeighborX="-268" custLinFactNeighborY="-3695"/>
      <dgm:spPr/>
    </dgm:pt>
    <dgm:pt modelId="{20531A56-B194-494F-B981-A381F017986F}" type="pres">
      <dgm:prSet presAssocID="{8C4AF120-B6BA-6B45-9776-963853BBF2A1}" presName="connectorText" presStyleLbl="sibTrans2D1" presStyleIdx="1" presStyleCnt="2"/>
      <dgm:spPr/>
    </dgm:pt>
    <dgm:pt modelId="{A974DA16-2941-9B45-AE05-99C10BB1617F}" type="pres">
      <dgm:prSet presAssocID="{75C29F42-EF01-D94E-A22B-8E54C5A045F2}" presName="node" presStyleLbl="node1" presStyleIdx="2" presStyleCnt="3" custScaleX="89049" custScaleY="88803" custLinFactNeighborX="-45700" custLinFactNeighborY="2242">
        <dgm:presLayoutVars>
          <dgm:bulletEnabled val="1"/>
        </dgm:presLayoutVars>
      </dgm:prSet>
      <dgm:spPr/>
    </dgm:pt>
  </dgm:ptLst>
  <dgm:cxnLst>
    <dgm:cxn modelId="{BCDD2713-FA07-6546-B659-3615B008A9D2}" type="presOf" srcId="{126814F1-1B57-494E-9E73-B154F5BC1285}" destId="{17EC5AAF-99FB-0C4C-A0C6-66C5F76B4100}" srcOrd="0" destOrd="0" presId="urn:microsoft.com/office/officeart/2005/8/layout/process1"/>
    <dgm:cxn modelId="{30A9B022-DE9C-7B4D-9009-E8A88A6CF50F}" type="presOf" srcId="{75D2C57A-7698-B94E-A457-2F35A07B430D}" destId="{FEE11D25-5B4E-2240-925C-B2DC0B815242}" srcOrd="0" destOrd="0" presId="urn:microsoft.com/office/officeart/2005/8/layout/process1"/>
    <dgm:cxn modelId="{00AB8427-3D70-AF40-B9C7-A7E37CABD047}" type="presOf" srcId="{CB3DD009-4138-2C4C-ACB9-162D13109AEF}" destId="{52B825F4-493C-8C4C-8A70-4C48E17EEA68}" srcOrd="1" destOrd="0" presId="urn:microsoft.com/office/officeart/2005/8/layout/process1"/>
    <dgm:cxn modelId="{6FDF7142-3F7B-BB4C-B33A-BCB054697DBC}" srcId="{75D2C57A-7698-B94E-A457-2F35A07B430D}" destId="{75C29F42-EF01-D94E-A22B-8E54C5A045F2}" srcOrd="2" destOrd="0" parTransId="{BA29F313-BA93-764E-B6E1-67B3983BCAD6}" sibTransId="{52814F33-96C4-0741-A3D3-92B7B7216D3F}"/>
    <dgm:cxn modelId="{B4B4175C-D6E2-DA47-A403-F072F7836483}" type="presOf" srcId="{CB3DD009-4138-2C4C-ACB9-162D13109AEF}" destId="{C367C251-D94F-FB46-A8E4-FB01D56875CE}" srcOrd="0" destOrd="0" presId="urn:microsoft.com/office/officeart/2005/8/layout/process1"/>
    <dgm:cxn modelId="{1BBF056D-D6F4-3E4C-B64F-F9D8ECC737D4}" type="presOf" srcId="{8C4AF120-B6BA-6B45-9776-963853BBF2A1}" destId="{20531A56-B194-494F-B981-A381F017986F}" srcOrd="1" destOrd="0" presId="urn:microsoft.com/office/officeart/2005/8/layout/process1"/>
    <dgm:cxn modelId="{5EC92D76-5C57-274F-98B9-7D875AA4B215}" srcId="{75D2C57A-7698-B94E-A457-2F35A07B430D}" destId="{126814F1-1B57-494E-9E73-B154F5BC1285}" srcOrd="0" destOrd="0" parTransId="{F9F9DFBF-3217-8942-8DCE-FBB9F202B923}" sibTransId="{CB3DD009-4138-2C4C-ACB9-162D13109AEF}"/>
    <dgm:cxn modelId="{D708BB97-A402-D648-A365-29C097F4B3F8}" srcId="{75D2C57A-7698-B94E-A457-2F35A07B430D}" destId="{AA02D4DE-2A12-8849-8AD1-29365FA60AF6}" srcOrd="1" destOrd="0" parTransId="{4F368427-DB6B-D449-8EEA-77C07D6A59D7}" sibTransId="{8C4AF120-B6BA-6B45-9776-963853BBF2A1}"/>
    <dgm:cxn modelId="{738152BC-37FD-B04B-8B0C-48722D57FC87}" type="presOf" srcId="{AA02D4DE-2A12-8849-8AD1-29365FA60AF6}" destId="{92A7E2E0-1DEF-9646-A740-5D1F7FA0FF57}" srcOrd="0" destOrd="0" presId="urn:microsoft.com/office/officeart/2005/8/layout/process1"/>
    <dgm:cxn modelId="{D9BACDCD-8EBD-7E49-9C7F-C5AA7B9CB2B1}" type="presOf" srcId="{8C4AF120-B6BA-6B45-9776-963853BBF2A1}" destId="{6F39438B-7E43-6B48-B876-12D81D920516}" srcOrd="0" destOrd="0" presId="urn:microsoft.com/office/officeart/2005/8/layout/process1"/>
    <dgm:cxn modelId="{F5551CFC-F7B2-F444-BB75-A60DCB492640}" type="presOf" srcId="{75C29F42-EF01-D94E-A22B-8E54C5A045F2}" destId="{A974DA16-2941-9B45-AE05-99C10BB1617F}" srcOrd="0" destOrd="0" presId="urn:microsoft.com/office/officeart/2005/8/layout/process1"/>
    <dgm:cxn modelId="{42C1EE5D-373F-414D-9FD0-11965207E860}" type="presParOf" srcId="{FEE11D25-5B4E-2240-925C-B2DC0B815242}" destId="{17EC5AAF-99FB-0C4C-A0C6-66C5F76B4100}" srcOrd="0" destOrd="0" presId="urn:microsoft.com/office/officeart/2005/8/layout/process1"/>
    <dgm:cxn modelId="{D8EA9B97-5827-7646-AA09-9D74E0CB0932}" type="presParOf" srcId="{FEE11D25-5B4E-2240-925C-B2DC0B815242}" destId="{C367C251-D94F-FB46-A8E4-FB01D56875CE}" srcOrd="1" destOrd="0" presId="urn:microsoft.com/office/officeart/2005/8/layout/process1"/>
    <dgm:cxn modelId="{9C42E617-2603-134C-AEE5-7D97CFDCF68C}" type="presParOf" srcId="{C367C251-D94F-FB46-A8E4-FB01D56875CE}" destId="{52B825F4-493C-8C4C-8A70-4C48E17EEA68}" srcOrd="0" destOrd="0" presId="urn:microsoft.com/office/officeart/2005/8/layout/process1"/>
    <dgm:cxn modelId="{660D0D5C-20F7-784C-B524-0BACB6F6C4DD}" type="presParOf" srcId="{FEE11D25-5B4E-2240-925C-B2DC0B815242}" destId="{92A7E2E0-1DEF-9646-A740-5D1F7FA0FF57}" srcOrd="2" destOrd="0" presId="urn:microsoft.com/office/officeart/2005/8/layout/process1"/>
    <dgm:cxn modelId="{49B1615B-B41F-2441-8202-633E48C6C899}" type="presParOf" srcId="{FEE11D25-5B4E-2240-925C-B2DC0B815242}" destId="{6F39438B-7E43-6B48-B876-12D81D920516}" srcOrd="3" destOrd="0" presId="urn:microsoft.com/office/officeart/2005/8/layout/process1"/>
    <dgm:cxn modelId="{AFDF88CC-8ED7-5A47-B3B2-D885E4489F34}" type="presParOf" srcId="{6F39438B-7E43-6B48-B876-12D81D920516}" destId="{20531A56-B194-494F-B981-A381F017986F}" srcOrd="0" destOrd="0" presId="urn:microsoft.com/office/officeart/2005/8/layout/process1"/>
    <dgm:cxn modelId="{1698164E-A4B9-BE4E-B8A1-BCFF65DFBB95}" type="presParOf" srcId="{FEE11D25-5B4E-2240-925C-B2DC0B815242}" destId="{A974DA16-2941-9B45-AE05-99C10BB1617F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5D2C57A-7698-B94E-A457-2F35A07B430D}" type="doc">
      <dgm:prSet loTypeId="urn:microsoft.com/office/officeart/2005/8/layout/process1" loCatId="" qsTypeId="urn:microsoft.com/office/officeart/2005/8/quickstyle/simple2" qsCatId="simple" csTypeId="urn:microsoft.com/office/officeart/2005/8/colors/accent0_2" csCatId="mainScheme" phldr="1"/>
      <dgm:spPr/>
    </dgm:pt>
    <dgm:pt modelId="{126814F1-1B57-494E-9E73-B154F5BC1285}">
      <dgm:prSet phldrT="[Text]" custT="1"/>
      <dgm:spPr>
        <a:gradFill flip="none" rotWithShape="1">
          <a:gsLst>
            <a:gs pos="0">
              <a:schemeClr val="accent6">
                <a:lumMod val="0"/>
                <a:lumOff val="100000"/>
              </a:schemeClr>
            </a:gs>
            <a:gs pos="0">
              <a:schemeClr val="accent6">
                <a:lumMod val="0"/>
                <a:lumOff val="100000"/>
              </a:schemeClr>
            </a:gs>
            <a:gs pos="100000">
              <a:schemeClr val="accent6">
                <a:lumMod val="100000"/>
              </a:schemeClr>
            </a:gs>
          </a:gsLst>
          <a:path path="circle">
            <a:fillToRect l="50000" t="50000" r="50000" b="50000"/>
          </a:path>
          <a:tileRect/>
        </a:gradFill>
        <a:ln w="38100">
          <a:solidFill>
            <a:schemeClr val="tx1"/>
          </a:solidFill>
        </a:ln>
      </dgm:spPr>
      <dgm:t>
        <a:bodyPr anchor="t"/>
        <a:lstStyle/>
        <a:p>
          <a:r>
            <a:rPr lang="es-ES_tradnl" sz="2000" noProof="0" dirty="0">
              <a:solidFill>
                <a:schemeClr val="tx1"/>
              </a:solidFill>
            </a:rPr>
            <a:t>Digitalización </a:t>
          </a:r>
          <a:r>
            <a:rPr lang="es-ES_tradnl" sz="1600" noProof="0" dirty="0">
              <a:solidFill>
                <a:schemeClr val="tx1"/>
              </a:solidFill>
            </a:rPr>
            <a:t>(fotografiar folios)</a:t>
          </a:r>
          <a:endParaRPr lang="es-ES_tradnl" sz="2400" noProof="0" dirty="0">
            <a:solidFill>
              <a:schemeClr val="tx1"/>
            </a:solidFill>
          </a:endParaRPr>
        </a:p>
      </dgm:t>
    </dgm:pt>
    <dgm:pt modelId="{F9F9DFBF-3217-8942-8DCE-FBB9F202B923}" type="parTrans" cxnId="{5EC92D76-5C57-274F-98B9-7D875AA4B215}">
      <dgm:prSet/>
      <dgm:spPr/>
      <dgm:t>
        <a:bodyPr/>
        <a:lstStyle/>
        <a:p>
          <a:endParaRPr lang="en-US" sz="1800">
            <a:solidFill>
              <a:sysClr val="windowText" lastClr="000000"/>
            </a:solidFill>
          </a:endParaRPr>
        </a:p>
      </dgm:t>
    </dgm:pt>
    <dgm:pt modelId="{CB3DD009-4138-2C4C-ACB9-162D13109AEF}" type="sibTrans" cxnId="{5EC92D76-5C57-274F-98B9-7D875AA4B215}">
      <dgm:prSet custT="1"/>
      <dgm:spPr>
        <a:ln>
          <a:solidFill>
            <a:schemeClr val="tx1"/>
          </a:solidFill>
        </a:ln>
      </dgm:spPr>
      <dgm:t>
        <a:bodyPr/>
        <a:lstStyle/>
        <a:p>
          <a:endParaRPr lang="en-US" sz="1800">
            <a:solidFill>
              <a:sysClr val="windowText" lastClr="000000"/>
            </a:solidFill>
          </a:endParaRPr>
        </a:p>
      </dgm:t>
    </dgm:pt>
    <dgm:pt modelId="{1CF9AEBF-0CE6-5C48-B9FE-DB0C45DF1CAC}" type="pres">
      <dgm:prSet presAssocID="{75D2C57A-7698-B94E-A457-2F35A07B430D}" presName="Name0" presStyleCnt="0">
        <dgm:presLayoutVars>
          <dgm:dir/>
          <dgm:resizeHandles val="exact"/>
        </dgm:presLayoutVars>
      </dgm:prSet>
      <dgm:spPr/>
    </dgm:pt>
    <dgm:pt modelId="{A4E961CB-AE58-9542-A261-D28FFD6ED58F}" type="pres">
      <dgm:prSet presAssocID="{126814F1-1B57-494E-9E73-B154F5BC1285}" presName="node" presStyleLbl="node1" presStyleIdx="0" presStyleCnt="1" custScaleY="144075">
        <dgm:presLayoutVars>
          <dgm:bulletEnabled val="1"/>
        </dgm:presLayoutVars>
      </dgm:prSet>
      <dgm:spPr/>
    </dgm:pt>
  </dgm:ptLst>
  <dgm:cxnLst>
    <dgm:cxn modelId="{5EC92D76-5C57-274F-98B9-7D875AA4B215}" srcId="{75D2C57A-7698-B94E-A457-2F35A07B430D}" destId="{126814F1-1B57-494E-9E73-B154F5BC1285}" srcOrd="0" destOrd="0" parTransId="{F9F9DFBF-3217-8942-8DCE-FBB9F202B923}" sibTransId="{CB3DD009-4138-2C4C-ACB9-162D13109AEF}"/>
    <dgm:cxn modelId="{B21A4AB7-6008-D44C-8420-08BC0C0380C3}" type="presOf" srcId="{75D2C57A-7698-B94E-A457-2F35A07B430D}" destId="{1CF9AEBF-0CE6-5C48-B9FE-DB0C45DF1CAC}" srcOrd="0" destOrd="0" presId="urn:microsoft.com/office/officeart/2005/8/layout/process1"/>
    <dgm:cxn modelId="{0E38F1CC-FAE1-A84A-AD29-FAE3D4937B9D}" type="presOf" srcId="{126814F1-1B57-494E-9E73-B154F5BC1285}" destId="{A4E961CB-AE58-9542-A261-D28FFD6ED58F}" srcOrd="0" destOrd="0" presId="urn:microsoft.com/office/officeart/2005/8/layout/process1"/>
    <dgm:cxn modelId="{3570C9C7-D1F4-C446-B9ED-F0C7AFA8C012}" type="presParOf" srcId="{1CF9AEBF-0CE6-5C48-B9FE-DB0C45DF1CAC}" destId="{A4E961CB-AE58-9542-A261-D28FFD6ED58F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5D2C57A-7698-B94E-A457-2F35A07B430D}" type="doc">
      <dgm:prSet loTypeId="urn:microsoft.com/office/officeart/2005/8/layout/process1" loCatId="" qsTypeId="urn:microsoft.com/office/officeart/2005/8/quickstyle/simple2" qsCatId="simple" csTypeId="urn:microsoft.com/office/officeart/2005/8/colors/accent0_2" csCatId="mainScheme" phldr="1"/>
      <dgm:spPr/>
    </dgm:pt>
    <dgm:pt modelId="{126814F1-1B57-494E-9E73-B154F5BC1285}">
      <dgm:prSet phldrT="[Text]" custT="1"/>
      <dgm:spPr>
        <a:gradFill flip="none" rotWithShape="1">
          <a:gsLst>
            <a:gs pos="0">
              <a:schemeClr val="accent6">
                <a:lumMod val="0"/>
                <a:lumOff val="100000"/>
              </a:schemeClr>
            </a:gs>
            <a:gs pos="0">
              <a:schemeClr val="accent6">
                <a:lumMod val="0"/>
                <a:lumOff val="100000"/>
              </a:schemeClr>
            </a:gs>
            <a:gs pos="100000">
              <a:schemeClr val="accent6">
                <a:lumMod val="100000"/>
              </a:schemeClr>
            </a:gs>
          </a:gsLst>
          <a:path path="circle">
            <a:fillToRect l="50000" t="50000" r="50000" b="50000"/>
          </a:path>
          <a:tileRect/>
        </a:gradFill>
        <a:ln w="38100">
          <a:solidFill>
            <a:schemeClr val="tx1"/>
          </a:solidFill>
        </a:ln>
      </dgm:spPr>
      <dgm:t>
        <a:bodyPr anchor="t"/>
        <a:lstStyle/>
        <a:p>
          <a:r>
            <a:rPr lang="es-ES_tradnl" sz="2000" noProof="0" dirty="0">
              <a:solidFill>
                <a:schemeClr val="tx1"/>
              </a:solidFill>
            </a:rPr>
            <a:t>Digitalización </a:t>
          </a:r>
          <a:r>
            <a:rPr lang="es-ES_tradnl" sz="1600" noProof="0" dirty="0">
              <a:solidFill>
                <a:schemeClr val="tx1"/>
              </a:solidFill>
            </a:rPr>
            <a:t>(fotografiar folios)</a:t>
          </a:r>
          <a:endParaRPr lang="es-ES_tradnl" sz="2400" noProof="0" dirty="0">
            <a:solidFill>
              <a:schemeClr val="tx1"/>
            </a:solidFill>
          </a:endParaRPr>
        </a:p>
      </dgm:t>
    </dgm:pt>
    <dgm:pt modelId="{F9F9DFBF-3217-8942-8DCE-FBB9F202B923}" type="parTrans" cxnId="{5EC92D76-5C57-274F-98B9-7D875AA4B215}">
      <dgm:prSet/>
      <dgm:spPr/>
      <dgm:t>
        <a:bodyPr/>
        <a:lstStyle/>
        <a:p>
          <a:endParaRPr lang="en-US" sz="1800">
            <a:solidFill>
              <a:sysClr val="windowText" lastClr="000000"/>
            </a:solidFill>
          </a:endParaRPr>
        </a:p>
      </dgm:t>
    </dgm:pt>
    <dgm:pt modelId="{CB3DD009-4138-2C4C-ACB9-162D13109AEF}" type="sibTrans" cxnId="{5EC92D76-5C57-274F-98B9-7D875AA4B215}">
      <dgm:prSet custT="1"/>
      <dgm:spPr>
        <a:ln>
          <a:solidFill>
            <a:schemeClr val="tx1"/>
          </a:solidFill>
        </a:ln>
      </dgm:spPr>
      <dgm:t>
        <a:bodyPr/>
        <a:lstStyle/>
        <a:p>
          <a:endParaRPr lang="en-US" sz="1800">
            <a:solidFill>
              <a:sysClr val="windowText" lastClr="000000"/>
            </a:solidFill>
          </a:endParaRPr>
        </a:p>
      </dgm:t>
    </dgm:pt>
    <dgm:pt modelId="{1CF9AEBF-0CE6-5C48-B9FE-DB0C45DF1CAC}" type="pres">
      <dgm:prSet presAssocID="{75D2C57A-7698-B94E-A457-2F35A07B430D}" presName="Name0" presStyleCnt="0">
        <dgm:presLayoutVars>
          <dgm:dir/>
          <dgm:resizeHandles val="exact"/>
        </dgm:presLayoutVars>
      </dgm:prSet>
      <dgm:spPr/>
    </dgm:pt>
    <dgm:pt modelId="{A4E961CB-AE58-9542-A261-D28FFD6ED58F}" type="pres">
      <dgm:prSet presAssocID="{126814F1-1B57-494E-9E73-B154F5BC1285}" presName="node" presStyleLbl="node1" presStyleIdx="0" presStyleCnt="1" custScaleY="144075">
        <dgm:presLayoutVars>
          <dgm:bulletEnabled val="1"/>
        </dgm:presLayoutVars>
      </dgm:prSet>
      <dgm:spPr/>
    </dgm:pt>
  </dgm:ptLst>
  <dgm:cxnLst>
    <dgm:cxn modelId="{5EC92D76-5C57-274F-98B9-7D875AA4B215}" srcId="{75D2C57A-7698-B94E-A457-2F35A07B430D}" destId="{126814F1-1B57-494E-9E73-B154F5BC1285}" srcOrd="0" destOrd="0" parTransId="{F9F9DFBF-3217-8942-8DCE-FBB9F202B923}" sibTransId="{CB3DD009-4138-2C4C-ACB9-162D13109AEF}"/>
    <dgm:cxn modelId="{B21A4AB7-6008-D44C-8420-08BC0C0380C3}" type="presOf" srcId="{75D2C57A-7698-B94E-A457-2F35A07B430D}" destId="{1CF9AEBF-0CE6-5C48-B9FE-DB0C45DF1CAC}" srcOrd="0" destOrd="0" presId="urn:microsoft.com/office/officeart/2005/8/layout/process1"/>
    <dgm:cxn modelId="{0E38F1CC-FAE1-A84A-AD29-FAE3D4937B9D}" type="presOf" srcId="{126814F1-1B57-494E-9E73-B154F5BC1285}" destId="{A4E961CB-AE58-9542-A261-D28FFD6ED58F}" srcOrd="0" destOrd="0" presId="urn:microsoft.com/office/officeart/2005/8/layout/process1"/>
    <dgm:cxn modelId="{3570C9C7-D1F4-C446-B9ED-F0C7AFA8C012}" type="presParOf" srcId="{1CF9AEBF-0CE6-5C48-B9FE-DB0C45DF1CAC}" destId="{A4E961CB-AE58-9542-A261-D28FFD6ED58F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5D2C57A-7698-B94E-A457-2F35A07B430D}" type="doc">
      <dgm:prSet loTypeId="urn:microsoft.com/office/officeart/2005/8/layout/process1" loCatId="" qsTypeId="urn:microsoft.com/office/officeart/2005/8/quickstyle/simple2" qsCatId="simple" csTypeId="urn:microsoft.com/office/officeart/2005/8/colors/accent0_2" csCatId="mainScheme" phldr="1"/>
      <dgm:spPr/>
    </dgm:pt>
    <dgm:pt modelId="{AA02D4DE-2A12-8849-8AD1-29365FA60AF6}">
      <dgm:prSet phldrT="[Text]" custT="1"/>
      <dgm:spPr>
        <a:gradFill flip="none" rotWithShape="1">
          <a:gsLst>
            <a:gs pos="0">
              <a:schemeClr val="accent2">
                <a:lumMod val="0"/>
                <a:lumOff val="100000"/>
              </a:schemeClr>
            </a:gs>
            <a:gs pos="0">
              <a:schemeClr val="accent2">
                <a:lumMod val="0"/>
                <a:lumOff val="100000"/>
              </a:schemeClr>
            </a:gs>
            <a:gs pos="100000">
              <a:schemeClr val="accent2">
                <a:lumMod val="100000"/>
              </a:schemeClr>
            </a:gs>
          </a:gsLst>
          <a:path path="circle">
            <a:fillToRect l="50000" t="50000" r="50000" b="50000"/>
          </a:path>
          <a:tileRect/>
        </a:gradFill>
        <a:ln>
          <a:solidFill>
            <a:schemeClr val="tx1"/>
          </a:solidFill>
        </a:ln>
      </dgm:spPr>
      <dgm:t>
        <a:bodyPr anchor="t"/>
        <a:lstStyle/>
        <a:p>
          <a:r>
            <a:rPr lang="es-ES_tradnl" sz="2400" noProof="0" dirty="0">
              <a:solidFill>
                <a:schemeClr val="tx1"/>
              </a:solidFill>
            </a:rPr>
            <a:t>Reconocimiento óptico de caracteres </a:t>
          </a:r>
          <a:br>
            <a:rPr lang="en-CA" sz="2400" noProof="0" dirty="0">
              <a:solidFill>
                <a:schemeClr val="tx1"/>
              </a:solidFill>
            </a:rPr>
          </a:br>
          <a:r>
            <a:rPr lang="en-CA" sz="1800" i="1" noProof="0" dirty="0">
              <a:solidFill>
                <a:schemeClr val="tx1"/>
              </a:solidFill>
            </a:rPr>
            <a:t>Optical music recognition (OMR)</a:t>
          </a:r>
          <a:endParaRPr lang="es-ES_tradnl" sz="1800" i="1" noProof="0" dirty="0">
            <a:solidFill>
              <a:schemeClr val="tx1"/>
            </a:solidFill>
          </a:endParaRPr>
        </a:p>
      </dgm:t>
    </dgm:pt>
    <dgm:pt modelId="{4F368427-DB6B-D449-8EEA-77C07D6A59D7}" type="parTrans" cxnId="{D708BB97-A402-D648-A365-29C097F4B3F8}">
      <dgm:prSet/>
      <dgm:spPr/>
      <dgm:t>
        <a:bodyPr/>
        <a:lstStyle/>
        <a:p>
          <a:endParaRPr lang="en-US" sz="1800">
            <a:solidFill>
              <a:sysClr val="windowText" lastClr="000000"/>
            </a:solidFill>
          </a:endParaRPr>
        </a:p>
      </dgm:t>
    </dgm:pt>
    <dgm:pt modelId="{8C4AF120-B6BA-6B45-9776-963853BBF2A1}" type="sibTrans" cxnId="{D708BB97-A402-D648-A365-29C097F4B3F8}">
      <dgm:prSet custT="1"/>
      <dgm:spPr>
        <a:ln>
          <a:solidFill>
            <a:schemeClr val="tx1"/>
          </a:solidFill>
        </a:ln>
      </dgm:spPr>
      <dgm:t>
        <a:bodyPr/>
        <a:lstStyle/>
        <a:p>
          <a:endParaRPr lang="en-US" sz="1800">
            <a:solidFill>
              <a:sysClr val="windowText" lastClr="000000"/>
            </a:solidFill>
          </a:endParaRPr>
        </a:p>
      </dgm:t>
    </dgm:pt>
    <dgm:pt modelId="{FEE11D25-5B4E-2240-925C-B2DC0B815242}" type="pres">
      <dgm:prSet presAssocID="{75D2C57A-7698-B94E-A457-2F35A07B430D}" presName="Name0" presStyleCnt="0">
        <dgm:presLayoutVars>
          <dgm:dir/>
          <dgm:resizeHandles val="exact"/>
        </dgm:presLayoutVars>
      </dgm:prSet>
      <dgm:spPr/>
    </dgm:pt>
    <dgm:pt modelId="{92A7E2E0-1DEF-9646-A740-5D1F7FA0FF57}" type="pres">
      <dgm:prSet presAssocID="{AA02D4DE-2A12-8849-8AD1-29365FA60AF6}" presName="node" presStyleLbl="node1" presStyleIdx="0" presStyleCnt="1" custScaleX="100098" custScaleY="119578" custLinFactNeighborX="38353" custLinFactNeighborY="-12669">
        <dgm:presLayoutVars>
          <dgm:bulletEnabled val="1"/>
        </dgm:presLayoutVars>
      </dgm:prSet>
      <dgm:spPr/>
    </dgm:pt>
  </dgm:ptLst>
  <dgm:cxnLst>
    <dgm:cxn modelId="{30A9B022-DE9C-7B4D-9009-E8A88A6CF50F}" type="presOf" srcId="{75D2C57A-7698-B94E-A457-2F35A07B430D}" destId="{FEE11D25-5B4E-2240-925C-B2DC0B815242}" srcOrd="0" destOrd="0" presId="urn:microsoft.com/office/officeart/2005/8/layout/process1"/>
    <dgm:cxn modelId="{D708BB97-A402-D648-A365-29C097F4B3F8}" srcId="{75D2C57A-7698-B94E-A457-2F35A07B430D}" destId="{AA02D4DE-2A12-8849-8AD1-29365FA60AF6}" srcOrd="0" destOrd="0" parTransId="{4F368427-DB6B-D449-8EEA-77C07D6A59D7}" sibTransId="{8C4AF120-B6BA-6B45-9776-963853BBF2A1}"/>
    <dgm:cxn modelId="{738152BC-37FD-B04B-8B0C-48722D57FC87}" type="presOf" srcId="{AA02D4DE-2A12-8849-8AD1-29365FA60AF6}" destId="{92A7E2E0-1DEF-9646-A740-5D1F7FA0FF57}" srcOrd="0" destOrd="0" presId="urn:microsoft.com/office/officeart/2005/8/layout/process1"/>
    <dgm:cxn modelId="{660D0D5C-20F7-784C-B524-0BACB6F6C4DD}" type="presParOf" srcId="{FEE11D25-5B4E-2240-925C-B2DC0B815242}" destId="{92A7E2E0-1DEF-9646-A740-5D1F7FA0FF57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5D2C57A-7698-B94E-A457-2F35A07B430D}" type="doc">
      <dgm:prSet loTypeId="urn:microsoft.com/office/officeart/2005/8/layout/process1" loCatId="" qsTypeId="urn:microsoft.com/office/officeart/2005/8/quickstyle/simple2" qsCatId="simple" csTypeId="urn:microsoft.com/office/officeart/2005/8/colors/accent0_2" csCatId="mainScheme" phldr="1"/>
      <dgm:spPr/>
    </dgm:pt>
    <dgm:pt modelId="{75C29F42-EF01-D94E-A22B-8E54C5A045F2}">
      <dgm:prSet phldrT="[Text]" custT="1"/>
      <dgm:spPr>
        <a:gradFill flip="none" rotWithShape="1">
          <a:gsLst>
            <a:gs pos="0">
              <a:schemeClr val="accent2">
                <a:lumMod val="0"/>
                <a:lumOff val="100000"/>
              </a:schemeClr>
            </a:gs>
            <a:gs pos="0">
              <a:schemeClr val="accent2">
                <a:lumMod val="0"/>
                <a:lumOff val="100000"/>
              </a:schemeClr>
            </a:gs>
            <a:gs pos="100000">
              <a:schemeClr val="accent2">
                <a:lumMod val="100000"/>
              </a:schemeClr>
            </a:gs>
          </a:gsLst>
          <a:path path="circle">
            <a:fillToRect l="50000" t="50000" r="50000" b="50000"/>
          </a:path>
          <a:tileRect/>
        </a:gradFill>
        <a:ln>
          <a:solidFill>
            <a:schemeClr val="tx1"/>
          </a:solidFill>
        </a:ln>
      </dgm:spPr>
      <dgm:t>
        <a:bodyPr anchor="t"/>
        <a:lstStyle/>
        <a:p>
          <a:r>
            <a:rPr lang="es-ES_tradnl" sz="2400" b="0" noProof="0" dirty="0">
              <a:solidFill>
                <a:schemeClr val="tx1"/>
              </a:solidFill>
            </a:rPr>
            <a:t>Alineamiento automático de voces en partitura </a:t>
          </a:r>
          <a:br>
            <a:rPr lang="es-ES_tradnl" sz="2800" b="0" noProof="0" dirty="0">
              <a:solidFill>
                <a:schemeClr val="tx1"/>
              </a:solidFill>
            </a:rPr>
          </a:br>
          <a:r>
            <a:rPr lang="es-ES_tradnl" sz="1800" b="0" noProof="0" dirty="0">
              <a:solidFill>
                <a:schemeClr val="tx1"/>
              </a:solidFill>
            </a:rPr>
            <a:t>interpretación de la notación mensural</a:t>
          </a:r>
        </a:p>
        <a:p>
          <a:r>
            <a:rPr lang="es-ES_tradnl" sz="2400" b="0" noProof="0" dirty="0">
              <a:solidFill>
                <a:schemeClr val="tx1"/>
              </a:solidFill>
            </a:rPr>
            <a:t>y correcciones editoriales</a:t>
          </a:r>
        </a:p>
      </dgm:t>
    </dgm:pt>
    <dgm:pt modelId="{BA29F313-BA93-764E-B6E1-67B3983BCAD6}" type="parTrans" cxnId="{6FDF7142-3F7B-BB4C-B33A-BCB054697DBC}">
      <dgm:prSet/>
      <dgm:spPr/>
      <dgm:t>
        <a:bodyPr/>
        <a:lstStyle/>
        <a:p>
          <a:endParaRPr lang="en-US" sz="1800">
            <a:solidFill>
              <a:sysClr val="windowText" lastClr="000000"/>
            </a:solidFill>
          </a:endParaRPr>
        </a:p>
      </dgm:t>
    </dgm:pt>
    <dgm:pt modelId="{52814F33-96C4-0741-A3D3-92B7B7216D3F}" type="sibTrans" cxnId="{6FDF7142-3F7B-BB4C-B33A-BCB054697DBC}">
      <dgm:prSet/>
      <dgm:spPr/>
      <dgm:t>
        <a:bodyPr/>
        <a:lstStyle/>
        <a:p>
          <a:endParaRPr lang="en-US" sz="1800">
            <a:solidFill>
              <a:sysClr val="windowText" lastClr="000000"/>
            </a:solidFill>
          </a:endParaRPr>
        </a:p>
      </dgm:t>
    </dgm:pt>
    <dgm:pt modelId="{FEE11D25-5B4E-2240-925C-B2DC0B815242}" type="pres">
      <dgm:prSet presAssocID="{75D2C57A-7698-B94E-A457-2F35A07B430D}" presName="Name0" presStyleCnt="0">
        <dgm:presLayoutVars>
          <dgm:dir/>
          <dgm:resizeHandles val="exact"/>
        </dgm:presLayoutVars>
      </dgm:prSet>
      <dgm:spPr/>
    </dgm:pt>
    <dgm:pt modelId="{A974DA16-2941-9B45-AE05-99C10BB1617F}" type="pres">
      <dgm:prSet presAssocID="{75C29F42-EF01-D94E-A22B-8E54C5A045F2}" presName="node" presStyleLbl="node1" presStyleIdx="0" presStyleCnt="1" custScaleX="100196" custScaleY="88803" custLinFactNeighborX="-612" custLinFactNeighborY="-4252">
        <dgm:presLayoutVars>
          <dgm:bulletEnabled val="1"/>
        </dgm:presLayoutVars>
      </dgm:prSet>
      <dgm:spPr/>
    </dgm:pt>
  </dgm:ptLst>
  <dgm:cxnLst>
    <dgm:cxn modelId="{30A9B022-DE9C-7B4D-9009-E8A88A6CF50F}" type="presOf" srcId="{75D2C57A-7698-B94E-A457-2F35A07B430D}" destId="{FEE11D25-5B4E-2240-925C-B2DC0B815242}" srcOrd="0" destOrd="0" presId="urn:microsoft.com/office/officeart/2005/8/layout/process1"/>
    <dgm:cxn modelId="{6FDF7142-3F7B-BB4C-B33A-BCB054697DBC}" srcId="{75D2C57A-7698-B94E-A457-2F35A07B430D}" destId="{75C29F42-EF01-D94E-A22B-8E54C5A045F2}" srcOrd="0" destOrd="0" parTransId="{BA29F313-BA93-764E-B6E1-67B3983BCAD6}" sibTransId="{52814F33-96C4-0741-A3D3-92B7B7216D3F}"/>
    <dgm:cxn modelId="{F5551CFC-F7B2-F444-BB75-A60DCB492640}" type="presOf" srcId="{75C29F42-EF01-D94E-A22B-8E54C5A045F2}" destId="{A974DA16-2941-9B45-AE05-99C10BB1617F}" srcOrd="0" destOrd="0" presId="urn:microsoft.com/office/officeart/2005/8/layout/process1"/>
    <dgm:cxn modelId="{1698164E-A4B9-BE4E-B8A1-BCFF65DFBB95}" type="presParOf" srcId="{FEE11D25-5B4E-2240-925C-B2DC0B815242}" destId="{A974DA16-2941-9B45-AE05-99C10BB1617F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5D2C57A-7698-B94E-A457-2F35A07B430D}" type="doc">
      <dgm:prSet loTypeId="urn:microsoft.com/office/officeart/2005/8/layout/process1" loCatId="" qsTypeId="urn:microsoft.com/office/officeart/2005/8/quickstyle/simple2" qsCatId="simple" csTypeId="urn:microsoft.com/office/officeart/2005/8/colors/accent0_2" csCatId="mainScheme" phldr="1"/>
      <dgm:spPr/>
    </dgm:pt>
    <dgm:pt modelId="{126814F1-1B57-494E-9E73-B154F5BC1285}">
      <dgm:prSet phldrT="[Text]" custT="1"/>
      <dgm:spPr>
        <a:gradFill flip="none" rotWithShape="1">
          <a:gsLst>
            <a:gs pos="0">
              <a:schemeClr val="accent6">
                <a:lumMod val="0"/>
                <a:lumOff val="100000"/>
              </a:schemeClr>
            </a:gs>
            <a:gs pos="0">
              <a:schemeClr val="accent6">
                <a:lumMod val="0"/>
                <a:lumOff val="100000"/>
              </a:schemeClr>
            </a:gs>
            <a:gs pos="100000">
              <a:schemeClr val="accent6">
                <a:lumMod val="100000"/>
              </a:schemeClr>
            </a:gs>
          </a:gsLst>
          <a:path path="circle">
            <a:fillToRect l="50000" t="50000" r="50000" b="50000"/>
          </a:path>
          <a:tileRect/>
        </a:gradFill>
        <a:ln>
          <a:solidFill>
            <a:schemeClr val="tx1"/>
          </a:solidFill>
        </a:ln>
      </dgm:spPr>
      <dgm:t>
        <a:bodyPr anchor="t"/>
        <a:lstStyle/>
        <a:p>
          <a:r>
            <a:rPr lang="es-ES_tradnl" sz="2000" noProof="0" dirty="0">
              <a:solidFill>
                <a:schemeClr val="tx1"/>
              </a:solidFill>
            </a:rPr>
            <a:t>Digitalización </a:t>
          </a:r>
          <a:r>
            <a:rPr lang="es-ES_tradnl" sz="1600" noProof="0" dirty="0">
              <a:solidFill>
                <a:schemeClr val="tx1"/>
              </a:solidFill>
            </a:rPr>
            <a:t>(fotografiar folios)</a:t>
          </a:r>
          <a:endParaRPr lang="es-ES_tradnl" sz="2400" noProof="0" dirty="0">
            <a:solidFill>
              <a:schemeClr val="tx1"/>
            </a:solidFill>
          </a:endParaRPr>
        </a:p>
      </dgm:t>
    </dgm:pt>
    <dgm:pt modelId="{F9F9DFBF-3217-8942-8DCE-FBB9F202B923}" type="parTrans" cxnId="{5EC92D76-5C57-274F-98B9-7D875AA4B215}">
      <dgm:prSet/>
      <dgm:spPr/>
      <dgm:t>
        <a:bodyPr/>
        <a:lstStyle/>
        <a:p>
          <a:endParaRPr lang="en-US" sz="1800">
            <a:solidFill>
              <a:sysClr val="windowText" lastClr="000000"/>
            </a:solidFill>
          </a:endParaRPr>
        </a:p>
      </dgm:t>
    </dgm:pt>
    <dgm:pt modelId="{CB3DD009-4138-2C4C-ACB9-162D13109AEF}" type="sibTrans" cxnId="{5EC92D76-5C57-274F-98B9-7D875AA4B215}">
      <dgm:prSet custT="1"/>
      <dgm:spPr>
        <a:ln>
          <a:solidFill>
            <a:schemeClr val="tx1"/>
          </a:solidFill>
        </a:ln>
      </dgm:spPr>
      <dgm:t>
        <a:bodyPr/>
        <a:lstStyle/>
        <a:p>
          <a:endParaRPr lang="es-ES_tradnl" sz="1800" noProof="0" dirty="0">
            <a:solidFill>
              <a:sysClr val="windowText" lastClr="000000"/>
            </a:solidFill>
          </a:endParaRPr>
        </a:p>
      </dgm:t>
    </dgm:pt>
    <dgm:pt modelId="{AA02D4DE-2A12-8849-8AD1-29365FA60AF6}">
      <dgm:prSet phldrT="[Text]" custT="1"/>
      <dgm:spPr>
        <a:gradFill flip="none" rotWithShape="1">
          <a:gsLst>
            <a:gs pos="0">
              <a:schemeClr val="accent2">
                <a:lumMod val="0"/>
                <a:lumOff val="100000"/>
              </a:schemeClr>
            </a:gs>
            <a:gs pos="0">
              <a:schemeClr val="accent2">
                <a:lumMod val="0"/>
                <a:lumOff val="100000"/>
              </a:schemeClr>
            </a:gs>
            <a:gs pos="100000">
              <a:schemeClr val="accent2">
                <a:lumMod val="100000"/>
              </a:schemeClr>
            </a:gs>
          </a:gsLst>
          <a:path path="circle">
            <a:fillToRect l="50000" t="50000" r="50000" b="50000"/>
          </a:path>
          <a:tileRect/>
        </a:gradFill>
        <a:ln>
          <a:solidFill>
            <a:schemeClr val="tx1"/>
          </a:solidFill>
        </a:ln>
      </dgm:spPr>
      <dgm:t>
        <a:bodyPr anchor="t"/>
        <a:lstStyle/>
        <a:p>
          <a:r>
            <a:rPr lang="es-ES_tradnl" sz="2000" noProof="0" dirty="0">
              <a:solidFill>
                <a:schemeClr val="tx1"/>
              </a:solidFill>
            </a:rPr>
            <a:t>Reconocimiento óptico de caracteres </a:t>
          </a:r>
          <a:br>
            <a:rPr lang="es-ES_tradnl" sz="2000" noProof="0" dirty="0">
              <a:solidFill>
                <a:schemeClr val="tx1"/>
              </a:solidFill>
            </a:rPr>
          </a:br>
          <a:r>
            <a:rPr lang="en-CA" sz="1600" i="1" noProof="0" dirty="0">
              <a:solidFill>
                <a:schemeClr val="tx1"/>
              </a:solidFill>
            </a:rPr>
            <a:t>Optical music recognition (OMR)</a:t>
          </a:r>
          <a:endParaRPr lang="es-ES_tradnl" sz="1600" i="1" noProof="0" dirty="0">
            <a:solidFill>
              <a:schemeClr val="tx1"/>
            </a:solidFill>
          </a:endParaRPr>
        </a:p>
      </dgm:t>
    </dgm:pt>
    <dgm:pt modelId="{4F368427-DB6B-D449-8EEA-77C07D6A59D7}" type="parTrans" cxnId="{D708BB97-A402-D648-A365-29C097F4B3F8}">
      <dgm:prSet/>
      <dgm:spPr/>
      <dgm:t>
        <a:bodyPr/>
        <a:lstStyle/>
        <a:p>
          <a:endParaRPr lang="en-US" sz="1800">
            <a:solidFill>
              <a:sysClr val="windowText" lastClr="000000"/>
            </a:solidFill>
          </a:endParaRPr>
        </a:p>
      </dgm:t>
    </dgm:pt>
    <dgm:pt modelId="{8C4AF120-B6BA-6B45-9776-963853BBF2A1}" type="sibTrans" cxnId="{D708BB97-A402-D648-A365-29C097F4B3F8}">
      <dgm:prSet custT="1"/>
      <dgm:spPr>
        <a:ln>
          <a:solidFill>
            <a:schemeClr val="tx1"/>
          </a:solidFill>
        </a:ln>
      </dgm:spPr>
      <dgm:t>
        <a:bodyPr/>
        <a:lstStyle/>
        <a:p>
          <a:endParaRPr lang="es-ES_tradnl" sz="1800" noProof="0" dirty="0">
            <a:solidFill>
              <a:sysClr val="windowText" lastClr="000000"/>
            </a:solidFill>
          </a:endParaRPr>
        </a:p>
      </dgm:t>
    </dgm:pt>
    <dgm:pt modelId="{75C29F42-EF01-D94E-A22B-8E54C5A045F2}">
      <dgm:prSet phldrT="[Text]" custT="1"/>
      <dgm:spPr>
        <a:gradFill flip="none" rotWithShape="1">
          <a:gsLst>
            <a:gs pos="0">
              <a:schemeClr val="accent2">
                <a:lumMod val="0"/>
                <a:lumOff val="100000"/>
              </a:schemeClr>
            </a:gs>
            <a:gs pos="0">
              <a:schemeClr val="accent2">
                <a:lumMod val="0"/>
                <a:lumOff val="100000"/>
              </a:schemeClr>
            </a:gs>
            <a:gs pos="100000">
              <a:schemeClr val="accent2">
                <a:lumMod val="100000"/>
              </a:schemeClr>
            </a:gs>
          </a:gsLst>
          <a:path path="circle">
            <a:fillToRect l="50000" t="50000" r="50000" b="50000"/>
          </a:path>
          <a:tileRect/>
        </a:gradFill>
        <a:ln>
          <a:solidFill>
            <a:schemeClr val="tx1"/>
          </a:solidFill>
        </a:ln>
      </dgm:spPr>
      <dgm:t>
        <a:bodyPr anchor="t"/>
        <a:lstStyle/>
        <a:p>
          <a:r>
            <a:rPr lang="es-ES_tradnl" sz="1900" b="0" noProof="0" dirty="0">
              <a:solidFill>
                <a:schemeClr val="tx1"/>
              </a:solidFill>
            </a:rPr>
            <a:t>Alineamiento automático de voces en partitura </a:t>
          </a:r>
          <a:br>
            <a:rPr lang="es-ES_tradnl" sz="2000" b="0" noProof="0" dirty="0">
              <a:solidFill>
                <a:schemeClr val="tx1"/>
              </a:solidFill>
            </a:rPr>
          </a:br>
          <a:r>
            <a:rPr lang="es-ES_tradnl" sz="1400" b="0" noProof="0" dirty="0">
              <a:solidFill>
                <a:schemeClr val="tx1"/>
              </a:solidFill>
            </a:rPr>
            <a:t>interpretación de la notación mensural</a:t>
          </a:r>
        </a:p>
        <a:p>
          <a:r>
            <a:rPr lang="es-ES_tradnl" sz="1900" b="0" noProof="0" dirty="0">
              <a:solidFill>
                <a:schemeClr val="tx1"/>
              </a:solidFill>
            </a:rPr>
            <a:t>y correcciones editoriales</a:t>
          </a:r>
        </a:p>
      </dgm:t>
    </dgm:pt>
    <dgm:pt modelId="{BA29F313-BA93-764E-B6E1-67B3983BCAD6}" type="parTrans" cxnId="{6FDF7142-3F7B-BB4C-B33A-BCB054697DBC}">
      <dgm:prSet/>
      <dgm:spPr/>
      <dgm:t>
        <a:bodyPr/>
        <a:lstStyle/>
        <a:p>
          <a:endParaRPr lang="en-US" sz="1800">
            <a:solidFill>
              <a:sysClr val="windowText" lastClr="000000"/>
            </a:solidFill>
          </a:endParaRPr>
        </a:p>
      </dgm:t>
    </dgm:pt>
    <dgm:pt modelId="{52814F33-96C4-0741-A3D3-92B7B7216D3F}" type="sibTrans" cxnId="{6FDF7142-3F7B-BB4C-B33A-BCB054697DBC}">
      <dgm:prSet/>
      <dgm:spPr/>
      <dgm:t>
        <a:bodyPr/>
        <a:lstStyle/>
        <a:p>
          <a:endParaRPr lang="en-US" sz="1800">
            <a:solidFill>
              <a:sysClr val="windowText" lastClr="000000"/>
            </a:solidFill>
          </a:endParaRPr>
        </a:p>
      </dgm:t>
    </dgm:pt>
    <dgm:pt modelId="{FEE11D25-5B4E-2240-925C-B2DC0B815242}" type="pres">
      <dgm:prSet presAssocID="{75D2C57A-7698-B94E-A457-2F35A07B430D}" presName="Name0" presStyleCnt="0">
        <dgm:presLayoutVars>
          <dgm:dir/>
          <dgm:resizeHandles val="exact"/>
        </dgm:presLayoutVars>
      </dgm:prSet>
      <dgm:spPr/>
    </dgm:pt>
    <dgm:pt modelId="{17EC5AAF-99FB-0C4C-A0C6-66C5F76B4100}" type="pres">
      <dgm:prSet presAssocID="{126814F1-1B57-494E-9E73-B154F5BC1285}" presName="node" presStyleLbl="node1" presStyleIdx="0" presStyleCnt="3" custScaleX="51260" custScaleY="88803">
        <dgm:presLayoutVars>
          <dgm:bulletEnabled val="1"/>
        </dgm:presLayoutVars>
      </dgm:prSet>
      <dgm:spPr/>
    </dgm:pt>
    <dgm:pt modelId="{C367C251-D94F-FB46-A8E4-FB01D56875CE}" type="pres">
      <dgm:prSet presAssocID="{CB3DD009-4138-2C4C-ACB9-162D13109AEF}" presName="sibTrans" presStyleLbl="sibTrans2D1" presStyleIdx="0" presStyleCnt="2" custScaleX="158383"/>
      <dgm:spPr/>
    </dgm:pt>
    <dgm:pt modelId="{52B825F4-493C-8C4C-8A70-4C48E17EEA68}" type="pres">
      <dgm:prSet presAssocID="{CB3DD009-4138-2C4C-ACB9-162D13109AEF}" presName="connectorText" presStyleLbl="sibTrans2D1" presStyleIdx="0" presStyleCnt="2"/>
      <dgm:spPr/>
    </dgm:pt>
    <dgm:pt modelId="{92A7E2E0-1DEF-9646-A740-5D1F7FA0FF57}" type="pres">
      <dgm:prSet presAssocID="{AA02D4DE-2A12-8849-8AD1-29365FA60AF6}" presName="node" presStyleLbl="node1" presStyleIdx="1" presStyleCnt="3" custScaleX="81465" custScaleY="88803" custLinFactNeighborX="-22656" custLinFactNeighborY="375">
        <dgm:presLayoutVars>
          <dgm:bulletEnabled val="1"/>
        </dgm:presLayoutVars>
      </dgm:prSet>
      <dgm:spPr/>
    </dgm:pt>
    <dgm:pt modelId="{6F39438B-7E43-6B48-B876-12D81D920516}" type="pres">
      <dgm:prSet presAssocID="{8C4AF120-B6BA-6B45-9776-963853BBF2A1}" presName="sibTrans" presStyleLbl="sibTrans2D1" presStyleIdx="1" presStyleCnt="2" custScaleX="160840" custLinFactNeighborX="-268" custLinFactNeighborY="-3695"/>
      <dgm:spPr/>
    </dgm:pt>
    <dgm:pt modelId="{20531A56-B194-494F-B981-A381F017986F}" type="pres">
      <dgm:prSet presAssocID="{8C4AF120-B6BA-6B45-9776-963853BBF2A1}" presName="connectorText" presStyleLbl="sibTrans2D1" presStyleIdx="1" presStyleCnt="2"/>
      <dgm:spPr/>
    </dgm:pt>
    <dgm:pt modelId="{A974DA16-2941-9B45-AE05-99C10BB1617F}" type="pres">
      <dgm:prSet presAssocID="{75C29F42-EF01-D94E-A22B-8E54C5A045F2}" presName="node" presStyleLbl="node1" presStyleIdx="2" presStyleCnt="3" custScaleX="89049" custScaleY="88803" custLinFactNeighborX="-45700" custLinFactNeighborY="2242">
        <dgm:presLayoutVars>
          <dgm:bulletEnabled val="1"/>
        </dgm:presLayoutVars>
      </dgm:prSet>
      <dgm:spPr/>
    </dgm:pt>
  </dgm:ptLst>
  <dgm:cxnLst>
    <dgm:cxn modelId="{BCDD2713-FA07-6546-B659-3615B008A9D2}" type="presOf" srcId="{126814F1-1B57-494E-9E73-B154F5BC1285}" destId="{17EC5AAF-99FB-0C4C-A0C6-66C5F76B4100}" srcOrd="0" destOrd="0" presId="urn:microsoft.com/office/officeart/2005/8/layout/process1"/>
    <dgm:cxn modelId="{30A9B022-DE9C-7B4D-9009-E8A88A6CF50F}" type="presOf" srcId="{75D2C57A-7698-B94E-A457-2F35A07B430D}" destId="{FEE11D25-5B4E-2240-925C-B2DC0B815242}" srcOrd="0" destOrd="0" presId="urn:microsoft.com/office/officeart/2005/8/layout/process1"/>
    <dgm:cxn modelId="{00AB8427-3D70-AF40-B9C7-A7E37CABD047}" type="presOf" srcId="{CB3DD009-4138-2C4C-ACB9-162D13109AEF}" destId="{52B825F4-493C-8C4C-8A70-4C48E17EEA68}" srcOrd="1" destOrd="0" presId="urn:microsoft.com/office/officeart/2005/8/layout/process1"/>
    <dgm:cxn modelId="{6FDF7142-3F7B-BB4C-B33A-BCB054697DBC}" srcId="{75D2C57A-7698-B94E-A457-2F35A07B430D}" destId="{75C29F42-EF01-D94E-A22B-8E54C5A045F2}" srcOrd="2" destOrd="0" parTransId="{BA29F313-BA93-764E-B6E1-67B3983BCAD6}" sibTransId="{52814F33-96C4-0741-A3D3-92B7B7216D3F}"/>
    <dgm:cxn modelId="{B4B4175C-D6E2-DA47-A403-F072F7836483}" type="presOf" srcId="{CB3DD009-4138-2C4C-ACB9-162D13109AEF}" destId="{C367C251-D94F-FB46-A8E4-FB01D56875CE}" srcOrd="0" destOrd="0" presId="urn:microsoft.com/office/officeart/2005/8/layout/process1"/>
    <dgm:cxn modelId="{1BBF056D-D6F4-3E4C-B64F-F9D8ECC737D4}" type="presOf" srcId="{8C4AF120-B6BA-6B45-9776-963853BBF2A1}" destId="{20531A56-B194-494F-B981-A381F017986F}" srcOrd="1" destOrd="0" presId="urn:microsoft.com/office/officeart/2005/8/layout/process1"/>
    <dgm:cxn modelId="{5EC92D76-5C57-274F-98B9-7D875AA4B215}" srcId="{75D2C57A-7698-B94E-A457-2F35A07B430D}" destId="{126814F1-1B57-494E-9E73-B154F5BC1285}" srcOrd="0" destOrd="0" parTransId="{F9F9DFBF-3217-8942-8DCE-FBB9F202B923}" sibTransId="{CB3DD009-4138-2C4C-ACB9-162D13109AEF}"/>
    <dgm:cxn modelId="{D708BB97-A402-D648-A365-29C097F4B3F8}" srcId="{75D2C57A-7698-B94E-A457-2F35A07B430D}" destId="{AA02D4DE-2A12-8849-8AD1-29365FA60AF6}" srcOrd="1" destOrd="0" parTransId="{4F368427-DB6B-D449-8EEA-77C07D6A59D7}" sibTransId="{8C4AF120-B6BA-6B45-9776-963853BBF2A1}"/>
    <dgm:cxn modelId="{738152BC-37FD-B04B-8B0C-48722D57FC87}" type="presOf" srcId="{AA02D4DE-2A12-8849-8AD1-29365FA60AF6}" destId="{92A7E2E0-1DEF-9646-A740-5D1F7FA0FF57}" srcOrd="0" destOrd="0" presId="urn:microsoft.com/office/officeart/2005/8/layout/process1"/>
    <dgm:cxn modelId="{D9BACDCD-8EBD-7E49-9C7F-C5AA7B9CB2B1}" type="presOf" srcId="{8C4AF120-B6BA-6B45-9776-963853BBF2A1}" destId="{6F39438B-7E43-6B48-B876-12D81D920516}" srcOrd="0" destOrd="0" presId="urn:microsoft.com/office/officeart/2005/8/layout/process1"/>
    <dgm:cxn modelId="{F5551CFC-F7B2-F444-BB75-A60DCB492640}" type="presOf" srcId="{75C29F42-EF01-D94E-A22B-8E54C5A045F2}" destId="{A974DA16-2941-9B45-AE05-99C10BB1617F}" srcOrd="0" destOrd="0" presId="urn:microsoft.com/office/officeart/2005/8/layout/process1"/>
    <dgm:cxn modelId="{42C1EE5D-373F-414D-9FD0-11965207E860}" type="presParOf" srcId="{FEE11D25-5B4E-2240-925C-B2DC0B815242}" destId="{17EC5AAF-99FB-0C4C-A0C6-66C5F76B4100}" srcOrd="0" destOrd="0" presId="urn:microsoft.com/office/officeart/2005/8/layout/process1"/>
    <dgm:cxn modelId="{D8EA9B97-5827-7646-AA09-9D74E0CB0932}" type="presParOf" srcId="{FEE11D25-5B4E-2240-925C-B2DC0B815242}" destId="{C367C251-D94F-FB46-A8E4-FB01D56875CE}" srcOrd="1" destOrd="0" presId="urn:microsoft.com/office/officeart/2005/8/layout/process1"/>
    <dgm:cxn modelId="{9C42E617-2603-134C-AEE5-7D97CFDCF68C}" type="presParOf" srcId="{C367C251-D94F-FB46-A8E4-FB01D56875CE}" destId="{52B825F4-493C-8C4C-8A70-4C48E17EEA68}" srcOrd="0" destOrd="0" presId="urn:microsoft.com/office/officeart/2005/8/layout/process1"/>
    <dgm:cxn modelId="{660D0D5C-20F7-784C-B524-0BACB6F6C4DD}" type="presParOf" srcId="{FEE11D25-5B4E-2240-925C-B2DC0B815242}" destId="{92A7E2E0-1DEF-9646-A740-5D1F7FA0FF57}" srcOrd="2" destOrd="0" presId="urn:microsoft.com/office/officeart/2005/8/layout/process1"/>
    <dgm:cxn modelId="{49B1615B-B41F-2441-8202-633E48C6C899}" type="presParOf" srcId="{FEE11D25-5B4E-2240-925C-B2DC0B815242}" destId="{6F39438B-7E43-6B48-B876-12D81D920516}" srcOrd="3" destOrd="0" presId="urn:microsoft.com/office/officeart/2005/8/layout/process1"/>
    <dgm:cxn modelId="{AFDF88CC-8ED7-5A47-B3B2-D885E4489F34}" type="presParOf" srcId="{6F39438B-7E43-6B48-B876-12D81D920516}" destId="{20531A56-B194-494F-B981-A381F017986F}" srcOrd="0" destOrd="0" presId="urn:microsoft.com/office/officeart/2005/8/layout/process1"/>
    <dgm:cxn modelId="{1698164E-A4B9-BE4E-B8A1-BCFF65DFBB95}" type="presParOf" srcId="{FEE11D25-5B4E-2240-925C-B2DC0B815242}" destId="{A974DA16-2941-9B45-AE05-99C10BB1617F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75D2C57A-7698-B94E-A457-2F35A07B430D}" type="doc">
      <dgm:prSet loTypeId="urn:microsoft.com/office/officeart/2005/8/layout/process1" loCatId="" qsTypeId="urn:microsoft.com/office/officeart/2005/8/quickstyle/simple2" qsCatId="simple" csTypeId="urn:microsoft.com/office/officeart/2005/8/colors/accent0_2" csCatId="mainScheme" phldr="1"/>
      <dgm:spPr/>
    </dgm:pt>
    <dgm:pt modelId="{126814F1-1B57-494E-9E73-B154F5BC1285}">
      <dgm:prSet phldrT="[Text]" custT="1"/>
      <dgm:spPr>
        <a:gradFill flip="none" rotWithShape="1">
          <a:gsLst>
            <a:gs pos="0">
              <a:schemeClr val="accent6">
                <a:lumMod val="0"/>
                <a:lumOff val="100000"/>
              </a:schemeClr>
            </a:gs>
            <a:gs pos="0">
              <a:schemeClr val="accent6">
                <a:lumMod val="0"/>
                <a:lumOff val="100000"/>
              </a:schemeClr>
            </a:gs>
            <a:gs pos="100000">
              <a:schemeClr val="accent6">
                <a:lumMod val="100000"/>
              </a:schemeClr>
            </a:gs>
          </a:gsLst>
          <a:path path="circle">
            <a:fillToRect l="50000" t="50000" r="50000" b="50000"/>
          </a:path>
          <a:tileRect/>
        </a:gradFill>
        <a:ln>
          <a:solidFill>
            <a:schemeClr val="tx1"/>
          </a:solidFill>
        </a:ln>
      </dgm:spPr>
      <dgm:t>
        <a:bodyPr anchor="t"/>
        <a:lstStyle/>
        <a:p>
          <a:r>
            <a:rPr lang="es-ES_tradnl" sz="2000" noProof="0" dirty="0">
              <a:solidFill>
                <a:schemeClr val="tx1"/>
              </a:solidFill>
            </a:rPr>
            <a:t>Digitalización </a:t>
          </a:r>
          <a:r>
            <a:rPr lang="es-ES_tradnl" sz="1600" noProof="0" dirty="0">
              <a:solidFill>
                <a:schemeClr val="tx1"/>
              </a:solidFill>
            </a:rPr>
            <a:t>(fotografiar folios)</a:t>
          </a:r>
          <a:endParaRPr lang="es-ES_tradnl" sz="2400" noProof="0" dirty="0">
            <a:solidFill>
              <a:schemeClr val="tx1"/>
            </a:solidFill>
          </a:endParaRPr>
        </a:p>
      </dgm:t>
    </dgm:pt>
    <dgm:pt modelId="{F9F9DFBF-3217-8942-8DCE-FBB9F202B923}" type="parTrans" cxnId="{5EC92D76-5C57-274F-98B9-7D875AA4B215}">
      <dgm:prSet/>
      <dgm:spPr/>
      <dgm:t>
        <a:bodyPr/>
        <a:lstStyle/>
        <a:p>
          <a:endParaRPr lang="en-US" sz="1800">
            <a:solidFill>
              <a:sysClr val="windowText" lastClr="000000"/>
            </a:solidFill>
          </a:endParaRPr>
        </a:p>
      </dgm:t>
    </dgm:pt>
    <dgm:pt modelId="{CB3DD009-4138-2C4C-ACB9-162D13109AEF}" type="sibTrans" cxnId="{5EC92D76-5C57-274F-98B9-7D875AA4B215}">
      <dgm:prSet custT="1"/>
      <dgm:spPr>
        <a:ln>
          <a:solidFill>
            <a:schemeClr val="tx1"/>
          </a:solidFill>
        </a:ln>
      </dgm:spPr>
      <dgm:t>
        <a:bodyPr/>
        <a:lstStyle/>
        <a:p>
          <a:endParaRPr lang="es-ES_tradnl" sz="1800" noProof="0" dirty="0">
            <a:solidFill>
              <a:sysClr val="windowText" lastClr="000000"/>
            </a:solidFill>
          </a:endParaRPr>
        </a:p>
      </dgm:t>
    </dgm:pt>
    <dgm:pt modelId="{AA02D4DE-2A12-8849-8AD1-29365FA60AF6}">
      <dgm:prSet phldrT="[Text]" custT="1"/>
      <dgm:spPr>
        <a:gradFill flip="none" rotWithShape="1">
          <a:gsLst>
            <a:gs pos="0">
              <a:schemeClr val="accent2">
                <a:lumMod val="0"/>
                <a:lumOff val="100000"/>
              </a:schemeClr>
            </a:gs>
            <a:gs pos="0">
              <a:schemeClr val="accent2">
                <a:lumMod val="0"/>
                <a:lumOff val="100000"/>
              </a:schemeClr>
            </a:gs>
            <a:gs pos="100000">
              <a:schemeClr val="accent2">
                <a:lumMod val="100000"/>
              </a:schemeClr>
            </a:gs>
          </a:gsLst>
          <a:path path="circle">
            <a:fillToRect l="50000" t="50000" r="50000" b="50000"/>
          </a:path>
          <a:tileRect/>
        </a:gradFill>
        <a:ln>
          <a:solidFill>
            <a:schemeClr val="tx1"/>
          </a:solidFill>
        </a:ln>
      </dgm:spPr>
      <dgm:t>
        <a:bodyPr anchor="t"/>
        <a:lstStyle/>
        <a:p>
          <a:r>
            <a:rPr lang="es-ES_tradnl" sz="2000" noProof="0" dirty="0">
              <a:solidFill>
                <a:schemeClr val="tx1"/>
              </a:solidFill>
            </a:rPr>
            <a:t>Reconocimiento óptico de caracteres </a:t>
          </a:r>
          <a:br>
            <a:rPr lang="es-ES_tradnl" sz="2000" noProof="0" dirty="0">
              <a:solidFill>
                <a:schemeClr val="tx1"/>
              </a:solidFill>
            </a:rPr>
          </a:br>
          <a:r>
            <a:rPr lang="en-CA" sz="1600" i="1" noProof="0" dirty="0">
              <a:solidFill>
                <a:schemeClr val="tx1"/>
              </a:solidFill>
            </a:rPr>
            <a:t>Optical music recognition (OMR)</a:t>
          </a:r>
          <a:endParaRPr lang="es-ES_tradnl" sz="1600" i="1" noProof="0" dirty="0">
            <a:solidFill>
              <a:schemeClr val="tx1"/>
            </a:solidFill>
          </a:endParaRPr>
        </a:p>
      </dgm:t>
    </dgm:pt>
    <dgm:pt modelId="{4F368427-DB6B-D449-8EEA-77C07D6A59D7}" type="parTrans" cxnId="{D708BB97-A402-D648-A365-29C097F4B3F8}">
      <dgm:prSet/>
      <dgm:spPr/>
      <dgm:t>
        <a:bodyPr/>
        <a:lstStyle/>
        <a:p>
          <a:endParaRPr lang="en-US" sz="1800">
            <a:solidFill>
              <a:sysClr val="windowText" lastClr="000000"/>
            </a:solidFill>
          </a:endParaRPr>
        </a:p>
      </dgm:t>
    </dgm:pt>
    <dgm:pt modelId="{8C4AF120-B6BA-6B45-9776-963853BBF2A1}" type="sibTrans" cxnId="{D708BB97-A402-D648-A365-29C097F4B3F8}">
      <dgm:prSet custT="1"/>
      <dgm:spPr>
        <a:ln>
          <a:solidFill>
            <a:schemeClr val="tx1"/>
          </a:solidFill>
        </a:ln>
      </dgm:spPr>
      <dgm:t>
        <a:bodyPr/>
        <a:lstStyle/>
        <a:p>
          <a:endParaRPr lang="es-ES_tradnl" sz="1800" noProof="0" dirty="0">
            <a:solidFill>
              <a:sysClr val="windowText" lastClr="000000"/>
            </a:solidFill>
          </a:endParaRPr>
        </a:p>
      </dgm:t>
    </dgm:pt>
    <dgm:pt modelId="{75C29F42-EF01-D94E-A22B-8E54C5A045F2}">
      <dgm:prSet phldrT="[Text]" custT="1"/>
      <dgm:spPr>
        <a:gradFill flip="none" rotWithShape="1">
          <a:gsLst>
            <a:gs pos="0">
              <a:schemeClr val="accent2">
                <a:lumMod val="0"/>
                <a:lumOff val="100000"/>
              </a:schemeClr>
            </a:gs>
            <a:gs pos="0">
              <a:schemeClr val="accent2">
                <a:lumMod val="0"/>
                <a:lumOff val="100000"/>
              </a:schemeClr>
            </a:gs>
            <a:gs pos="100000">
              <a:schemeClr val="accent2">
                <a:lumMod val="100000"/>
              </a:schemeClr>
            </a:gs>
          </a:gsLst>
          <a:path path="circle">
            <a:fillToRect l="50000" t="50000" r="50000" b="50000"/>
          </a:path>
          <a:tileRect/>
        </a:gradFill>
        <a:ln>
          <a:solidFill>
            <a:schemeClr val="tx1"/>
          </a:solidFill>
        </a:ln>
      </dgm:spPr>
      <dgm:t>
        <a:bodyPr anchor="t"/>
        <a:lstStyle/>
        <a:p>
          <a:r>
            <a:rPr lang="es-ES_tradnl" sz="1900" b="0" noProof="0" dirty="0">
              <a:solidFill>
                <a:schemeClr val="tx1"/>
              </a:solidFill>
            </a:rPr>
            <a:t>Alineamiento automático de voces en partitura </a:t>
          </a:r>
          <a:br>
            <a:rPr lang="es-ES_tradnl" sz="2000" b="0" noProof="0" dirty="0">
              <a:solidFill>
                <a:schemeClr val="tx1"/>
              </a:solidFill>
            </a:rPr>
          </a:br>
          <a:r>
            <a:rPr lang="es-ES_tradnl" sz="1400" b="0" noProof="0" dirty="0">
              <a:solidFill>
                <a:schemeClr val="tx1"/>
              </a:solidFill>
            </a:rPr>
            <a:t>interpretación de la notación mensural</a:t>
          </a:r>
        </a:p>
        <a:p>
          <a:r>
            <a:rPr lang="es-ES_tradnl" sz="1900" b="1" noProof="0" dirty="0">
              <a:solidFill>
                <a:schemeClr val="tx1"/>
              </a:solidFill>
              <a:highlight>
                <a:srgbClr val="ED7D31"/>
              </a:highlight>
            </a:rPr>
            <a:t>y correcciones editoriales</a:t>
          </a:r>
        </a:p>
      </dgm:t>
    </dgm:pt>
    <dgm:pt modelId="{BA29F313-BA93-764E-B6E1-67B3983BCAD6}" type="parTrans" cxnId="{6FDF7142-3F7B-BB4C-B33A-BCB054697DBC}">
      <dgm:prSet/>
      <dgm:spPr/>
      <dgm:t>
        <a:bodyPr/>
        <a:lstStyle/>
        <a:p>
          <a:endParaRPr lang="en-US" sz="1800">
            <a:solidFill>
              <a:sysClr val="windowText" lastClr="000000"/>
            </a:solidFill>
          </a:endParaRPr>
        </a:p>
      </dgm:t>
    </dgm:pt>
    <dgm:pt modelId="{52814F33-96C4-0741-A3D3-92B7B7216D3F}" type="sibTrans" cxnId="{6FDF7142-3F7B-BB4C-B33A-BCB054697DBC}">
      <dgm:prSet/>
      <dgm:spPr/>
      <dgm:t>
        <a:bodyPr/>
        <a:lstStyle/>
        <a:p>
          <a:endParaRPr lang="en-US" sz="1800">
            <a:solidFill>
              <a:sysClr val="windowText" lastClr="000000"/>
            </a:solidFill>
          </a:endParaRPr>
        </a:p>
      </dgm:t>
    </dgm:pt>
    <dgm:pt modelId="{FEE11D25-5B4E-2240-925C-B2DC0B815242}" type="pres">
      <dgm:prSet presAssocID="{75D2C57A-7698-B94E-A457-2F35A07B430D}" presName="Name0" presStyleCnt="0">
        <dgm:presLayoutVars>
          <dgm:dir/>
          <dgm:resizeHandles val="exact"/>
        </dgm:presLayoutVars>
      </dgm:prSet>
      <dgm:spPr/>
    </dgm:pt>
    <dgm:pt modelId="{17EC5AAF-99FB-0C4C-A0C6-66C5F76B4100}" type="pres">
      <dgm:prSet presAssocID="{126814F1-1B57-494E-9E73-B154F5BC1285}" presName="node" presStyleLbl="node1" presStyleIdx="0" presStyleCnt="3" custScaleX="51260" custScaleY="88803">
        <dgm:presLayoutVars>
          <dgm:bulletEnabled val="1"/>
        </dgm:presLayoutVars>
      </dgm:prSet>
      <dgm:spPr/>
    </dgm:pt>
    <dgm:pt modelId="{C367C251-D94F-FB46-A8E4-FB01D56875CE}" type="pres">
      <dgm:prSet presAssocID="{CB3DD009-4138-2C4C-ACB9-162D13109AEF}" presName="sibTrans" presStyleLbl="sibTrans2D1" presStyleIdx="0" presStyleCnt="2" custScaleX="158383"/>
      <dgm:spPr/>
    </dgm:pt>
    <dgm:pt modelId="{52B825F4-493C-8C4C-8A70-4C48E17EEA68}" type="pres">
      <dgm:prSet presAssocID="{CB3DD009-4138-2C4C-ACB9-162D13109AEF}" presName="connectorText" presStyleLbl="sibTrans2D1" presStyleIdx="0" presStyleCnt="2"/>
      <dgm:spPr/>
    </dgm:pt>
    <dgm:pt modelId="{92A7E2E0-1DEF-9646-A740-5D1F7FA0FF57}" type="pres">
      <dgm:prSet presAssocID="{AA02D4DE-2A12-8849-8AD1-29365FA60AF6}" presName="node" presStyleLbl="node1" presStyleIdx="1" presStyleCnt="3" custScaleX="81465" custScaleY="88803" custLinFactNeighborX="-22656" custLinFactNeighborY="375">
        <dgm:presLayoutVars>
          <dgm:bulletEnabled val="1"/>
        </dgm:presLayoutVars>
      </dgm:prSet>
      <dgm:spPr/>
    </dgm:pt>
    <dgm:pt modelId="{6F39438B-7E43-6B48-B876-12D81D920516}" type="pres">
      <dgm:prSet presAssocID="{8C4AF120-B6BA-6B45-9776-963853BBF2A1}" presName="sibTrans" presStyleLbl="sibTrans2D1" presStyleIdx="1" presStyleCnt="2" custScaleX="160840" custLinFactNeighborX="-268" custLinFactNeighborY="-3695"/>
      <dgm:spPr/>
    </dgm:pt>
    <dgm:pt modelId="{20531A56-B194-494F-B981-A381F017986F}" type="pres">
      <dgm:prSet presAssocID="{8C4AF120-B6BA-6B45-9776-963853BBF2A1}" presName="connectorText" presStyleLbl="sibTrans2D1" presStyleIdx="1" presStyleCnt="2"/>
      <dgm:spPr/>
    </dgm:pt>
    <dgm:pt modelId="{A974DA16-2941-9B45-AE05-99C10BB1617F}" type="pres">
      <dgm:prSet presAssocID="{75C29F42-EF01-D94E-A22B-8E54C5A045F2}" presName="node" presStyleLbl="node1" presStyleIdx="2" presStyleCnt="3" custScaleX="89049" custScaleY="88803" custLinFactNeighborX="-45700" custLinFactNeighborY="2242">
        <dgm:presLayoutVars>
          <dgm:bulletEnabled val="1"/>
        </dgm:presLayoutVars>
      </dgm:prSet>
      <dgm:spPr/>
    </dgm:pt>
  </dgm:ptLst>
  <dgm:cxnLst>
    <dgm:cxn modelId="{BCDD2713-FA07-6546-B659-3615B008A9D2}" type="presOf" srcId="{126814F1-1B57-494E-9E73-B154F5BC1285}" destId="{17EC5AAF-99FB-0C4C-A0C6-66C5F76B4100}" srcOrd="0" destOrd="0" presId="urn:microsoft.com/office/officeart/2005/8/layout/process1"/>
    <dgm:cxn modelId="{30A9B022-DE9C-7B4D-9009-E8A88A6CF50F}" type="presOf" srcId="{75D2C57A-7698-B94E-A457-2F35A07B430D}" destId="{FEE11D25-5B4E-2240-925C-B2DC0B815242}" srcOrd="0" destOrd="0" presId="urn:microsoft.com/office/officeart/2005/8/layout/process1"/>
    <dgm:cxn modelId="{00AB8427-3D70-AF40-B9C7-A7E37CABD047}" type="presOf" srcId="{CB3DD009-4138-2C4C-ACB9-162D13109AEF}" destId="{52B825F4-493C-8C4C-8A70-4C48E17EEA68}" srcOrd="1" destOrd="0" presId="urn:microsoft.com/office/officeart/2005/8/layout/process1"/>
    <dgm:cxn modelId="{6FDF7142-3F7B-BB4C-B33A-BCB054697DBC}" srcId="{75D2C57A-7698-B94E-A457-2F35A07B430D}" destId="{75C29F42-EF01-D94E-A22B-8E54C5A045F2}" srcOrd="2" destOrd="0" parTransId="{BA29F313-BA93-764E-B6E1-67B3983BCAD6}" sibTransId="{52814F33-96C4-0741-A3D3-92B7B7216D3F}"/>
    <dgm:cxn modelId="{B4B4175C-D6E2-DA47-A403-F072F7836483}" type="presOf" srcId="{CB3DD009-4138-2C4C-ACB9-162D13109AEF}" destId="{C367C251-D94F-FB46-A8E4-FB01D56875CE}" srcOrd="0" destOrd="0" presId="urn:microsoft.com/office/officeart/2005/8/layout/process1"/>
    <dgm:cxn modelId="{1BBF056D-D6F4-3E4C-B64F-F9D8ECC737D4}" type="presOf" srcId="{8C4AF120-B6BA-6B45-9776-963853BBF2A1}" destId="{20531A56-B194-494F-B981-A381F017986F}" srcOrd="1" destOrd="0" presId="urn:microsoft.com/office/officeart/2005/8/layout/process1"/>
    <dgm:cxn modelId="{5EC92D76-5C57-274F-98B9-7D875AA4B215}" srcId="{75D2C57A-7698-B94E-A457-2F35A07B430D}" destId="{126814F1-1B57-494E-9E73-B154F5BC1285}" srcOrd="0" destOrd="0" parTransId="{F9F9DFBF-3217-8942-8DCE-FBB9F202B923}" sibTransId="{CB3DD009-4138-2C4C-ACB9-162D13109AEF}"/>
    <dgm:cxn modelId="{D708BB97-A402-D648-A365-29C097F4B3F8}" srcId="{75D2C57A-7698-B94E-A457-2F35A07B430D}" destId="{AA02D4DE-2A12-8849-8AD1-29365FA60AF6}" srcOrd="1" destOrd="0" parTransId="{4F368427-DB6B-D449-8EEA-77C07D6A59D7}" sibTransId="{8C4AF120-B6BA-6B45-9776-963853BBF2A1}"/>
    <dgm:cxn modelId="{738152BC-37FD-B04B-8B0C-48722D57FC87}" type="presOf" srcId="{AA02D4DE-2A12-8849-8AD1-29365FA60AF6}" destId="{92A7E2E0-1DEF-9646-A740-5D1F7FA0FF57}" srcOrd="0" destOrd="0" presId="urn:microsoft.com/office/officeart/2005/8/layout/process1"/>
    <dgm:cxn modelId="{D9BACDCD-8EBD-7E49-9C7F-C5AA7B9CB2B1}" type="presOf" srcId="{8C4AF120-B6BA-6B45-9776-963853BBF2A1}" destId="{6F39438B-7E43-6B48-B876-12D81D920516}" srcOrd="0" destOrd="0" presId="urn:microsoft.com/office/officeart/2005/8/layout/process1"/>
    <dgm:cxn modelId="{F5551CFC-F7B2-F444-BB75-A60DCB492640}" type="presOf" srcId="{75C29F42-EF01-D94E-A22B-8E54C5A045F2}" destId="{A974DA16-2941-9B45-AE05-99C10BB1617F}" srcOrd="0" destOrd="0" presId="urn:microsoft.com/office/officeart/2005/8/layout/process1"/>
    <dgm:cxn modelId="{42C1EE5D-373F-414D-9FD0-11965207E860}" type="presParOf" srcId="{FEE11D25-5B4E-2240-925C-B2DC0B815242}" destId="{17EC5AAF-99FB-0C4C-A0C6-66C5F76B4100}" srcOrd="0" destOrd="0" presId="urn:microsoft.com/office/officeart/2005/8/layout/process1"/>
    <dgm:cxn modelId="{D8EA9B97-5827-7646-AA09-9D74E0CB0932}" type="presParOf" srcId="{FEE11D25-5B4E-2240-925C-B2DC0B815242}" destId="{C367C251-D94F-FB46-A8E4-FB01D56875CE}" srcOrd="1" destOrd="0" presId="urn:microsoft.com/office/officeart/2005/8/layout/process1"/>
    <dgm:cxn modelId="{9C42E617-2603-134C-AEE5-7D97CFDCF68C}" type="presParOf" srcId="{C367C251-D94F-FB46-A8E4-FB01D56875CE}" destId="{52B825F4-493C-8C4C-8A70-4C48E17EEA68}" srcOrd="0" destOrd="0" presId="urn:microsoft.com/office/officeart/2005/8/layout/process1"/>
    <dgm:cxn modelId="{660D0D5C-20F7-784C-B524-0BACB6F6C4DD}" type="presParOf" srcId="{FEE11D25-5B4E-2240-925C-B2DC0B815242}" destId="{92A7E2E0-1DEF-9646-A740-5D1F7FA0FF57}" srcOrd="2" destOrd="0" presId="urn:microsoft.com/office/officeart/2005/8/layout/process1"/>
    <dgm:cxn modelId="{49B1615B-B41F-2441-8202-633E48C6C899}" type="presParOf" srcId="{FEE11D25-5B4E-2240-925C-B2DC0B815242}" destId="{6F39438B-7E43-6B48-B876-12D81D920516}" srcOrd="3" destOrd="0" presId="urn:microsoft.com/office/officeart/2005/8/layout/process1"/>
    <dgm:cxn modelId="{AFDF88CC-8ED7-5A47-B3B2-D885E4489F34}" type="presParOf" srcId="{6F39438B-7E43-6B48-B876-12D81D920516}" destId="{20531A56-B194-494F-B981-A381F017986F}" srcOrd="0" destOrd="0" presId="urn:microsoft.com/office/officeart/2005/8/layout/process1"/>
    <dgm:cxn modelId="{1698164E-A4B9-BE4E-B8A1-BCFF65DFBB95}" type="presParOf" srcId="{FEE11D25-5B4E-2240-925C-B2DC0B815242}" destId="{A974DA16-2941-9B45-AE05-99C10BB1617F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EC5AAF-99FB-0C4C-A0C6-66C5F76B4100}">
      <dsp:nvSpPr>
        <dsp:cNvPr id="0" name=""/>
        <dsp:cNvSpPr/>
      </dsp:nvSpPr>
      <dsp:spPr>
        <a:xfrm>
          <a:off x="11273" y="0"/>
          <a:ext cx="1971688" cy="1793856"/>
        </a:xfrm>
        <a:prstGeom prst="roundRect">
          <a:avLst>
            <a:gd name="adj" fmla="val 10000"/>
          </a:avLst>
        </a:prstGeom>
        <a:gradFill flip="none" rotWithShape="1">
          <a:gsLst>
            <a:gs pos="0">
              <a:schemeClr val="accent6">
                <a:lumMod val="0"/>
                <a:lumOff val="100000"/>
              </a:schemeClr>
            </a:gs>
            <a:gs pos="0">
              <a:schemeClr val="accent6">
                <a:lumMod val="0"/>
                <a:lumOff val="100000"/>
              </a:schemeClr>
            </a:gs>
            <a:gs pos="100000">
              <a:schemeClr val="accent6">
                <a:lumMod val="100000"/>
              </a:schemeClr>
            </a:gs>
          </a:gsLst>
          <a:path path="circle">
            <a:fillToRect l="50000" t="50000" r="50000" b="50000"/>
          </a:path>
          <a:tileRect/>
        </a:gra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000" kern="1200" noProof="0" dirty="0">
              <a:solidFill>
                <a:schemeClr val="tx1"/>
              </a:solidFill>
            </a:rPr>
            <a:t>Digitalización </a:t>
          </a:r>
          <a:r>
            <a:rPr lang="es-ES_tradnl" sz="1600" kern="1200" noProof="0" dirty="0">
              <a:solidFill>
                <a:schemeClr val="tx1"/>
              </a:solidFill>
            </a:rPr>
            <a:t>(fotografiar folios)</a:t>
          </a:r>
          <a:endParaRPr lang="es-ES_tradnl" sz="2400" kern="1200" noProof="0" dirty="0">
            <a:solidFill>
              <a:schemeClr val="tx1"/>
            </a:solidFill>
          </a:endParaRPr>
        </a:p>
      </dsp:txBody>
      <dsp:txXfrm>
        <a:off x="63813" y="52540"/>
        <a:ext cx="1866608" cy="1688776"/>
      </dsp:txXfrm>
    </dsp:sp>
    <dsp:sp modelId="{C367C251-D94F-FB46-A8E4-FB01D56875CE}">
      <dsp:nvSpPr>
        <dsp:cNvPr id="0" name=""/>
        <dsp:cNvSpPr/>
      </dsp:nvSpPr>
      <dsp:spPr>
        <a:xfrm>
          <a:off x="2108914" y="419968"/>
          <a:ext cx="1109603" cy="953918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_tradnl" sz="1800" kern="1200" noProof="0" dirty="0">
            <a:solidFill>
              <a:sysClr val="windowText" lastClr="000000"/>
            </a:solidFill>
          </a:endParaRPr>
        </a:p>
      </dsp:txBody>
      <dsp:txXfrm>
        <a:off x="2108914" y="610752"/>
        <a:ext cx="823428" cy="572350"/>
      </dsp:txXfrm>
    </dsp:sp>
    <dsp:sp modelId="{92A7E2E0-1DEF-9646-A740-5D1F7FA0FF57}">
      <dsp:nvSpPr>
        <dsp:cNvPr id="0" name=""/>
        <dsp:cNvSpPr/>
      </dsp:nvSpPr>
      <dsp:spPr>
        <a:xfrm>
          <a:off x="3304814" y="0"/>
          <a:ext cx="3133507" cy="1793856"/>
        </a:xfrm>
        <a:prstGeom prst="roundRect">
          <a:avLst>
            <a:gd name="adj" fmla="val 10000"/>
          </a:avLst>
        </a:prstGeom>
        <a:gradFill flip="none" rotWithShape="1">
          <a:gsLst>
            <a:gs pos="0">
              <a:schemeClr val="accent2">
                <a:lumMod val="0"/>
                <a:lumOff val="100000"/>
              </a:schemeClr>
            </a:gs>
            <a:gs pos="0">
              <a:schemeClr val="accent2">
                <a:lumMod val="0"/>
                <a:lumOff val="100000"/>
              </a:schemeClr>
            </a:gs>
            <a:gs pos="100000">
              <a:schemeClr val="accent2">
                <a:lumMod val="100000"/>
              </a:schemeClr>
            </a:gs>
          </a:gsLst>
          <a:path path="circle">
            <a:fillToRect l="50000" t="50000" r="50000" b="50000"/>
          </a:path>
          <a:tileRect/>
        </a:gra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000" kern="1200" noProof="0" dirty="0">
              <a:solidFill>
                <a:schemeClr val="tx1"/>
              </a:solidFill>
            </a:rPr>
            <a:t>Reconocimiento óptico de caracteres </a:t>
          </a:r>
          <a:br>
            <a:rPr lang="es-ES_tradnl" sz="2000" kern="1200" noProof="0" dirty="0">
              <a:solidFill>
                <a:schemeClr val="tx1"/>
              </a:solidFill>
            </a:rPr>
          </a:br>
          <a:r>
            <a:rPr lang="en-CA" sz="1600" i="1" kern="1200" noProof="0" dirty="0">
              <a:solidFill>
                <a:schemeClr val="tx1"/>
              </a:solidFill>
            </a:rPr>
            <a:t>Optical music recognition (OMR)</a:t>
          </a:r>
          <a:endParaRPr lang="es-ES_tradnl" sz="1600" i="1" kern="1200" noProof="0" dirty="0">
            <a:solidFill>
              <a:schemeClr val="tx1"/>
            </a:solidFill>
          </a:endParaRPr>
        </a:p>
      </dsp:txBody>
      <dsp:txXfrm>
        <a:off x="3357354" y="52540"/>
        <a:ext cx="3028427" cy="1688776"/>
      </dsp:txXfrm>
    </dsp:sp>
    <dsp:sp modelId="{6F39438B-7E43-6B48-B876-12D81D920516}">
      <dsp:nvSpPr>
        <dsp:cNvPr id="0" name=""/>
        <dsp:cNvSpPr/>
      </dsp:nvSpPr>
      <dsp:spPr>
        <a:xfrm>
          <a:off x="6553466" y="384721"/>
          <a:ext cx="1123652" cy="953918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_tradnl" sz="1800" kern="1200" noProof="0" dirty="0">
            <a:solidFill>
              <a:sysClr val="windowText" lastClr="000000"/>
            </a:solidFill>
          </a:endParaRPr>
        </a:p>
      </dsp:txBody>
      <dsp:txXfrm>
        <a:off x="6553466" y="575505"/>
        <a:ext cx="837477" cy="572350"/>
      </dsp:txXfrm>
    </dsp:sp>
    <dsp:sp modelId="{A974DA16-2941-9B45-AE05-99C10BB1617F}">
      <dsp:nvSpPr>
        <dsp:cNvPr id="0" name=""/>
        <dsp:cNvSpPr/>
      </dsp:nvSpPr>
      <dsp:spPr>
        <a:xfrm>
          <a:off x="7756463" y="0"/>
          <a:ext cx="3425221" cy="1793856"/>
        </a:xfrm>
        <a:prstGeom prst="roundRect">
          <a:avLst>
            <a:gd name="adj" fmla="val 10000"/>
          </a:avLst>
        </a:prstGeom>
        <a:gradFill flip="none" rotWithShape="1">
          <a:gsLst>
            <a:gs pos="0">
              <a:schemeClr val="accent2">
                <a:lumMod val="0"/>
                <a:lumOff val="100000"/>
              </a:schemeClr>
            </a:gs>
            <a:gs pos="0">
              <a:schemeClr val="accent2">
                <a:lumMod val="0"/>
                <a:lumOff val="100000"/>
              </a:schemeClr>
            </a:gs>
            <a:gs pos="100000">
              <a:schemeClr val="accent2">
                <a:lumMod val="100000"/>
              </a:schemeClr>
            </a:gs>
          </a:gsLst>
          <a:path path="circle">
            <a:fillToRect l="50000" t="50000" r="50000" b="50000"/>
          </a:path>
          <a:tileRect/>
        </a:gra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900" b="0" kern="1200" noProof="0" dirty="0">
              <a:solidFill>
                <a:schemeClr val="tx1"/>
              </a:solidFill>
            </a:rPr>
            <a:t>Alineamiento automático de voces en partitura </a:t>
          </a:r>
          <a:br>
            <a:rPr lang="es-ES_tradnl" sz="2000" b="0" kern="1200" noProof="0" dirty="0">
              <a:solidFill>
                <a:schemeClr val="tx1"/>
              </a:solidFill>
            </a:rPr>
          </a:br>
          <a:r>
            <a:rPr lang="es-ES_tradnl" sz="1400" b="0" kern="1200" noProof="0" dirty="0">
              <a:solidFill>
                <a:schemeClr val="tx1"/>
              </a:solidFill>
            </a:rPr>
            <a:t>interpretación de la notación mensural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900" b="0" kern="1200" noProof="0" dirty="0">
              <a:solidFill>
                <a:schemeClr val="tx1"/>
              </a:solidFill>
            </a:rPr>
            <a:t>y correcciones editoriales</a:t>
          </a:r>
        </a:p>
      </dsp:txBody>
      <dsp:txXfrm>
        <a:off x="7809003" y="52540"/>
        <a:ext cx="3320141" cy="168877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EC5AAF-99FB-0C4C-A0C6-66C5F76B4100}">
      <dsp:nvSpPr>
        <dsp:cNvPr id="0" name=""/>
        <dsp:cNvSpPr/>
      </dsp:nvSpPr>
      <dsp:spPr>
        <a:xfrm>
          <a:off x="11273" y="0"/>
          <a:ext cx="1971688" cy="1793856"/>
        </a:xfrm>
        <a:prstGeom prst="roundRect">
          <a:avLst>
            <a:gd name="adj" fmla="val 10000"/>
          </a:avLst>
        </a:prstGeom>
        <a:gradFill flip="none" rotWithShape="1">
          <a:gsLst>
            <a:gs pos="0">
              <a:schemeClr val="accent6">
                <a:lumMod val="0"/>
                <a:lumOff val="100000"/>
              </a:schemeClr>
            </a:gs>
            <a:gs pos="0">
              <a:schemeClr val="accent6">
                <a:lumMod val="0"/>
                <a:lumOff val="100000"/>
              </a:schemeClr>
            </a:gs>
            <a:gs pos="100000">
              <a:schemeClr val="accent6">
                <a:lumMod val="100000"/>
              </a:schemeClr>
            </a:gs>
          </a:gsLst>
          <a:path path="circle">
            <a:fillToRect l="50000" t="50000" r="50000" b="50000"/>
          </a:path>
          <a:tileRect/>
        </a:gra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000" kern="1200" noProof="0" dirty="0">
              <a:solidFill>
                <a:schemeClr val="tx1"/>
              </a:solidFill>
            </a:rPr>
            <a:t>Digitalización </a:t>
          </a:r>
          <a:r>
            <a:rPr lang="es-ES_tradnl" sz="1600" kern="1200" noProof="0" dirty="0">
              <a:solidFill>
                <a:schemeClr val="tx1"/>
              </a:solidFill>
            </a:rPr>
            <a:t>(fotografiar folios)</a:t>
          </a:r>
          <a:endParaRPr lang="es-ES_tradnl" sz="2400" kern="1200" noProof="0" dirty="0">
            <a:solidFill>
              <a:schemeClr val="tx1"/>
            </a:solidFill>
          </a:endParaRPr>
        </a:p>
      </dsp:txBody>
      <dsp:txXfrm>
        <a:off x="63813" y="52540"/>
        <a:ext cx="1866608" cy="1688776"/>
      </dsp:txXfrm>
    </dsp:sp>
    <dsp:sp modelId="{C367C251-D94F-FB46-A8E4-FB01D56875CE}">
      <dsp:nvSpPr>
        <dsp:cNvPr id="0" name=""/>
        <dsp:cNvSpPr/>
      </dsp:nvSpPr>
      <dsp:spPr>
        <a:xfrm>
          <a:off x="2108914" y="419968"/>
          <a:ext cx="1109603" cy="953918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_tradnl" sz="1800" kern="1200" noProof="0" dirty="0">
            <a:solidFill>
              <a:sysClr val="windowText" lastClr="000000"/>
            </a:solidFill>
          </a:endParaRPr>
        </a:p>
      </dsp:txBody>
      <dsp:txXfrm>
        <a:off x="2108914" y="610752"/>
        <a:ext cx="823428" cy="572350"/>
      </dsp:txXfrm>
    </dsp:sp>
    <dsp:sp modelId="{92A7E2E0-1DEF-9646-A740-5D1F7FA0FF57}">
      <dsp:nvSpPr>
        <dsp:cNvPr id="0" name=""/>
        <dsp:cNvSpPr/>
      </dsp:nvSpPr>
      <dsp:spPr>
        <a:xfrm>
          <a:off x="3304814" y="0"/>
          <a:ext cx="3133507" cy="1793856"/>
        </a:xfrm>
        <a:prstGeom prst="roundRect">
          <a:avLst>
            <a:gd name="adj" fmla="val 10000"/>
          </a:avLst>
        </a:prstGeom>
        <a:gradFill flip="none" rotWithShape="1">
          <a:gsLst>
            <a:gs pos="0">
              <a:schemeClr val="accent2">
                <a:lumMod val="0"/>
                <a:lumOff val="100000"/>
              </a:schemeClr>
            </a:gs>
            <a:gs pos="0">
              <a:schemeClr val="accent2">
                <a:lumMod val="0"/>
                <a:lumOff val="100000"/>
              </a:schemeClr>
            </a:gs>
            <a:gs pos="100000">
              <a:schemeClr val="accent2">
                <a:lumMod val="100000"/>
              </a:schemeClr>
            </a:gs>
          </a:gsLst>
          <a:path path="circle">
            <a:fillToRect l="50000" t="50000" r="50000" b="50000"/>
          </a:path>
          <a:tileRect/>
        </a:gra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000" kern="1200" noProof="0" dirty="0">
              <a:solidFill>
                <a:schemeClr val="tx1"/>
              </a:solidFill>
            </a:rPr>
            <a:t>Reconocimiento óptico de caracteres </a:t>
          </a:r>
          <a:br>
            <a:rPr lang="es-ES_tradnl" sz="2000" kern="1200" noProof="0" dirty="0">
              <a:solidFill>
                <a:schemeClr val="tx1"/>
              </a:solidFill>
            </a:rPr>
          </a:br>
          <a:r>
            <a:rPr lang="en-CA" sz="1600" i="1" kern="1200" noProof="0" dirty="0">
              <a:solidFill>
                <a:schemeClr val="tx1"/>
              </a:solidFill>
            </a:rPr>
            <a:t>Optical music recognition (OMR)</a:t>
          </a:r>
          <a:endParaRPr lang="es-ES_tradnl" sz="1600" i="1" kern="1200" noProof="0" dirty="0">
            <a:solidFill>
              <a:schemeClr val="tx1"/>
            </a:solidFill>
          </a:endParaRPr>
        </a:p>
      </dsp:txBody>
      <dsp:txXfrm>
        <a:off x="3357354" y="52540"/>
        <a:ext cx="3028427" cy="1688776"/>
      </dsp:txXfrm>
    </dsp:sp>
    <dsp:sp modelId="{6F39438B-7E43-6B48-B876-12D81D920516}">
      <dsp:nvSpPr>
        <dsp:cNvPr id="0" name=""/>
        <dsp:cNvSpPr/>
      </dsp:nvSpPr>
      <dsp:spPr>
        <a:xfrm>
          <a:off x="6553466" y="384721"/>
          <a:ext cx="1123652" cy="953918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_tradnl" sz="1800" kern="1200" noProof="0" dirty="0">
            <a:solidFill>
              <a:sysClr val="windowText" lastClr="000000"/>
            </a:solidFill>
          </a:endParaRPr>
        </a:p>
      </dsp:txBody>
      <dsp:txXfrm>
        <a:off x="6553466" y="575505"/>
        <a:ext cx="837477" cy="572350"/>
      </dsp:txXfrm>
    </dsp:sp>
    <dsp:sp modelId="{A974DA16-2941-9B45-AE05-99C10BB1617F}">
      <dsp:nvSpPr>
        <dsp:cNvPr id="0" name=""/>
        <dsp:cNvSpPr/>
      </dsp:nvSpPr>
      <dsp:spPr>
        <a:xfrm>
          <a:off x="7756463" y="0"/>
          <a:ext cx="3425221" cy="1793856"/>
        </a:xfrm>
        <a:prstGeom prst="roundRect">
          <a:avLst>
            <a:gd name="adj" fmla="val 10000"/>
          </a:avLst>
        </a:prstGeom>
        <a:gradFill flip="none" rotWithShape="1">
          <a:gsLst>
            <a:gs pos="0">
              <a:schemeClr val="accent2">
                <a:lumMod val="0"/>
                <a:lumOff val="100000"/>
              </a:schemeClr>
            </a:gs>
            <a:gs pos="0">
              <a:schemeClr val="accent2">
                <a:lumMod val="0"/>
                <a:lumOff val="100000"/>
              </a:schemeClr>
            </a:gs>
            <a:gs pos="100000">
              <a:schemeClr val="accent2">
                <a:lumMod val="100000"/>
              </a:schemeClr>
            </a:gs>
          </a:gsLst>
          <a:path path="circle">
            <a:fillToRect l="50000" t="50000" r="50000" b="50000"/>
          </a:path>
          <a:tileRect/>
        </a:gra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900" b="0" kern="1200" noProof="0" dirty="0">
              <a:solidFill>
                <a:schemeClr val="tx1"/>
              </a:solidFill>
            </a:rPr>
            <a:t>Alineamiento automático de voces en partitura </a:t>
          </a:r>
          <a:br>
            <a:rPr lang="es-ES_tradnl" sz="2000" b="0" kern="1200" noProof="0" dirty="0">
              <a:solidFill>
                <a:schemeClr val="tx1"/>
              </a:solidFill>
            </a:rPr>
          </a:br>
          <a:r>
            <a:rPr lang="es-ES_tradnl" sz="1400" b="0" kern="1200" noProof="0" dirty="0">
              <a:solidFill>
                <a:schemeClr val="tx1"/>
              </a:solidFill>
            </a:rPr>
            <a:t>interpretación de la notación mensural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900" b="0" kern="1200" noProof="0" dirty="0">
              <a:solidFill>
                <a:schemeClr val="tx1"/>
              </a:solidFill>
            </a:rPr>
            <a:t>y correcciones editoriales</a:t>
          </a:r>
        </a:p>
      </dsp:txBody>
      <dsp:txXfrm>
        <a:off x="7809003" y="52540"/>
        <a:ext cx="3320141" cy="168877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EC5AAF-99FB-0C4C-A0C6-66C5F76B4100}">
      <dsp:nvSpPr>
        <dsp:cNvPr id="0" name=""/>
        <dsp:cNvSpPr/>
      </dsp:nvSpPr>
      <dsp:spPr>
        <a:xfrm>
          <a:off x="11273" y="0"/>
          <a:ext cx="1971688" cy="1793856"/>
        </a:xfrm>
        <a:prstGeom prst="roundRect">
          <a:avLst>
            <a:gd name="adj" fmla="val 10000"/>
          </a:avLst>
        </a:prstGeom>
        <a:gradFill flip="none" rotWithShape="1">
          <a:gsLst>
            <a:gs pos="0">
              <a:schemeClr val="accent6">
                <a:lumMod val="0"/>
                <a:lumOff val="100000"/>
              </a:schemeClr>
            </a:gs>
            <a:gs pos="0">
              <a:schemeClr val="accent6">
                <a:lumMod val="0"/>
                <a:lumOff val="100000"/>
              </a:schemeClr>
            </a:gs>
            <a:gs pos="100000">
              <a:schemeClr val="accent6">
                <a:lumMod val="100000"/>
              </a:schemeClr>
            </a:gs>
          </a:gsLst>
          <a:path path="circle">
            <a:fillToRect l="50000" t="50000" r="50000" b="50000"/>
          </a:path>
          <a:tileRect/>
        </a:gra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000" kern="1200" noProof="0" dirty="0">
              <a:solidFill>
                <a:schemeClr val="tx1"/>
              </a:solidFill>
            </a:rPr>
            <a:t>Digitalización </a:t>
          </a:r>
          <a:r>
            <a:rPr lang="es-ES_tradnl" sz="1600" kern="1200" noProof="0" dirty="0">
              <a:solidFill>
                <a:schemeClr val="tx1"/>
              </a:solidFill>
            </a:rPr>
            <a:t>(fotografiar folios)</a:t>
          </a:r>
          <a:endParaRPr lang="es-ES_tradnl" sz="2400" kern="1200" noProof="0" dirty="0">
            <a:solidFill>
              <a:schemeClr val="tx1"/>
            </a:solidFill>
          </a:endParaRPr>
        </a:p>
      </dsp:txBody>
      <dsp:txXfrm>
        <a:off x="63813" y="52540"/>
        <a:ext cx="1866608" cy="1688776"/>
      </dsp:txXfrm>
    </dsp:sp>
    <dsp:sp modelId="{C367C251-D94F-FB46-A8E4-FB01D56875CE}">
      <dsp:nvSpPr>
        <dsp:cNvPr id="0" name=""/>
        <dsp:cNvSpPr/>
      </dsp:nvSpPr>
      <dsp:spPr>
        <a:xfrm>
          <a:off x="2108914" y="419968"/>
          <a:ext cx="1109603" cy="953918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_tradnl" sz="1800" kern="1200" noProof="0" dirty="0">
            <a:solidFill>
              <a:sysClr val="windowText" lastClr="000000"/>
            </a:solidFill>
          </a:endParaRPr>
        </a:p>
      </dsp:txBody>
      <dsp:txXfrm>
        <a:off x="2108914" y="610752"/>
        <a:ext cx="823428" cy="572350"/>
      </dsp:txXfrm>
    </dsp:sp>
    <dsp:sp modelId="{92A7E2E0-1DEF-9646-A740-5D1F7FA0FF57}">
      <dsp:nvSpPr>
        <dsp:cNvPr id="0" name=""/>
        <dsp:cNvSpPr/>
      </dsp:nvSpPr>
      <dsp:spPr>
        <a:xfrm>
          <a:off x="3304814" y="0"/>
          <a:ext cx="3133507" cy="1793856"/>
        </a:xfrm>
        <a:prstGeom prst="roundRect">
          <a:avLst>
            <a:gd name="adj" fmla="val 10000"/>
          </a:avLst>
        </a:prstGeom>
        <a:gradFill flip="none" rotWithShape="1">
          <a:gsLst>
            <a:gs pos="0">
              <a:schemeClr val="accent2">
                <a:lumMod val="0"/>
                <a:lumOff val="100000"/>
              </a:schemeClr>
            </a:gs>
            <a:gs pos="0">
              <a:schemeClr val="accent2">
                <a:lumMod val="0"/>
                <a:lumOff val="100000"/>
              </a:schemeClr>
            </a:gs>
            <a:gs pos="100000">
              <a:schemeClr val="accent2">
                <a:lumMod val="100000"/>
              </a:schemeClr>
            </a:gs>
          </a:gsLst>
          <a:path path="circle">
            <a:fillToRect l="50000" t="50000" r="50000" b="50000"/>
          </a:path>
          <a:tileRect/>
        </a:gra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000" kern="1200" noProof="0" dirty="0">
              <a:solidFill>
                <a:schemeClr val="tx1"/>
              </a:solidFill>
            </a:rPr>
            <a:t>Reconocimiento óptico de caracteres </a:t>
          </a:r>
          <a:br>
            <a:rPr lang="es-ES_tradnl" sz="2000" kern="1200" noProof="0" dirty="0">
              <a:solidFill>
                <a:schemeClr val="tx1"/>
              </a:solidFill>
            </a:rPr>
          </a:br>
          <a:r>
            <a:rPr lang="en-CA" sz="1600" i="1" kern="1200" noProof="0" dirty="0">
              <a:solidFill>
                <a:schemeClr val="tx1"/>
              </a:solidFill>
            </a:rPr>
            <a:t>Optical music recognition (OMR)</a:t>
          </a:r>
          <a:endParaRPr lang="es-ES_tradnl" sz="1600" i="1" kern="1200" noProof="0" dirty="0">
            <a:solidFill>
              <a:schemeClr val="tx1"/>
            </a:solidFill>
          </a:endParaRPr>
        </a:p>
      </dsp:txBody>
      <dsp:txXfrm>
        <a:off x="3357354" y="52540"/>
        <a:ext cx="3028427" cy="1688776"/>
      </dsp:txXfrm>
    </dsp:sp>
    <dsp:sp modelId="{6F39438B-7E43-6B48-B876-12D81D920516}">
      <dsp:nvSpPr>
        <dsp:cNvPr id="0" name=""/>
        <dsp:cNvSpPr/>
      </dsp:nvSpPr>
      <dsp:spPr>
        <a:xfrm>
          <a:off x="6553466" y="384721"/>
          <a:ext cx="1123652" cy="953918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_tradnl" sz="1800" kern="1200" noProof="0" dirty="0">
            <a:solidFill>
              <a:sysClr val="windowText" lastClr="000000"/>
            </a:solidFill>
          </a:endParaRPr>
        </a:p>
      </dsp:txBody>
      <dsp:txXfrm>
        <a:off x="6553466" y="575505"/>
        <a:ext cx="837477" cy="572350"/>
      </dsp:txXfrm>
    </dsp:sp>
    <dsp:sp modelId="{A974DA16-2941-9B45-AE05-99C10BB1617F}">
      <dsp:nvSpPr>
        <dsp:cNvPr id="0" name=""/>
        <dsp:cNvSpPr/>
      </dsp:nvSpPr>
      <dsp:spPr>
        <a:xfrm>
          <a:off x="7756463" y="0"/>
          <a:ext cx="3425221" cy="1793856"/>
        </a:xfrm>
        <a:prstGeom prst="roundRect">
          <a:avLst>
            <a:gd name="adj" fmla="val 10000"/>
          </a:avLst>
        </a:prstGeom>
        <a:gradFill flip="none" rotWithShape="1">
          <a:gsLst>
            <a:gs pos="0">
              <a:schemeClr val="accent2">
                <a:lumMod val="0"/>
                <a:lumOff val="100000"/>
              </a:schemeClr>
            </a:gs>
            <a:gs pos="0">
              <a:schemeClr val="accent2">
                <a:lumMod val="0"/>
                <a:lumOff val="100000"/>
              </a:schemeClr>
            </a:gs>
            <a:gs pos="100000">
              <a:schemeClr val="accent2">
                <a:lumMod val="100000"/>
              </a:schemeClr>
            </a:gs>
          </a:gsLst>
          <a:path path="circle">
            <a:fillToRect l="50000" t="50000" r="50000" b="50000"/>
          </a:path>
          <a:tileRect/>
        </a:gra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900" b="0" kern="1200" noProof="0" dirty="0">
              <a:solidFill>
                <a:schemeClr val="tx1"/>
              </a:solidFill>
            </a:rPr>
            <a:t>Alineamiento automático de voces en partitura </a:t>
          </a:r>
          <a:br>
            <a:rPr lang="es-ES_tradnl" sz="2000" b="0" kern="1200" noProof="0" dirty="0">
              <a:solidFill>
                <a:schemeClr val="tx1"/>
              </a:solidFill>
            </a:rPr>
          </a:br>
          <a:r>
            <a:rPr lang="es-ES_tradnl" sz="1400" b="0" kern="1200" noProof="0" dirty="0">
              <a:solidFill>
                <a:schemeClr val="tx1"/>
              </a:solidFill>
            </a:rPr>
            <a:t>interpretación de la notación mensural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900" b="0" kern="1200" noProof="0" dirty="0">
              <a:solidFill>
                <a:schemeClr val="tx1"/>
              </a:solidFill>
            </a:rPr>
            <a:t>y correcciones editoriales</a:t>
          </a:r>
        </a:p>
      </dsp:txBody>
      <dsp:txXfrm>
        <a:off x="7809003" y="52540"/>
        <a:ext cx="3320141" cy="168877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E961CB-AE58-9542-A261-D28FFD6ED58F}">
      <dsp:nvSpPr>
        <dsp:cNvPr id="0" name=""/>
        <dsp:cNvSpPr/>
      </dsp:nvSpPr>
      <dsp:spPr>
        <a:xfrm>
          <a:off x="0" y="1185"/>
          <a:ext cx="1985697" cy="1716535"/>
        </a:xfrm>
        <a:prstGeom prst="roundRect">
          <a:avLst>
            <a:gd name="adj" fmla="val 10000"/>
          </a:avLst>
        </a:prstGeom>
        <a:gradFill flip="none" rotWithShape="1">
          <a:gsLst>
            <a:gs pos="0">
              <a:schemeClr val="accent6">
                <a:lumMod val="0"/>
                <a:lumOff val="100000"/>
              </a:schemeClr>
            </a:gs>
            <a:gs pos="0">
              <a:schemeClr val="accent6">
                <a:lumMod val="0"/>
                <a:lumOff val="100000"/>
              </a:schemeClr>
            </a:gs>
            <a:gs pos="100000">
              <a:schemeClr val="accent6">
                <a:lumMod val="100000"/>
              </a:schemeClr>
            </a:gs>
          </a:gsLst>
          <a:path path="circle">
            <a:fillToRect l="50000" t="50000" r="50000" b="50000"/>
          </a:path>
          <a:tileRect/>
        </a:gradFill>
        <a:ln w="381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000" kern="1200" noProof="0" dirty="0">
              <a:solidFill>
                <a:schemeClr val="tx1"/>
              </a:solidFill>
            </a:rPr>
            <a:t>Digitalización </a:t>
          </a:r>
          <a:r>
            <a:rPr lang="es-ES_tradnl" sz="1600" kern="1200" noProof="0" dirty="0">
              <a:solidFill>
                <a:schemeClr val="tx1"/>
              </a:solidFill>
            </a:rPr>
            <a:t>(fotografiar folios)</a:t>
          </a:r>
          <a:endParaRPr lang="es-ES_tradnl" sz="2400" kern="1200" noProof="0" dirty="0">
            <a:solidFill>
              <a:schemeClr val="tx1"/>
            </a:solidFill>
          </a:endParaRPr>
        </a:p>
      </dsp:txBody>
      <dsp:txXfrm>
        <a:off x="50276" y="51461"/>
        <a:ext cx="1885145" cy="161598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E961CB-AE58-9542-A261-D28FFD6ED58F}">
      <dsp:nvSpPr>
        <dsp:cNvPr id="0" name=""/>
        <dsp:cNvSpPr/>
      </dsp:nvSpPr>
      <dsp:spPr>
        <a:xfrm>
          <a:off x="0" y="1185"/>
          <a:ext cx="1985697" cy="1716535"/>
        </a:xfrm>
        <a:prstGeom prst="roundRect">
          <a:avLst>
            <a:gd name="adj" fmla="val 10000"/>
          </a:avLst>
        </a:prstGeom>
        <a:gradFill flip="none" rotWithShape="1">
          <a:gsLst>
            <a:gs pos="0">
              <a:schemeClr val="accent6">
                <a:lumMod val="0"/>
                <a:lumOff val="100000"/>
              </a:schemeClr>
            </a:gs>
            <a:gs pos="0">
              <a:schemeClr val="accent6">
                <a:lumMod val="0"/>
                <a:lumOff val="100000"/>
              </a:schemeClr>
            </a:gs>
            <a:gs pos="100000">
              <a:schemeClr val="accent6">
                <a:lumMod val="100000"/>
              </a:schemeClr>
            </a:gs>
          </a:gsLst>
          <a:path path="circle">
            <a:fillToRect l="50000" t="50000" r="50000" b="50000"/>
          </a:path>
          <a:tileRect/>
        </a:gradFill>
        <a:ln w="381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000" kern="1200" noProof="0" dirty="0">
              <a:solidFill>
                <a:schemeClr val="tx1"/>
              </a:solidFill>
            </a:rPr>
            <a:t>Digitalización </a:t>
          </a:r>
          <a:r>
            <a:rPr lang="es-ES_tradnl" sz="1600" kern="1200" noProof="0" dirty="0">
              <a:solidFill>
                <a:schemeClr val="tx1"/>
              </a:solidFill>
            </a:rPr>
            <a:t>(fotografiar folios)</a:t>
          </a:r>
          <a:endParaRPr lang="es-ES_tradnl" sz="2400" kern="1200" noProof="0" dirty="0">
            <a:solidFill>
              <a:schemeClr val="tx1"/>
            </a:solidFill>
          </a:endParaRPr>
        </a:p>
      </dsp:txBody>
      <dsp:txXfrm>
        <a:off x="50276" y="51461"/>
        <a:ext cx="1885145" cy="161598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A7E2E0-1DEF-9646-A740-5D1F7FA0FF57}">
      <dsp:nvSpPr>
        <dsp:cNvPr id="0" name=""/>
        <dsp:cNvSpPr/>
      </dsp:nvSpPr>
      <dsp:spPr>
        <a:xfrm>
          <a:off x="3695" y="0"/>
          <a:ext cx="3786063" cy="1997299"/>
        </a:xfrm>
        <a:prstGeom prst="roundRect">
          <a:avLst>
            <a:gd name="adj" fmla="val 10000"/>
          </a:avLst>
        </a:prstGeom>
        <a:gradFill flip="none" rotWithShape="1">
          <a:gsLst>
            <a:gs pos="0">
              <a:schemeClr val="accent2">
                <a:lumMod val="0"/>
                <a:lumOff val="100000"/>
              </a:schemeClr>
            </a:gs>
            <a:gs pos="0">
              <a:schemeClr val="accent2">
                <a:lumMod val="0"/>
                <a:lumOff val="100000"/>
              </a:schemeClr>
            </a:gs>
            <a:gs pos="100000">
              <a:schemeClr val="accent2">
                <a:lumMod val="100000"/>
              </a:schemeClr>
            </a:gs>
          </a:gsLst>
          <a:path path="circle">
            <a:fillToRect l="50000" t="50000" r="50000" b="50000"/>
          </a:path>
          <a:tileRect/>
        </a:gra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400" kern="1200" noProof="0" dirty="0">
              <a:solidFill>
                <a:schemeClr val="tx1"/>
              </a:solidFill>
            </a:rPr>
            <a:t>Reconocimiento óptico de caracteres </a:t>
          </a:r>
          <a:br>
            <a:rPr lang="en-CA" sz="2400" kern="1200" noProof="0" dirty="0">
              <a:solidFill>
                <a:schemeClr val="tx1"/>
              </a:solidFill>
            </a:rPr>
          </a:br>
          <a:r>
            <a:rPr lang="en-CA" sz="1800" i="1" kern="1200" noProof="0" dirty="0">
              <a:solidFill>
                <a:schemeClr val="tx1"/>
              </a:solidFill>
            </a:rPr>
            <a:t>Optical music recognition (OMR)</a:t>
          </a:r>
          <a:endParaRPr lang="es-ES_tradnl" sz="1800" i="1" kern="1200" noProof="0" dirty="0">
            <a:solidFill>
              <a:schemeClr val="tx1"/>
            </a:solidFill>
          </a:endParaRPr>
        </a:p>
      </dsp:txBody>
      <dsp:txXfrm>
        <a:off x="62194" y="58499"/>
        <a:ext cx="3669065" cy="188030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74DA16-2941-9B45-AE05-99C10BB1617F}">
      <dsp:nvSpPr>
        <dsp:cNvPr id="0" name=""/>
        <dsp:cNvSpPr/>
      </dsp:nvSpPr>
      <dsp:spPr>
        <a:xfrm>
          <a:off x="0" y="0"/>
          <a:ext cx="4490017" cy="2387682"/>
        </a:xfrm>
        <a:prstGeom prst="roundRect">
          <a:avLst>
            <a:gd name="adj" fmla="val 10000"/>
          </a:avLst>
        </a:prstGeom>
        <a:gradFill flip="none" rotWithShape="1">
          <a:gsLst>
            <a:gs pos="0">
              <a:schemeClr val="accent2">
                <a:lumMod val="0"/>
                <a:lumOff val="100000"/>
              </a:schemeClr>
            </a:gs>
            <a:gs pos="0">
              <a:schemeClr val="accent2">
                <a:lumMod val="0"/>
                <a:lumOff val="100000"/>
              </a:schemeClr>
            </a:gs>
            <a:gs pos="100000">
              <a:schemeClr val="accent2">
                <a:lumMod val="100000"/>
              </a:schemeClr>
            </a:gs>
          </a:gsLst>
          <a:path path="circle">
            <a:fillToRect l="50000" t="50000" r="50000" b="50000"/>
          </a:path>
          <a:tileRect/>
        </a:gra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400" b="0" kern="1200" noProof="0" dirty="0">
              <a:solidFill>
                <a:schemeClr val="tx1"/>
              </a:solidFill>
            </a:rPr>
            <a:t>Alineamiento automático de voces en partitura </a:t>
          </a:r>
          <a:br>
            <a:rPr lang="es-ES_tradnl" sz="2800" b="0" kern="1200" noProof="0" dirty="0">
              <a:solidFill>
                <a:schemeClr val="tx1"/>
              </a:solidFill>
            </a:rPr>
          </a:br>
          <a:r>
            <a:rPr lang="es-ES_tradnl" sz="1800" b="0" kern="1200" noProof="0" dirty="0">
              <a:solidFill>
                <a:schemeClr val="tx1"/>
              </a:solidFill>
            </a:rPr>
            <a:t>interpretación de la notación mensural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400" b="0" kern="1200" noProof="0" dirty="0">
              <a:solidFill>
                <a:schemeClr val="tx1"/>
              </a:solidFill>
            </a:rPr>
            <a:t>y correcciones editoriales</a:t>
          </a:r>
        </a:p>
      </dsp:txBody>
      <dsp:txXfrm>
        <a:off x="69933" y="69933"/>
        <a:ext cx="4350151" cy="224781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EC5AAF-99FB-0C4C-A0C6-66C5F76B4100}">
      <dsp:nvSpPr>
        <dsp:cNvPr id="0" name=""/>
        <dsp:cNvSpPr/>
      </dsp:nvSpPr>
      <dsp:spPr>
        <a:xfrm>
          <a:off x="11273" y="0"/>
          <a:ext cx="1971688" cy="1793856"/>
        </a:xfrm>
        <a:prstGeom prst="roundRect">
          <a:avLst>
            <a:gd name="adj" fmla="val 10000"/>
          </a:avLst>
        </a:prstGeom>
        <a:gradFill flip="none" rotWithShape="1">
          <a:gsLst>
            <a:gs pos="0">
              <a:schemeClr val="accent6">
                <a:lumMod val="0"/>
                <a:lumOff val="100000"/>
              </a:schemeClr>
            </a:gs>
            <a:gs pos="0">
              <a:schemeClr val="accent6">
                <a:lumMod val="0"/>
                <a:lumOff val="100000"/>
              </a:schemeClr>
            </a:gs>
            <a:gs pos="100000">
              <a:schemeClr val="accent6">
                <a:lumMod val="100000"/>
              </a:schemeClr>
            </a:gs>
          </a:gsLst>
          <a:path path="circle">
            <a:fillToRect l="50000" t="50000" r="50000" b="50000"/>
          </a:path>
          <a:tileRect/>
        </a:gra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000" kern="1200" noProof="0" dirty="0">
              <a:solidFill>
                <a:schemeClr val="tx1"/>
              </a:solidFill>
            </a:rPr>
            <a:t>Digitalización </a:t>
          </a:r>
          <a:r>
            <a:rPr lang="es-ES_tradnl" sz="1600" kern="1200" noProof="0" dirty="0">
              <a:solidFill>
                <a:schemeClr val="tx1"/>
              </a:solidFill>
            </a:rPr>
            <a:t>(fotografiar folios)</a:t>
          </a:r>
          <a:endParaRPr lang="es-ES_tradnl" sz="2400" kern="1200" noProof="0" dirty="0">
            <a:solidFill>
              <a:schemeClr val="tx1"/>
            </a:solidFill>
          </a:endParaRPr>
        </a:p>
      </dsp:txBody>
      <dsp:txXfrm>
        <a:off x="63813" y="52540"/>
        <a:ext cx="1866608" cy="1688776"/>
      </dsp:txXfrm>
    </dsp:sp>
    <dsp:sp modelId="{C367C251-D94F-FB46-A8E4-FB01D56875CE}">
      <dsp:nvSpPr>
        <dsp:cNvPr id="0" name=""/>
        <dsp:cNvSpPr/>
      </dsp:nvSpPr>
      <dsp:spPr>
        <a:xfrm>
          <a:off x="2108914" y="419968"/>
          <a:ext cx="1109603" cy="953918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_tradnl" sz="1800" kern="1200" noProof="0" dirty="0">
            <a:solidFill>
              <a:sysClr val="windowText" lastClr="000000"/>
            </a:solidFill>
          </a:endParaRPr>
        </a:p>
      </dsp:txBody>
      <dsp:txXfrm>
        <a:off x="2108914" y="610752"/>
        <a:ext cx="823428" cy="572350"/>
      </dsp:txXfrm>
    </dsp:sp>
    <dsp:sp modelId="{92A7E2E0-1DEF-9646-A740-5D1F7FA0FF57}">
      <dsp:nvSpPr>
        <dsp:cNvPr id="0" name=""/>
        <dsp:cNvSpPr/>
      </dsp:nvSpPr>
      <dsp:spPr>
        <a:xfrm>
          <a:off x="3304814" y="0"/>
          <a:ext cx="3133507" cy="1793856"/>
        </a:xfrm>
        <a:prstGeom prst="roundRect">
          <a:avLst>
            <a:gd name="adj" fmla="val 10000"/>
          </a:avLst>
        </a:prstGeom>
        <a:gradFill flip="none" rotWithShape="1">
          <a:gsLst>
            <a:gs pos="0">
              <a:schemeClr val="accent2">
                <a:lumMod val="0"/>
                <a:lumOff val="100000"/>
              </a:schemeClr>
            </a:gs>
            <a:gs pos="0">
              <a:schemeClr val="accent2">
                <a:lumMod val="0"/>
                <a:lumOff val="100000"/>
              </a:schemeClr>
            </a:gs>
            <a:gs pos="100000">
              <a:schemeClr val="accent2">
                <a:lumMod val="100000"/>
              </a:schemeClr>
            </a:gs>
          </a:gsLst>
          <a:path path="circle">
            <a:fillToRect l="50000" t="50000" r="50000" b="50000"/>
          </a:path>
          <a:tileRect/>
        </a:gra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000" kern="1200" noProof="0" dirty="0">
              <a:solidFill>
                <a:schemeClr val="tx1"/>
              </a:solidFill>
            </a:rPr>
            <a:t>Reconocimiento óptico de caracteres </a:t>
          </a:r>
          <a:br>
            <a:rPr lang="es-ES_tradnl" sz="2000" kern="1200" noProof="0" dirty="0">
              <a:solidFill>
                <a:schemeClr val="tx1"/>
              </a:solidFill>
            </a:rPr>
          </a:br>
          <a:r>
            <a:rPr lang="en-CA" sz="1600" i="1" kern="1200" noProof="0" dirty="0">
              <a:solidFill>
                <a:schemeClr val="tx1"/>
              </a:solidFill>
            </a:rPr>
            <a:t>Optical music recognition (OMR)</a:t>
          </a:r>
          <a:endParaRPr lang="es-ES_tradnl" sz="1600" i="1" kern="1200" noProof="0" dirty="0">
            <a:solidFill>
              <a:schemeClr val="tx1"/>
            </a:solidFill>
          </a:endParaRPr>
        </a:p>
      </dsp:txBody>
      <dsp:txXfrm>
        <a:off x="3357354" y="52540"/>
        <a:ext cx="3028427" cy="1688776"/>
      </dsp:txXfrm>
    </dsp:sp>
    <dsp:sp modelId="{6F39438B-7E43-6B48-B876-12D81D920516}">
      <dsp:nvSpPr>
        <dsp:cNvPr id="0" name=""/>
        <dsp:cNvSpPr/>
      </dsp:nvSpPr>
      <dsp:spPr>
        <a:xfrm>
          <a:off x="6553466" y="384721"/>
          <a:ext cx="1123652" cy="953918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_tradnl" sz="1800" kern="1200" noProof="0" dirty="0">
            <a:solidFill>
              <a:sysClr val="windowText" lastClr="000000"/>
            </a:solidFill>
          </a:endParaRPr>
        </a:p>
      </dsp:txBody>
      <dsp:txXfrm>
        <a:off x="6553466" y="575505"/>
        <a:ext cx="837477" cy="572350"/>
      </dsp:txXfrm>
    </dsp:sp>
    <dsp:sp modelId="{A974DA16-2941-9B45-AE05-99C10BB1617F}">
      <dsp:nvSpPr>
        <dsp:cNvPr id="0" name=""/>
        <dsp:cNvSpPr/>
      </dsp:nvSpPr>
      <dsp:spPr>
        <a:xfrm>
          <a:off x="7756463" y="0"/>
          <a:ext cx="3425221" cy="1793856"/>
        </a:xfrm>
        <a:prstGeom prst="roundRect">
          <a:avLst>
            <a:gd name="adj" fmla="val 10000"/>
          </a:avLst>
        </a:prstGeom>
        <a:gradFill flip="none" rotWithShape="1">
          <a:gsLst>
            <a:gs pos="0">
              <a:schemeClr val="accent2">
                <a:lumMod val="0"/>
                <a:lumOff val="100000"/>
              </a:schemeClr>
            </a:gs>
            <a:gs pos="0">
              <a:schemeClr val="accent2">
                <a:lumMod val="0"/>
                <a:lumOff val="100000"/>
              </a:schemeClr>
            </a:gs>
            <a:gs pos="100000">
              <a:schemeClr val="accent2">
                <a:lumMod val="100000"/>
              </a:schemeClr>
            </a:gs>
          </a:gsLst>
          <a:path path="circle">
            <a:fillToRect l="50000" t="50000" r="50000" b="50000"/>
          </a:path>
          <a:tileRect/>
        </a:gra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900" b="0" kern="1200" noProof="0" dirty="0">
              <a:solidFill>
                <a:schemeClr val="tx1"/>
              </a:solidFill>
            </a:rPr>
            <a:t>Alineamiento automático de voces en partitura </a:t>
          </a:r>
          <a:br>
            <a:rPr lang="es-ES_tradnl" sz="2000" b="0" kern="1200" noProof="0" dirty="0">
              <a:solidFill>
                <a:schemeClr val="tx1"/>
              </a:solidFill>
            </a:rPr>
          </a:br>
          <a:r>
            <a:rPr lang="es-ES_tradnl" sz="1400" b="0" kern="1200" noProof="0" dirty="0">
              <a:solidFill>
                <a:schemeClr val="tx1"/>
              </a:solidFill>
            </a:rPr>
            <a:t>interpretación de la notación mensural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900" b="0" kern="1200" noProof="0" dirty="0">
              <a:solidFill>
                <a:schemeClr val="tx1"/>
              </a:solidFill>
            </a:rPr>
            <a:t>y correcciones editoriales</a:t>
          </a:r>
        </a:p>
      </dsp:txBody>
      <dsp:txXfrm>
        <a:off x="7809003" y="52540"/>
        <a:ext cx="3320141" cy="168877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EC5AAF-99FB-0C4C-A0C6-66C5F76B4100}">
      <dsp:nvSpPr>
        <dsp:cNvPr id="0" name=""/>
        <dsp:cNvSpPr/>
      </dsp:nvSpPr>
      <dsp:spPr>
        <a:xfrm>
          <a:off x="11273" y="0"/>
          <a:ext cx="1971688" cy="1793856"/>
        </a:xfrm>
        <a:prstGeom prst="roundRect">
          <a:avLst>
            <a:gd name="adj" fmla="val 10000"/>
          </a:avLst>
        </a:prstGeom>
        <a:gradFill flip="none" rotWithShape="1">
          <a:gsLst>
            <a:gs pos="0">
              <a:schemeClr val="accent6">
                <a:lumMod val="0"/>
                <a:lumOff val="100000"/>
              </a:schemeClr>
            </a:gs>
            <a:gs pos="0">
              <a:schemeClr val="accent6">
                <a:lumMod val="0"/>
                <a:lumOff val="100000"/>
              </a:schemeClr>
            </a:gs>
            <a:gs pos="100000">
              <a:schemeClr val="accent6">
                <a:lumMod val="100000"/>
              </a:schemeClr>
            </a:gs>
          </a:gsLst>
          <a:path path="circle">
            <a:fillToRect l="50000" t="50000" r="50000" b="50000"/>
          </a:path>
          <a:tileRect/>
        </a:gra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000" kern="1200" noProof="0" dirty="0">
              <a:solidFill>
                <a:schemeClr val="tx1"/>
              </a:solidFill>
            </a:rPr>
            <a:t>Digitalización </a:t>
          </a:r>
          <a:r>
            <a:rPr lang="es-ES_tradnl" sz="1600" kern="1200" noProof="0" dirty="0">
              <a:solidFill>
                <a:schemeClr val="tx1"/>
              </a:solidFill>
            </a:rPr>
            <a:t>(fotografiar folios)</a:t>
          </a:r>
          <a:endParaRPr lang="es-ES_tradnl" sz="2400" kern="1200" noProof="0" dirty="0">
            <a:solidFill>
              <a:schemeClr val="tx1"/>
            </a:solidFill>
          </a:endParaRPr>
        </a:p>
      </dsp:txBody>
      <dsp:txXfrm>
        <a:off x="63813" y="52540"/>
        <a:ext cx="1866608" cy="1688776"/>
      </dsp:txXfrm>
    </dsp:sp>
    <dsp:sp modelId="{C367C251-D94F-FB46-A8E4-FB01D56875CE}">
      <dsp:nvSpPr>
        <dsp:cNvPr id="0" name=""/>
        <dsp:cNvSpPr/>
      </dsp:nvSpPr>
      <dsp:spPr>
        <a:xfrm>
          <a:off x="2108914" y="419968"/>
          <a:ext cx="1109603" cy="953918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_tradnl" sz="1800" kern="1200" noProof="0" dirty="0">
            <a:solidFill>
              <a:sysClr val="windowText" lastClr="000000"/>
            </a:solidFill>
          </a:endParaRPr>
        </a:p>
      </dsp:txBody>
      <dsp:txXfrm>
        <a:off x="2108914" y="610752"/>
        <a:ext cx="823428" cy="572350"/>
      </dsp:txXfrm>
    </dsp:sp>
    <dsp:sp modelId="{92A7E2E0-1DEF-9646-A740-5D1F7FA0FF57}">
      <dsp:nvSpPr>
        <dsp:cNvPr id="0" name=""/>
        <dsp:cNvSpPr/>
      </dsp:nvSpPr>
      <dsp:spPr>
        <a:xfrm>
          <a:off x="3304814" y="0"/>
          <a:ext cx="3133507" cy="1793856"/>
        </a:xfrm>
        <a:prstGeom prst="roundRect">
          <a:avLst>
            <a:gd name="adj" fmla="val 10000"/>
          </a:avLst>
        </a:prstGeom>
        <a:gradFill flip="none" rotWithShape="1">
          <a:gsLst>
            <a:gs pos="0">
              <a:schemeClr val="accent2">
                <a:lumMod val="0"/>
                <a:lumOff val="100000"/>
              </a:schemeClr>
            </a:gs>
            <a:gs pos="0">
              <a:schemeClr val="accent2">
                <a:lumMod val="0"/>
                <a:lumOff val="100000"/>
              </a:schemeClr>
            </a:gs>
            <a:gs pos="100000">
              <a:schemeClr val="accent2">
                <a:lumMod val="100000"/>
              </a:schemeClr>
            </a:gs>
          </a:gsLst>
          <a:path path="circle">
            <a:fillToRect l="50000" t="50000" r="50000" b="50000"/>
          </a:path>
          <a:tileRect/>
        </a:gra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000" kern="1200" noProof="0" dirty="0">
              <a:solidFill>
                <a:schemeClr val="tx1"/>
              </a:solidFill>
            </a:rPr>
            <a:t>Reconocimiento óptico de caracteres </a:t>
          </a:r>
          <a:br>
            <a:rPr lang="es-ES_tradnl" sz="2000" kern="1200" noProof="0" dirty="0">
              <a:solidFill>
                <a:schemeClr val="tx1"/>
              </a:solidFill>
            </a:rPr>
          </a:br>
          <a:r>
            <a:rPr lang="en-CA" sz="1600" i="1" kern="1200" noProof="0" dirty="0">
              <a:solidFill>
                <a:schemeClr val="tx1"/>
              </a:solidFill>
            </a:rPr>
            <a:t>Optical music recognition (OMR)</a:t>
          </a:r>
          <a:endParaRPr lang="es-ES_tradnl" sz="1600" i="1" kern="1200" noProof="0" dirty="0">
            <a:solidFill>
              <a:schemeClr val="tx1"/>
            </a:solidFill>
          </a:endParaRPr>
        </a:p>
      </dsp:txBody>
      <dsp:txXfrm>
        <a:off x="3357354" y="52540"/>
        <a:ext cx="3028427" cy="1688776"/>
      </dsp:txXfrm>
    </dsp:sp>
    <dsp:sp modelId="{6F39438B-7E43-6B48-B876-12D81D920516}">
      <dsp:nvSpPr>
        <dsp:cNvPr id="0" name=""/>
        <dsp:cNvSpPr/>
      </dsp:nvSpPr>
      <dsp:spPr>
        <a:xfrm>
          <a:off x="6553466" y="384721"/>
          <a:ext cx="1123652" cy="953918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_tradnl" sz="1800" kern="1200" noProof="0" dirty="0">
            <a:solidFill>
              <a:sysClr val="windowText" lastClr="000000"/>
            </a:solidFill>
          </a:endParaRPr>
        </a:p>
      </dsp:txBody>
      <dsp:txXfrm>
        <a:off x="6553466" y="575505"/>
        <a:ext cx="837477" cy="572350"/>
      </dsp:txXfrm>
    </dsp:sp>
    <dsp:sp modelId="{A974DA16-2941-9B45-AE05-99C10BB1617F}">
      <dsp:nvSpPr>
        <dsp:cNvPr id="0" name=""/>
        <dsp:cNvSpPr/>
      </dsp:nvSpPr>
      <dsp:spPr>
        <a:xfrm>
          <a:off x="7756463" y="0"/>
          <a:ext cx="3425221" cy="1793856"/>
        </a:xfrm>
        <a:prstGeom prst="roundRect">
          <a:avLst>
            <a:gd name="adj" fmla="val 10000"/>
          </a:avLst>
        </a:prstGeom>
        <a:gradFill flip="none" rotWithShape="1">
          <a:gsLst>
            <a:gs pos="0">
              <a:schemeClr val="accent2">
                <a:lumMod val="0"/>
                <a:lumOff val="100000"/>
              </a:schemeClr>
            </a:gs>
            <a:gs pos="0">
              <a:schemeClr val="accent2">
                <a:lumMod val="0"/>
                <a:lumOff val="100000"/>
              </a:schemeClr>
            </a:gs>
            <a:gs pos="100000">
              <a:schemeClr val="accent2">
                <a:lumMod val="100000"/>
              </a:schemeClr>
            </a:gs>
          </a:gsLst>
          <a:path path="circle">
            <a:fillToRect l="50000" t="50000" r="50000" b="50000"/>
          </a:path>
          <a:tileRect/>
        </a:gra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900" b="0" kern="1200" noProof="0" dirty="0">
              <a:solidFill>
                <a:schemeClr val="tx1"/>
              </a:solidFill>
            </a:rPr>
            <a:t>Alineamiento automático de voces en partitura </a:t>
          </a:r>
          <a:br>
            <a:rPr lang="es-ES_tradnl" sz="2000" b="0" kern="1200" noProof="0" dirty="0">
              <a:solidFill>
                <a:schemeClr val="tx1"/>
              </a:solidFill>
            </a:rPr>
          </a:br>
          <a:r>
            <a:rPr lang="es-ES_tradnl" sz="1400" b="0" kern="1200" noProof="0" dirty="0">
              <a:solidFill>
                <a:schemeClr val="tx1"/>
              </a:solidFill>
            </a:rPr>
            <a:t>interpretación de la notación mensural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900" b="1" kern="1200" noProof="0" dirty="0">
              <a:solidFill>
                <a:schemeClr val="tx1"/>
              </a:solidFill>
              <a:highlight>
                <a:srgbClr val="ED7D31"/>
              </a:highlight>
            </a:rPr>
            <a:t>y correcciones editoriales</a:t>
          </a:r>
        </a:p>
      </dsp:txBody>
      <dsp:txXfrm>
        <a:off x="7809003" y="52540"/>
        <a:ext cx="3320141" cy="16887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EE8527-C20A-6A4B-8A3E-092B2BAA66E2}" type="datetimeFigureOut">
              <a:rPr lang="en-CA" smtClean="0"/>
              <a:t>2024-10-26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505C0F-A216-A048-875A-87388A6A3BE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59044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7DE536-BCA2-6E4F-9B0F-F68C26DAC58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46438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9951F-FDF8-8D91-2F5C-A7FF13657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086448-C70C-0B80-56AC-03BDFE8FB7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70879B-D702-15CA-4E7E-C7B82EA7D1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_tradnl" sz="1200" b="1" noProof="0" dirty="0"/>
              <a:t>EL CORPUS</a:t>
            </a:r>
            <a:r>
              <a:rPr lang="es-ES_tradnl" sz="1200" noProof="0" dirty="0"/>
              <a:t> DE MÚSICA CON EL QUE ESTOY TRABAJANDO SON los libros de polifonía de la Catedral METROPOLITANA de la ciudad de Guatemala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_tradnl" sz="1200" noProof="0" dirty="0"/>
              <a:t>…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_tradnl" sz="1200" b="1" noProof="0" dirty="0"/>
              <a:t>Esta música se continuó utilizando en Guatemala hasta principios del siglo XIX</a:t>
            </a:r>
            <a:endParaRPr lang="es-ES_tradnl" b="1" noProof="0" dirty="0"/>
          </a:p>
          <a:p>
            <a:endParaRPr lang="es-ES_tradnl" noProof="0" dirty="0"/>
          </a:p>
          <a:p>
            <a:r>
              <a:rPr lang="es-ES_tradnl" noProof="0" dirty="0"/>
              <a:t>[saltar último punto]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40F538-DC61-47A7-BB30-16AD9345BF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263A53-54CC-D649-A281-A4CE3A783B86}" type="slidenum">
              <a:rPr kumimoji="0" lang="en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61079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F5511-F0D7-F8F1-4AA7-315DA9640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63C9E2-48BB-D7B3-B1A9-4C6B76771F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AF3755-A9C8-4EF0-64C1-F729C23A62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_tradnl" sz="1200" noProof="0" dirty="0"/>
              <a:t>Respecto a las características de estos libros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A11C55-044B-8238-071C-F1EF1733CB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263A53-54CC-D649-A281-A4CE3A783B86}" type="slidenum">
              <a:rPr kumimoji="0" lang="en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17893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noProof="0" dirty="0"/>
              <a:t>En cuanto a los compositores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792747-EAAC-B644-81ED-C6A16CD2E1F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37655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noProof="0" dirty="0"/>
              <a:t>Compositores de la Península Ibérica en Amarillo, </a:t>
            </a:r>
          </a:p>
          <a:p>
            <a:r>
              <a:rPr lang="es-ES_tradnl" noProof="0" dirty="0"/>
              <a:t>incluyendo al gran triunvirato de polifonistas españoles: Victoria, Morales, and Guerrero [CLICK]</a:t>
            </a:r>
          </a:p>
          <a:p>
            <a:endParaRPr lang="es-ES_tradnl" noProof="0" dirty="0"/>
          </a:p>
          <a:p>
            <a:r>
              <a:rPr lang="es-ES_tradnl" noProof="0" dirty="0"/>
              <a:t>En verde tenemos a los compositores que estuvieron activos en el virreinato de nueva </a:t>
            </a:r>
            <a:r>
              <a:rPr lang="es-ES_tradnl" noProof="0" dirty="0" err="1"/>
              <a:t>españa</a:t>
            </a:r>
            <a:endParaRPr lang="es-ES_tradnl" noProof="0" dirty="0"/>
          </a:p>
          <a:p>
            <a:r>
              <a:rPr lang="es-ES_tradnl" noProof="0" dirty="0"/>
              <a:t>Donde se incluyen [CLICK] Pedro </a:t>
            </a:r>
            <a:r>
              <a:rPr lang="es-ES_tradnl" noProof="0" dirty="0" err="1"/>
              <a:t>Bermudez</a:t>
            </a:r>
            <a:r>
              <a:rPr lang="es-ES_tradnl" noProof="0" dirty="0"/>
              <a:t>, Gaspar </a:t>
            </a:r>
            <a:r>
              <a:rPr lang="es-ES_tradnl" noProof="0" dirty="0" err="1"/>
              <a:t>Fernandez</a:t>
            </a:r>
            <a:r>
              <a:rPr lang="es-ES_tradnl" noProof="0" dirty="0"/>
              <a:t> y Hernando Franco, que fueron maestros de coro de la Catedral de Guatemala.</a:t>
            </a:r>
          </a:p>
          <a:p>
            <a:endParaRPr lang="es-ES_tradnl" noProof="0" dirty="0"/>
          </a:p>
          <a:p>
            <a:r>
              <a:rPr lang="es-ES_tradnl" noProof="0" dirty="0"/>
              <a:t>Tenemos unos cuantos compositores locales [CLICK] (criollos)</a:t>
            </a:r>
          </a:p>
          <a:p>
            <a:r>
              <a:rPr lang="es-ES_tradnl" noProof="0" dirty="0"/>
              <a:t>[CLICK] </a:t>
            </a:r>
            <a:r>
              <a:rPr lang="es-ES_tradnl" noProof="0" dirty="0" err="1"/>
              <a:t>Fernandez</a:t>
            </a:r>
            <a:r>
              <a:rPr lang="es-ES_tradnl" noProof="0" dirty="0"/>
              <a:t> y Quirós fueron copistas de algunos de estos libros de polifonía.</a:t>
            </a:r>
          </a:p>
          <a:p>
            <a:endParaRPr lang="es-ES_tradnl" noProof="0" dirty="0"/>
          </a:p>
          <a:p>
            <a:r>
              <a:rPr lang="es-ES_tradnl" noProof="0" dirty="0"/>
              <a:t>Y en azul </a:t>
            </a:r>
            <a:r>
              <a:rPr lang="es-ES_tradnl" noProof="0" dirty="0" err="1"/>
              <a:t>tenenos</a:t>
            </a:r>
            <a:r>
              <a:rPr lang="es-ES_tradnl" noProof="0" dirty="0"/>
              <a:t> [CLICK] a otros compositores Europeos </a:t>
            </a:r>
          </a:p>
          <a:p>
            <a:r>
              <a:rPr lang="es-ES_tradnl" noProof="0" dirty="0"/>
              <a:t>Si bajamos [CLICK] también podemos ver que hay bastantes piezas Anónimas</a:t>
            </a:r>
          </a:p>
          <a:p>
            <a:endParaRPr lang="en-US" dirty="0"/>
          </a:p>
          <a:p>
            <a:r>
              <a:rPr lang="en-US" dirty="0"/>
              <a:t>===============================================================</a:t>
            </a:r>
          </a:p>
          <a:p>
            <a:r>
              <a:rPr lang="en-US" dirty="0"/>
              <a:t>So, </a:t>
            </a:r>
            <a:r>
              <a:rPr lang="en-US" b="1" dirty="0"/>
              <a:t>Bermudez</a:t>
            </a:r>
            <a:r>
              <a:rPr lang="en-US" dirty="0"/>
              <a:t> [</a:t>
            </a:r>
            <a:r>
              <a:rPr lang="en-US" dirty="0" err="1"/>
              <a:t>Catedral</a:t>
            </a:r>
            <a:r>
              <a:rPr lang="en-US" dirty="0"/>
              <a:t> de Guatemala, de </a:t>
            </a:r>
            <a:r>
              <a:rPr lang="en-US" b="1" dirty="0"/>
              <a:t>Puebla</a:t>
            </a:r>
            <a:r>
              <a:rPr lang="en-US" dirty="0"/>
              <a:t>] and </a:t>
            </a:r>
            <a:r>
              <a:rPr lang="en-US" b="1" dirty="0"/>
              <a:t>Franco</a:t>
            </a:r>
            <a:r>
              <a:rPr lang="en-US" dirty="0"/>
              <a:t> [</a:t>
            </a:r>
            <a:r>
              <a:rPr lang="en-US" dirty="0" err="1"/>
              <a:t>Catedral</a:t>
            </a:r>
            <a:r>
              <a:rPr lang="en-US" dirty="0"/>
              <a:t> de Segovia, de Santo Domingo, de Santiago de Cuba, </a:t>
            </a:r>
            <a:r>
              <a:rPr lang="en-US" b="1" dirty="0"/>
              <a:t>de Guatemala, de México</a:t>
            </a:r>
            <a:r>
              <a:rPr lang="en-US" dirty="0"/>
              <a:t>] are </a:t>
            </a:r>
            <a:r>
              <a:rPr lang="en-US" b="1" dirty="0"/>
              <a:t>Spanish</a:t>
            </a:r>
            <a:r>
              <a:rPr lang="en-US" dirty="0"/>
              <a:t> composers </a:t>
            </a:r>
          </a:p>
          <a:p>
            <a:r>
              <a:rPr lang="en-US" dirty="0"/>
              <a:t>&amp; </a:t>
            </a:r>
            <a:r>
              <a:rPr lang="en-US" b="1" dirty="0"/>
              <a:t>Gaspar Fernandez [</a:t>
            </a:r>
            <a:r>
              <a:rPr lang="en-US" b="1" dirty="0" err="1"/>
              <a:t>Catedral</a:t>
            </a:r>
            <a:r>
              <a:rPr lang="en-US" b="1" dirty="0"/>
              <a:t> de Guatemala, de Puebla] </a:t>
            </a:r>
            <a:r>
              <a:rPr lang="en-US" dirty="0"/>
              <a:t>is actually Guatemalan. It was previously believed that he was Portuguese, but recent studies by Omar Morales Abril revealed that this Gaspar Fernandez was born and trained in Guatemala.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===============================================================</a:t>
            </a:r>
          </a:p>
          <a:p>
            <a:r>
              <a:rPr lang="en-US" b="0" dirty="0"/>
              <a:t>IF QUESTIONS:</a:t>
            </a:r>
          </a:p>
          <a:p>
            <a:endParaRPr lang="en-US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FROM THE KNOWN COMPOSERS: 151 pieces that are from 16</a:t>
            </a:r>
            <a:r>
              <a:rPr lang="en-US" b="0" baseline="30000" dirty="0"/>
              <a:t>th</a:t>
            </a:r>
            <a:r>
              <a:rPr lang="en-US" b="0" dirty="0"/>
              <a:t> c. composers AGAINST 33 pieces that are from 17-18</a:t>
            </a:r>
            <a:r>
              <a:rPr lang="en-US" b="0" baseline="30000" dirty="0"/>
              <a:t>th</a:t>
            </a:r>
            <a:r>
              <a:rPr lang="en-US" b="0" dirty="0"/>
              <a:t> c. composers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And there are other anonymous (61), and changes (4), and unknown date (3)</a:t>
            </a:r>
          </a:p>
          <a:p>
            <a:endParaRPr lang="en-US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===============================================================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792747-EAAC-B644-81ED-C6A16CD2E1F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87207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_tradnl" noProof="0" dirty="0"/>
              <a:t>Si bajamos también </a:t>
            </a:r>
            <a:r>
              <a:rPr lang="es-ES_tradnl" b="1" noProof="0" dirty="0"/>
              <a:t>podemos ver que hay bastantes piezas Anónimas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==============================================================</a:t>
            </a:r>
          </a:p>
          <a:p>
            <a:r>
              <a:rPr lang="en-US" b="0" dirty="0"/>
              <a:t>IF QUESTIONS:</a:t>
            </a:r>
          </a:p>
          <a:p>
            <a:endParaRPr lang="en-US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FROM THE KNOWN COMPOSERS: 151 pieces that are from 16</a:t>
            </a:r>
            <a:r>
              <a:rPr lang="en-US" b="0" baseline="30000" dirty="0"/>
              <a:t>th</a:t>
            </a:r>
            <a:r>
              <a:rPr lang="en-US" b="0" dirty="0"/>
              <a:t> c. composers AGAINST 33 pieces that are from 17-18</a:t>
            </a:r>
            <a:r>
              <a:rPr lang="en-US" b="0" baseline="30000" dirty="0"/>
              <a:t>th</a:t>
            </a:r>
            <a:r>
              <a:rPr lang="en-US" b="0" dirty="0"/>
              <a:t> c. composers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And there are other anonymous (61), and changes (4), and unknown date (3)</a:t>
            </a:r>
          </a:p>
          <a:p>
            <a:endParaRPr lang="en-US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==============================================================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792747-EAAC-B644-81ED-C6A16CD2E1F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71395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D622A-EF7F-664A-0CD4-7585EB994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48CD21-4F83-90FD-9946-C857C79B5F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0FBD16-1002-3C80-CF94-9643E84DDB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A22137-A5DD-7D4D-6CAE-1FEE9C1D70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792747-EAAC-B644-81ED-C6A16CD2E1F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52115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4BDDB-3AAC-AE81-B5C4-198F183F4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177EE4-4299-0D43-D51E-EFC7BF1B9A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1A5DC8-1C49-B277-AC10-95428C4435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320602-6CB6-D761-BA12-A8E6E81C58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792747-EAAC-B644-81ED-C6A16CD2E1F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67810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74935-B629-DF18-44A9-AB3937EEC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ED1A79-6F2D-B993-7440-2A7AA9C8E5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6F796C-233B-96F4-0DA8-738C84F99B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D0F264-B9E9-0F9D-CCE0-C9E5D24B33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792747-EAAC-B644-81ED-C6A16CD2E1F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03371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87182-2DA6-2710-3362-C1AB34FB1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82A6C4-899B-1180-763A-E5FBC771F5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E2590A-7191-EED5-3E7D-95493AE158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ES_tradnl" b="0" noProof="0" dirty="0"/>
              <a:t>Accesible para el público en general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_tradnl" b="0" noProof="0" dirty="0"/>
              <a:t>Accesible para los músicos de ahora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_tradnl" b="0" noProof="0" dirty="0"/>
              <a:t>[</a:t>
            </a:r>
            <a:r>
              <a:rPr lang="es-ES_tradnl" b="0" i="1" noProof="0" dirty="0"/>
              <a:t>saltar la parte de concordancias </a:t>
            </a:r>
            <a:r>
              <a:rPr lang="es-ES_tradnl" b="0" noProof="0" dirty="0"/>
              <a:t>o </a:t>
            </a:r>
            <a:r>
              <a:rPr lang="es-ES_tradnl" b="0" i="1" noProof="0" dirty="0"/>
              <a:t>“facilitar el estudio de concordancias por medio del uso de software para comparar versiones distintas de la misma pieza”</a:t>
            </a:r>
            <a:r>
              <a:rPr lang="es-ES_tradnl" b="0" noProof="0" dirty="0"/>
              <a:t>]</a:t>
            </a:r>
          </a:p>
          <a:p>
            <a:endParaRPr lang="en-US" b="1" dirty="0"/>
          </a:p>
          <a:p>
            <a:r>
              <a:rPr lang="es-ES_tradnl" b="1" noProof="0" dirty="0"/>
              <a:t>(fuentes concordantes en Europa)</a:t>
            </a:r>
          </a:p>
          <a:p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EE9DD-362B-4C5D-A31C-52BEA13672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792747-EAAC-B644-81ED-C6A16CD2E1F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09446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505C0F-A216-A048-875A-87388A6A3BEC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416896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ES" dirty="0"/>
              <a:t>2. </a:t>
            </a:r>
            <a:r>
              <a:rPr lang="en-GB" dirty="0"/>
              <a:t>S</a:t>
            </a:r>
            <a:r>
              <a:rPr lang="en-ES" dirty="0"/>
              <a:t>oftware de reconocimiento óptico</a:t>
            </a:r>
          </a:p>
          <a:p>
            <a:endParaRPr lang="en-ES" dirty="0"/>
          </a:p>
          <a:p>
            <a:r>
              <a:rPr lang="en-ES" dirty="0"/>
              <a:t>Y estas son las [CLICK] herramientas detrás de cada paso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505C0F-A216-A048-875A-87388A6A3BEC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786165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ES" dirty="0"/>
              <a:t>Y estas son las [CLICK] </a:t>
            </a:r>
            <a:r>
              <a:rPr lang="en-ES" b="1" dirty="0"/>
              <a:t>herramientas detrás de cada paso</a:t>
            </a:r>
          </a:p>
          <a:p>
            <a:endParaRPr lang="en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505C0F-A216-A048-875A-87388A6A3BEC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782739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noProof="0" dirty="0"/>
              <a:t>No encontramos ningún escáner de libro que fuera </a:t>
            </a:r>
            <a:r>
              <a:rPr lang="es-ES_tradnl" noProof="0"/>
              <a:t>apropiado dado </a:t>
            </a:r>
            <a:r>
              <a:rPr lang="es-ES_tradnl" noProof="0" dirty="0"/>
              <a:t>el estado de preservación </a:t>
            </a:r>
            <a:r>
              <a:rPr lang="es-ES_tradnl" noProof="0"/>
              <a:t>y las </a:t>
            </a:r>
            <a:r>
              <a:rPr lang="es-ES_tradnl" noProof="0" dirty="0"/>
              <a:t>dimensiones del libro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505C0F-A216-A048-875A-87388A6A3BEC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294033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B6C05-897D-DC44-8D64-2261A20C8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2D89F3-96F2-FE3C-1601-A7FB4BBC19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523850-F968-EC79-7DB8-38FE1E8845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noProof="0" dirty="0"/>
              <a:t>Puerta movible </a:t>
            </a:r>
            <a:r>
              <a:rPr lang="es-ES_tradnl" noProof="0" dirty="0">
                <a:sym typeface="Wingdings" pitchFamily="2" charset="2"/>
              </a:rPr>
              <a:t> para </a:t>
            </a:r>
            <a:r>
              <a:rPr lang="es-ES_tradnl" noProof="0" dirty="0"/>
              <a:t>poder colocar libros de diferente grosor</a:t>
            </a:r>
          </a:p>
          <a:p>
            <a:endParaRPr lang="es-ES_tradnl" noProof="0" dirty="0"/>
          </a:p>
          <a:p>
            <a:r>
              <a:rPr lang="es-ES_tradnl" noProof="0" dirty="0"/>
              <a:t>Puerta removible </a:t>
            </a:r>
            <a:r>
              <a:rPr lang="es-ES_tradnl" noProof="0" dirty="0">
                <a:sym typeface="Wingdings" pitchFamily="2" charset="2"/>
              </a:rPr>
              <a:t></a:t>
            </a:r>
            <a:r>
              <a:rPr lang="es-ES_tradnl" noProof="0" dirty="0"/>
              <a:t> para esta otra configuración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8CEC76-CCDB-B715-D686-04C946BD7A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505C0F-A216-A048-875A-87388A6A3BEC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34593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61902-238C-00C5-D732-FCFCD9556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2C6BFA-7174-1991-9412-BC2F71594B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18BD9E-318A-5658-5449-847AE55FE5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noProof="0" dirty="0"/>
              <a:t>El software de </a:t>
            </a:r>
            <a:r>
              <a:rPr lang="es-ES_tradnl" noProof="0" dirty="0" err="1"/>
              <a:t>reconcimiento</a:t>
            </a:r>
            <a:r>
              <a:rPr lang="es-ES_tradnl" noProof="0" dirty="0"/>
              <a:t> óptico utilizado para reconocer los símbolos de cada voz es </a:t>
            </a:r>
            <a:r>
              <a:rPr lang="es-ES_tradnl" b="1" noProof="0" dirty="0" err="1"/>
              <a:t>MuRET</a:t>
            </a:r>
            <a:endParaRPr lang="es-ES_tradnl" b="1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594634-AF73-D93F-013D-670618078A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505C0F-A216-A048-875A-87388A6A3BEC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164042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792747-EAAC-B644-81ED-C6A16CD2E1F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50206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noProof="0" dirty="0"/>
              <a:t>Se le puede pedir a </a:t>
            </a:r>
            <a:r>
              <a:rPr lang="es-ES_tradnl" noProof="0" dirty="0" err="1"/>
              <a:t>MuRET</a:t>
            </a:r>
            <a:r>
              <a:rPr lang="es-ES_tradnl" noProof="0" dirty="0"/>
              <a:t> que reconozca automáticamente las regiones donde hay música, es decir, los pentagramas.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792747-EAAC-B644-81ED-C6A16CD2E1F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36205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noProof="0" dirty="0"/>
              <a:t>Proceso automático</a:t>
            </a:r>
          </a:p>
          <a:p>
            <a:endParaRPr lang="es-ES_tradnl" noProof="0" dirty="0"/>
          </a:p>
          <a:p>
            <a:r>
              <a:rPr lang="es-ES_tradnl" noProof="0" dirty="0"/>
              <a:t>El usuario puede corregir errores en esta interfaz (al igual que en el paso anterior)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792747-EAAC-B644-81ED-C6A16CD2E1F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6355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ES_tradnl" noProof="0" dirty="0"/>
              <a:t>Cuando estemos satisfechos con el resultado,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_tradnl" noProof="0" dirty="0"/>
              <a:t>podemos seleccionar las páginas y exportar su contenido a un archivo MEI </a:t>
            </a:r>
            <a:r>
              <a:rPr lang="es-ES_tradnl" noProof="0" dirty="0" err="1"/>
              <a:t>Parts</a:t>
            </a:r>
            <a:r>
              <a:rPr lang="es-ES_tradnl" noProof="0" dirty="0"/>
              <a:t> que codifica los </a:t>
            </a:r>
            <a:r>
              <a:rPr lang="es-ES_tradnl" b="1" noProof="0" dirty="0"/>
              <a:t>símbolos</a:t>
            </a:r>
            <a:r>
              <a:rPr lang="es-ES_tradnl" noProof="0" dirty="0"/>
              <a:t> de cada una de </a:t>
            </a:r>
            <a:r>
              <a:rPr lang="es-ES_tradnl" b="0" noProof="0" dirty="0"/>
              <a:t>las</a:t>
            </a:r>
            <a:r>
              <a:rPr lang="es-ES_tradnl" b="1" noProof="0" dirty="0"/>
              <a:t> partes/voces</a:t>
            </a:r>
            <a:r>
              <a:rPr lang="es-ES_tradnl" noProof="0" dirty="0"/>
              <a:t>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_tradnl" noProof="0" dirty="0"/>
              <a:t>claro, sin interpretación rítmica todavía.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_tradnl" noProof="0" dirty="0"/>
              <a:t>Para la interpretación de la duración de las notas, utilizamos la siguiente herramienta [CLICK]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792747-EAAC-B644-81ED-C6A16CD2E1F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36471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025E8-254D-5132-674C-8DE390073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625EF4-5B5A-18A0-5E14-CD52BF9818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FF792E-6325-6D86-3F72-8DD47C5F1F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5A29F8-9436-0944-FFCC-B29CED6567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505C0F-A216-A048-875A-87388A6A3BEC}" type="slidenum">
              <a:rPr lang="en-CA" smtClean="0"/>
              <a:t>21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8404558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b="0" noProof="0" dirty="0"/>
              <a:t>Cuyo desarrollo es dirigido por Prof. Karen Desmond de la Universidad de </a:t>
            </a:r>
            <a:r>
              <a:rPr lang="es-ES_tradnl" b="0" noProof="0" dirty="0" err="1"/>
              <a:t>Maynooth</a:t>
            </a:r>
            <a:r>
              <a:rPr lang="es-ES_tradnl" b="0" noProof="0" dirty="0"/>
              <a:t> en Irlanda</a:t>
            </a:r>
          </a:p>
          <a:p>
            <a:endParaRPr lang="es-ES_tradnl" b="0" noProof="0" dirty="0"/>
          </a:p>
          <a:p>
            <a:r>
              <a:rPr lang="es-ES_tradnl" b="0" noProof="0" dirty="0"/>
              <a:t>Las desarrolladoras que trabajamos en esto fuimos una colega (Juliette </a:t>
            </a:r>
            <a:r>
              <a:rPr lang="es-ES_tradnl" b="0" noProof="0" dirty="0" err="1"/>
              <a:t>Regimbal</a:t>
            </a:r>
            <a:r>
              <a:rPr lang="es-ES_tradnl" b="0" noProof="0" dirty="0"/>
              <a:t>) y yo (...)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792747-EAAC-B644-81ED-C6A16CD2E1F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54015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37440-CDC0-5118-D4AE-73AEEA7A0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49396A-8D61-D5AE-1FFA-CB4CDADA1F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2E267F-E3BB-22BD-CB40-A6FC395821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b="0" noProof="0" dirty="0"/>
              <a:t>Editor de entrada</a:t>
            </a:r>
          </a:p>
          <a:p>
            <a:r>
              <a:rPr lang="es-ES_tradnl" b="0" noProof="0" dirty="0"/>
              <a:t> - El usuario ingresa manualmente por medio de su teclado de ordenador las notas de la pieza</a:t>
            </a:r>
          </a:p>
          <a:p>
            <a:endParaRPr lang="es-ES_tradnl" b="0" noProof="0" dirty="0"/>
          </a:p>
          <a:p>
            <a:r>
              <a:rPr lang="es-ES_tradnl" b="0" noProof="0" dirty="0"/>
              <a:t>Nosotros podemos saltarnos este paso manual, ya que las notas provienen del software de reconocimiento óptico del paso anterior</a:t>
            </a:r>
          </a:p>
          <a:p>
            <a:endParaRPr lang="es-ES_tradnl" b="0" noProof="0" dirty="0"/>
          </a:p>
          <a:p>
            <a:r>
              <a:rPr lang="es-ES_tradnl" b="0" noProof="0" dirty="0"/>
              <a:t>Y vamos directamente al “Score Editor” o ”Editor de partitura”</a:t>
            </a:r>
          </a:p>
          <a:p>
            <a:r>
              <a:rPr lang="es-ES_tradnl" b="0" noProof="0" dirty="0"/>
              <a:t> - que automáticamente determina la duración de las notas y las alinea en partitura siguiendo un conjunto de reglas (los principios de imperfección y alteración) que yo implementé para esta herramienta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DC7325-A436-5507-2DD3-70D7168FB2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792747-EAAC-B644-81ED-C6A16CD2E1F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610551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794C2B-9FD2-0F47-A56E-0041F7D88FD3}" type="slidenum">
              <a:rPr kumimoji="0" lang="en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189518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794C2B-9FD2-0F47-A56E-0041F7D88FD3}" type="slidenum">
              <a:rPr kumimoji="0" lang="en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21798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kumimoji="0" lang="es-ES_tradnl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Editor de entrada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794C2B-9FD2-0F47-A56E-0041F7D88FD3}" type="slidenum">
              <a:rPr kumimoji="0" lang="en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898002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kumimoji="0" lang="es-ES_tradnl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Editor de partitura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794C2B-9FD2-0F47-A56E-0041F7D88FD3}" type="slidenum">
              <a:rPr kumimoji="0" lang="en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72429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kumimoji="0" lang="es-ES_tradnl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siguiendo los principios de imperfección y alteración que yo implementé en la herramienta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794C2B-9FD2-0F47-A56E-0041F7D88FD3}" type="slidenum">
              <a:rPr kumimoji="0" lang="en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457792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kumimoji="0" lang="es-ES_tradnl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realizar correcciones editoriales, es decir,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endParaRPr kumimoji="0" lang="es-ES_tradnl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Wingdings" pitchFamily="2" charset="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kumimoji="0" lang="es-ES_tradnl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itchFamily="2" charset="2"/>
              </a:rPr>
              <a:t>corregir errores del copista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endParaRPr kumimoji="0" lang="es-ES_tradnl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Wingdings" pitchFamily="2" charset="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kumimoji="0" lang="es-ES_tradnl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itchFamily="2" charset="2"/>
              </a:rPr>
              <a:t>y ambas lecturas, la original y la corregida, son grabadas en ESTE ARCHIVO MEI</a:t>
            </a:r>
          </a:p>
          <a:p>
            <a:endParaRPr lang="en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794C2B-9FD2-0F47-A56E-0041F7D88FD3}" type="slidenum">
              <a:rPr kumimoji="0" lang="en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850548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kumimoji="0" lang="es-ES_tradnl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itchFamily="2" charset="2"/>
              </a:rPr>
              <a:t>MEI partitura </a:t>
            </a:r>
            <a:r>
              <a:rPr kumimoji="0" lang="es-ES_tradnl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itchFamily="2" charset="2"/>
              </a:rPr>
              <a:t>que exportamos al final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794C2B-9FD2-0F47-A56E-0041F7D88FD3}" type="slidenum">
              <a:rPr kumimoji="0" lang="en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69341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EBE66-027E-688F-F567-46F17895F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8D5F85-4B12-6017-B6D9-C6A28643AB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F37A13-E42C-3B64-E27D-D8489D95BD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4B7BE0-580E-FB71-0A42-A1956C101E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505C0F-A216-A048-875A-87388A6A3BEC}" type="slidenum">
              <a:rPr lang="en-CA" smtClean="0"/>
              <a:t>31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1112235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51250-0494-263C-3B86-AC84094D9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550686-22B2-B60E-39AC-40B0890D0F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C8AEB3-0016-3ED2-6A6F-F21C82F426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1DA616-B5DF-7109-3AF3-A41DE8A1C0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505C0F-A216-A048-875A-87388A6A3BEC}" type="slidenum">
              <a:rPr lang="en-CA" smtClean="0"/>
              <a:t>32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0623061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794C2B-9FD2-0F47-A56E-0041F7D88FD3}" type="slidenum">
              <a:rPr kumimoji="0" lang="en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846555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_tradnl" noProof="0" dirty="0"/>
              <a:t>ETIQUETAS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_tradnl" noProof="0" dirty="0"/>
              <a:t>tipos de disonancias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_tradnl" noProof="0" dirty="0"/>
              <a:t>En azul: notas de paso (p), notas vecinas (n por </a:t>
            </a:r>
            <a:r>
              <a:rPr lang="es-ES_tradnl" noProof="0" dirty="0" err="1"/>
              <a:t>neighbour</a:t>
            </a:r>
            <a:r>
              <a:rPr lang="es-ES_tradnl" noProof="0" dirty="0"/>
              <a:t> tones, su nombre en inglés), suspensiones (s) y el agente de dichas suspensiones (g) ..., y más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_tradnl" noProof="0" dirty="0"/>
              <a:t>disonancias cuyo tipo o función es desconocida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_tradnl" noProof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4F76B93-CCA8-994A-A620-064FDA9A35C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210775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7EB86-B630-A9C9-5E55-77096DF18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CDB7EA-6D33-CDCD-244A-BF1CD1D9BD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2CFC87-58DD-79FB-4674-487C1B1DF3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800" b="0" dirty="0">
              <a:sym typeface="Wingdings" pitchFamily="2" charset="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5DBA01-7239-C16D-81FA-89E4FE17FD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792747-EAAC-B644-81ED-C6A16CD2E1F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729502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6FB64-74D1-F624-CB35-224B72589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AF38E7-3A35-1A0E-713F-961E73DF3B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9F10BD-B580-4A00-0BA6-54CF6F2B6E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5855CD-94E7-E12F-6EDE-6CD29180C3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794C2B-9FD2-0F47-A56E-0041F7D88FD3}" type="slidenum">
              <a:rPr kumimoji="0" lang="en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189425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78E82-70DC-85D2-88F5-4B1E1252C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6D07E7-CF21-8CAA-9995-5098C0A67E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24A68C-EF7A-1271-D8D1-6B81DD334C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1AB469-AA89-1376-CCC1-961343E37B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794C2B-9FD2-0F47-A56E-0041F7D88FD3}" type="slidenum">
              <a:rPr kumimoji="0" lang="en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478819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b="0" noProof="0" dirty="0"/>
              <a:t>Quiero agradecer a todas las personas e instituciones que colaboraron en este proyecto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792747-EAAC-B644-81ED-C6A16CD2E1F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633857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b="0" noProof="0" dirty="0"/>
              <a:t>Incluidos mis supervisores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792747-EAAC-B644-81ED-C6A16CD2E1F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324057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b="1" noProof="0" dirty="0"/>
              <a:t>Y agradecerles a ustedes por su atención</a:t>
            </a:r>
          </a:p>
          <a:p>
            <a:endParaRPr lang="en-US" b="1" dirty="0"/>
          </a:p>
          <a:p>
            <a:r>
              <a:rPr lang="en-US" b="1" dirty="0"/>
              <a:t>------------------------------</a:t>
            </a:r>
          </a:p>
          <a:p>
            <a:r>
              <a:rPr lang="en-GB" b="1" dirty="0"/>
              <a:t>D</a:t>
            </a:r>
            <a:r>
              <a:rPr lang="en-ES" b="1" dirty="0"/>
              <a:t>igitization phase</a:t>
            </a:r>
          </a:p>
          <a:p>
            <a:pPr lvl="1"/>
            <a:r>
              <a:rPr lang="en-GB" dirty="0"/>
              <a:t>G</a:t>
            </a:r>
            <a:r>
              <a:rPr lang="en-ES" dirty="0"/>
              <a:t>etting to the other side of the book</a:t>
            </a:r>
          </a:p>
          <a:p>
            <a:pPr lvl="2"/>
            <a:r>
              <a:rPr lang="en-GB" dirty="0"/>
              <a:t>C</a:t>
            </a:r>
            <a:r>
              <a:rPr lang="en-ES" dirty="0"/>
              <a:t>urvature of the page to be photographed </a:t>
            </a:r>
            <a:r>
              <a:rPr lang="en-ES" dirty="0">
                <a:sym typeface="Wingdings" pitchFamily="2" charset="2"/>
              </a:rPr>
              <a:t> sol.</a:t>
            </a:r>
            <a:endParaRPr lang="en-ES" dirty="0"/>
          </a:p>
          <a:p>
            <a:pPr lvl="2"/>
            <a:r>
              <a:rPr lang="en-GB" dirty="0"/>
              <a:t>B</a:t>
            </a:r>
            <a:r>
              <a:rPr lang="en-ES" dirty="0"/>
              <a:t>ook closing abruptly </a:t>
            </a:r>
            <a:r>
              <a:rPr lang="en-ES" dirty="0">
                <a:sym typeface="Wingdings" pitchFamily="2" charset="2"/>
              </a:rPr>
              <a:t> sol.</a:t>
            </a:r>
          </a:p>
          <a:p>
            <a:pPr lvl="1"/>
            <a:r>
              <a:rPr lang="en-GB" dirty="0">
                <a:sym typeface="Wingdings" pitchFamily="2" charset="2"/>
              </a:rPr>
              <a:t>F</a:t>
            </a:r>
            <a:r>
              <a:rPr lang="en-ES" dirty="0">
                <a:sym typeface="Wingdings" pitchFamily="2" charset="2"/>
              </a:rPr>
              <a:t>ailing of software</a:t>
            </a:r>
          </a:p>
          <a:p>
            <a:pPr lvl="2"/>
            <a:r>
              <a:rPr lang="en-GB" dirty="0">
                <a:sym typeface="Wingdings" pitchFamily="2" charset="2"/>
              </a:rPr>
              <a:t>T</a:t>
            </a:r>
            <a:r>
              <a:rPr lang="en-ES" dirty="0">
                <a:sym typeface="Wingdings" pitchFamily="2" charset="2"/>
              </a:rPr>
              <a:t>ethering, official software, hard drives</a:t>
            </a:r>
          </a:p>
          <a:p>
            <a:pPr lvl="1"/>
            <a:r>
              <a:rPr lang="en-GB" dirty="0">
                <a:sym typeface="Wingdings" pitchFamily="2" charset="2"/>
              </a:rPr>
              <a:t>F</a:t>
            </a:r>
            <a:r>
              <a:rPr lang="en-ES" dirty="0">
                <a:sym typeface="Wingdings" pitchFamily="2" charset="2"/>
              </a:rPr>
              <a:t>olio numbering</a:t>
            </a:r>
          </a:p>
          <a:p>
            <a:endParaRPr lang="en-US" b="1" dirty="0"/>
          </a:p>
          <a:p>
            <a:r>
              <a:rPr lang="en-US" dirty="0"/>
              <a:t>Have to come up with a small workflow (series of steps) to make the digitization process as mechanic as possible</a:t>
            </a:r>
          </a:p>
          <a:p>
            <a:r>
              <a:rPr lang="en-US" dirty="0"/>
              <a:t>The page falling and the increase in curvature when reaching the other end of the book</a:t>
            </a:r>
          </a:p>
          <a:p>
            <a:r>
              <a:rPr lang="en-US" dirty="0"/>
              <a:t>Lack of numbers on versos: Printed numbers</a:t>
            </a:r>
            <a:endParaRPr lang="en-US" b="1" dirty="0"/>
          </a:p>
          <a:p>
            <a:r>
              <a:rPr lang="en-US" b="1" dirty="0"/>
              <a:t>------------------------</a:t>
            </a:r>
          </a:p>
          <a:p>
            <a:r>
              <a:rPr lang="en-ES" b="1" dirty="0">
                <a:sym typeface="Wingdings" pitchFamily="2" charset="2"/>
              </a:rPr>
              <a:t>OMR issues</a:t>
            </a:r>
          </a:p>
          <a:p>
            <a:pPr lvl="1"/>
            <a:r>
              <a:rPr lang="en-GB" dirty="0">
                <a:sym typeface="Wingdings" pitchFamily="2" charset="2"/>
              </a:rPr>
              <a:t>E</a:t>
            </a:r>
            <a:r>
              <a:rPr lang="en-ES" dirty="0">
                <a:sym typeface="Wingdings" pitchFamily="2" charset="2"/>
              </a:rPr>
              <a:t>asier next time as the same scribe for other pieces (and now we have a model trained in the whole book)</a:t>
            </a:r>
          </a:p>
          <a:p>
            <a:pPr lvl="1"/>
            <a:r>
              <a:rPr lang="en-GB" dirty="0">
                <a:sym typeface="Wingdings" pitchFamily="2" charset="2"/>
              </a:rPr>
              <a:t>M</a:t>
            </a:r>
            <a:r>
              <a:rPr lang="en-ES" dirty="0">
                <a:sym typeface="Wingdings" pitchFamily="2" charset="2"/>
              </a:rPr>
              <a:t>odel for doc. </a:t>
            </a:r>
            <a:r>
              <a:rPr lang="en-GB" dirty="0">
                <a:sym typeface="Wingdings" pitchFamily="2" charset="2"/>
              </a:rPr>
              <a:t>a</a:t>
            </a:r>
            <a:r>
              <a:rPr lang="en-ES" dirty="0">
                <a:sym typeface="Wingdings" pitchFamily="2" charset="2"/>
              </a:rPr>
              <a:t>nalysis too</a:t>
            </a:r>
            <a:endParaRPr lang="en-ES" b="1" dirty="0">
              <a:sym typeface="Wingdings" pitchFamily="2" charset="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------------------------</a:t>
            </a:r>
            <a:endParaRPr lang="en-ES" b="1" dirty="0">
              <a:sym typeface="Wingdings" pitchFamily="2" charset="2"/>
            </a:endParaRPr>
          </a:p>
          <a:p>
            <a:r>
              <a:rPr lang="en-GB" b="1" dirty="0">
                <a:sym typeface="Wingdings" pitchFamily="2" charset="2"/>
              </a:rPr>
              <a:t>M</a:t>
            </a:r>
            <a:r>
              <a:rPr lang="en-ES" b="1" dirty="0">
                <a:sym typeface="Wingdings" pitchFamily="2" charset="2"/>
              </a:rPr>
              <a:t>p-editor issues</a:t>
            </a:r>
          </a:p>
          <a:p>
            <a:pPr lvl="1"/>
            <a:r>
              <a:rPr lang="en-GB" dirty="0">
                <a:sym typeface="Wingdings" pitchFamily="2" charset="2"/>
              </a:rPr>
              <a:t>S</a:t>
            </a:r>
            <a:r>
              <a:rPr lang="en-ES" dirty="0">
                <a:sym typeface="Wingdings" pitchFamily="2" charset="2"/>
              </a:rPr>
              <a:t>omething that avoids the input interface altogether (or more support for the conversion between MEI and Humdrum within the mp editor) because some information gests lost.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------------------------</a:t>
            </a:r>
          </a:p>
          <a:p>
            <a:pPr lvl="0"/>
            <a:endParaRPr lang="en-ES" dirty="0">
              <a:sym typeface="Wingdings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3C8D95-94C8-8D4A-84AE-2C2CC82A38A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91664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CC48D-45AD-7C37-79D4-13DE63F8B2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C8B355-7A8C-60FB-4FB6-296302C536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9BF85-CE88-470B-8DA0-55F597A07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08200-B696-C347-AF09-8F05BB2275BD}" type="datetime1">
              <a:rPr lang="es-ES_tradnl" smtClean="0"/>
              <a:t>26/10/24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6C2920-2A4F-3DB3-37A3-E656D215F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2DE14-DFB3-2E32-0E2E-AE7151BCD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C20C7-B3FD-A34C-BF3A-6B35AFE0031C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640934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68AF3-1824-8A66-68AF-EA1FB2745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2A96E-BC3C-4DA6-9F1D-AB2C1DD54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69BD68-3A3E-4D0C-2428-49263B014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17AFC-055C-254A-ACB1-19E13CC38A9E}" type="datetime1">
              <a:rPr lang="es-ES_tradnl" smtClean="0"/>
              <a:t>26/10/24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AB5B9-78FB-65DE-8611-D144810B3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D5BC4-5380-D0E5-78DE-08E9BBB24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C20C7-B3FD-A34C-BF3A-6B35AFE0031C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89042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CB946-C885-9F5F-8EBC-0E956B500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1F219E-50F0-828C-D69C-E59CA0B2B7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3780B1-F4D6-55F3-1B1E-A9212EE10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FA49E-2F82-B242-9584-09D478216011}" type="datetime1">
              <a:rPr lang="es-ES_tradnl" smtClean="0"/>
              <a:t>26/10/24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DD43F7-9EFF-CF76-96C3-61072BC4F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F3990B-0E08-B17F-27E8-410B94A7C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C20C7-B3FD-A34C-BF3A-6B35AFE0031C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843469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187C3-9E53-F8BF-F010-16B4556CF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F73B0-CFF8-6AD2-A4AC-68E286859A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D8F287-9C75-8DEB-9282-6970242C2D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B5B3D8-68B1-C1AE-E450-F61834294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8E0B0-7F4C-394F-8709-1E72E2A86B06}" type="datetime1">
              <a:rPr lang="es-ES_tradnl" smtClean="0"/>
              <a:t>26/10/24</a:t>
            </a:fld>
            <a:endParaRPr lang="en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D2187C-EE88-8CC0-23F8-5BD555D1D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C51D48-0923-0A1B-ADFE-4175AB017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C20C7-B3FD-A34C-BF3A-6B35AFE0031C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693245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287AD-C321-BE4D-EBCD-FB0CBBBEE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856542-2C9B-A085-EFEF-4C7AD30504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AC0E5E-B74E-6D48-1733-73BDA6E7CE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9C5AAC-A027-8BE4-912E-2C751A316E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34DA91-4FF0-86FD-0C90-562647CFFA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6F1415-4BC9-51F5-1419-BB987CBA7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DBB-39B9-DC4F-A4CB-37667232E68F}" type="datetime1">
              <a:rPr lang="es-ES_tradnl" smtClean="0"/>
              <a:t>26/10/24</a:t>
            </a:fld>
            <a:endParaRPr lang="en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1259D8-07F7-9AD6-F916-F3F1F296B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B94987-1E5F-FF15-E5C0-A66DB12EB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C20C7-B3FD-A34C-BF3A-6B35AFE0031C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4264761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F51EA-51E6-F313-39FD-D19E6F0D5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ADB57F-6F45-407B-F521-E36ECDC59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1E6D2-D7D8-A94F-A131-7FF7E308F88C}" type="datetime1">
              <a:rPr lang="es-ES_tradnl" smtClean="0"/>
              <a:t>26/10/24</a:t>
            </a:fld>
            <a:endParaRPr lang="en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FA85A3-185B-9A4B-081B-1FCBFFA78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9EC75D-7DB3-5782-44B7-DC09447C5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C20C7-B3FD-A34C-BF3A-6B35AFE0031C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878730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80E6A5-1D82-B6FE-8D3D-5376249AA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7312E-0AC3-F545-88DB-A87452FACED2}" type="datetime1">
              <a:rPr lang="es-ES_tradnl" smtClean="0"/>
              <a:t>26/10/24</a:t>
            </a:fld>
            <a:endParaRPr lang="en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2D50BC-20D8-DF55-8987-37D86290E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566BB1-5961-A13E-7271-DCFA24C08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C20C7-B3FD-A34C-BF3A-6B35AFE0031C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932711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EECA0-1D46-F4E7-21C1-96A51366A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92B15-6221-FC3D-819C-F478977014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CF3965-9B67-655E-8CFB-BAC1DA9D1B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2391C3-DFC6-2FC2-4E67-2D5D4F06F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3E810-46B2-FE4B-BB12-B5B4720103FD}" type="datetime1">
              <a:rPr lang="es-ES_tradnl" smtClean="0"/>
              <a:t>26/10/24</a:t>
            </a:fld>
            <a:endParaRPr lang="en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AD87FA-64CD-DCC5-1A01-9438D0403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B8DF06-3FF5-9A26-DCE1-E500055BE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C20C7-B3FD-A34C-BF3A-6B35AFE0031C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921955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FA326-3947-FE18-CC70-7C179CBD6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ED3751-CE27-C636-B0C3-7CBB77300F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EA051F-C187-7ECA-A1BC-EA2C0C59F5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411C74-9D76-3D1A-E61F-6E15E7E41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98978-A94D-FF46-9349-60E18447C187}" type="datetime1">
              <a:rPr lang="es-ES_tradnl" smtClean="0"/>
              <a:t>26/10/24</a:t>
            </a:fld>
            <a:endParaRPr lang="en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F18892-E6EC-6CF7-A3FA-6B0A2D542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0B41E7-D936-0C20-3960-C04689F1A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C20C7-B3FD-A34C-BF3A-6B35AFE0031C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46423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AA6DF-DB48-C479-9DDC-6AA30CFC0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AAAF22-C17D-651E-E7A9-32847DE825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7AF99D-EDC0-513B-08E2-EB285B948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67BF9-28E2-8940-AB9E-397A400C9AC9}" type="datetime1">
              <a:rPr lang="es-ES_tradnl" smtClean="0"/>
              <a:t>26/10/24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9705C-DEE8-BA55-9B22-10A2BCFE9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4033A8-4B0A-3546-636B-73E9B0E18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C20C7-B3FD-A34C-BF3A-6B35AFE0031C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453535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DB8CE5-9970-A13C-3412-231F747F85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65C509-70B0-ED60-E28D-83700BACA9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37B668-C1B2-F023-B2F2-F2FD681BE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9907D-0FAD-3E4B-B2BD-D5ED150B4E0D}" type="datetime1">
              <a:rPr lang="es-ES_tradnl" smtClean="0"/>
              <a:t>26/10/24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FC16C1-A7E6-448B-872A-73724C85C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66C6B3-7056-4BB6-AA52-A19B20BCD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C20C7-B3FD-A34C-BF3A-6B35AFE0031C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259888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50A0D-BD8A-9F41-BE03-D560198DC4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84A5A3-C89F-5440-9D8F-9C435BB031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A2E044-4ADA-FA4B-A6D9-D18810FDE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E8F5E-63B2-7F4B-8810-13C1104ACBBC}" type="datetime1">
              <a:rPr lang="es-ES_tradnl" smtClean="0"/>
              <a:t>26/10/24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8FDD7-6BBE-2745-9989-576937133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C34B14-A7A3-024C-9CE2-EBDA9A5A5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16BDC-2EEF-D84D-AE1A-346AD4C669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9461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9A826-542C-4D4D-8FAF-2139F87DF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1723D-06B7-1C4B-A603-7CD829AB0A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8F0765-BD01-6A48-BD7C-9C13432B9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5CB28-D65E-9742-9022-A0A7B49D5152}" type="datetime1">
              <a:rPr lang="es-ES_tradnl" smtClean="0"/>
              <a:t>26/10/24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A97D51-F6C9-964C-9B5E-C5E6795DC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4B3165-B834-734C-8FD4-E67B6223B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16BDC-2EEF-D84D-AE1A-346AD4C669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0877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851BF-E55D-894E-ABCF-D2CEFE433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44D26F-1D85-7A4B-B1A4-908EFBFEE8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D3B769-A009-AC43-AF3E-F1F1AA3F2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B02D5-02C0-4C4E-8DCC-86ADC3673313}" type="datetime1">
              <a:rPr lang="es-ES_tradnl" smtClean="0"/>
              <a:t>26/10/24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7B3A0-9EDC-0E4F-9142-B1231FC6D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92244-C08B-1B45-B5F0-ED1BD1C26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16BDC-2EEF-D84D-AE1A-346AD4C669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5403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EFBAD-40C5-1C47-979B-A58B48FEB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D11DC-C45F-934F-B23A-04B9156ADA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E541D9-C2CF-5243-93A0-87510A314F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3BAB21-D1E6-8B48-BA3C-961FCA49F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DC63C-DB0E-2244-B7A4-D87F03E64466}" type="datetime1">
              <a:rPr lang="es-ES_tradnl" smtClean="0"/>
              <a:t>26/10/24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EBF5FF-528C-544F-86D2-60FA7A45F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62184F-9028-EE42-9863-F32F8D065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16BDC-2EEF-D84D-AE1A-346AD4C669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4594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97264-7D0D-3648-88F4-CFF87FAFE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9D51C3-2327-A24F-9FD5-560BBB2415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2847B9-E464-3B4F-B02E-82E3EC8C69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64FA76-3327-4A4E-A9AC-6521676BF8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422991-21AB-F246-8083-CB1B79C7E8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DA4221-5D52-2543-9C1C-EE543327E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FF201-3A0E-8041-B7FE-0647473C9DC5}" type="datetime1">
              <a:rPr lang="es-ES_tradnl" smtClean="0"/>
              <a:t>26/10/24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C2C142-C42A-D940-8E16-AC12CE5B2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4C1B83-4D78-F74B-B636-D1344D2B0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16BDC-2EEF-D84D-AE1A-346AD4C669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4259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6098B-F563-E74D-8512-2E38ECCC5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043CDD-3A29-6549-99F0-6EADB2035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5B58D-6018-4241-A8C9-939A5B045ADB}" type="datetime1">
              <a:rPr lang="es-ES_tradnl" smtClean="0"/>
              <a:t>26/10/24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5E1BD7-DB77-6649-89E6-69BE90B32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5CB31D-CF0B-4A43-AFE0-992E04C0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16BDC-2EEF-D84D-AE1A-346AD4C669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2397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36BD41-FE7B-D043-B598-5C8D87E91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83CCF-92E1-B848-B6F2-C31498176BC8}" type="datetime1">
              <a:rPr lang="es-ES_tradnl" smtClean="0"/>
              <a:t>26/10/24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6D3680-9ECD-DE43-A403-3648C5491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331B54-84CC-1841-8895-5FEE25D7A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16BDC-2EEF-D84D-AE1A-346AD4C669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3989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B4D55-7535-B147-BF17-494C9DBD8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510238-AFFD-1F43-B084-8693489CA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1ECD83-C61C-BE44-8816-39529A40BB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894347-CEAD-4748-83CA-15D7E0FC5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AFC93-DE23-D34A-99FB-887C1CA0B6A5}" type="datetime1">
              <a:rPr lang="es-ES_tradnl" smtClean="0"/>
              <a:t>26/10/24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DBC9CC-BF60-544C-A255-21CA60181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7E421F-D45D-D843-80E6-B8BA8031C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16BDC-2EEF-D84D-AE1A-346AD4C669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5450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D72CF-6E98-344B-951B-0A2C26B8F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5CD876-1510-304B-90B3-179E620521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5AEF55-B81F-5A49-BB4D-50EA35CFD4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512C29-1E4B-0C44-8D85-073556213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0AA14-CC00-FA42-A7D6-A77AB1713F36}" type="datetime1">
              <a:rPr lang="es-ES_tradnl" smtClean="0"/>
              <a:t>26/10/24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7F544D-DAE1-6048-A953-C75970A6F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DDD781-8F38-C04A-A721-86A20083D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16BDC-2EEF-D84D-AE1A-346AD4C669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3956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71FB2-9327-9F48-80AC-E848D81B2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986C3-1539-4148-BBC4-8CD0360460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397B6-3853-B241-9880-0FDAE0605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E7D83-6D4A-6942-980A-70725D1E5E91}" type="datetime1">
              <a:rPr lang="es-ES_tradnl" smtClean="0"/>
              <a:t>26/10/24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6F15A9-3D43-574E-97D7-8518009BC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612DC2-36C2-0945-89FE-9C90EEF66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16BDC-2EEF-D84D-AE1A-346AD4C669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4854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B805BA-C9A6-B342-B1FB-5D830AA9CD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7E53CC-FA9F-C341-9938-8053854DB4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1A6DBA-9645-9748-9A4E-9659F89E9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CC59A-AE52-CB4F-8140-41E41F8A81B7}" type="datetime1">
              <a:rPr lang="es-ES_tradnl" smtClean="0"/>
              <a:t>26/10/24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553998-1442-9C4F-B7AB-7E956C7B4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FDCF97-A0C5-4E4D-861B-5D89F2AC3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16BDC-2EEF-D84D-AE1A-346AD4C669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48820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05EF9-E677-D74A-938C-6F4D9F858F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AAC880-EDC8-BE4D-8E16-CE644EEF4C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7C5441-B30A-B24D-951E-9DD64AC87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93B25-4678-AB4E-9C56-7F099009E393}" type="datetime1">
              <a:rPr lang="es-ES_tradnl" smtClean="0">
                <a:solidFill>
                  <a:prstClr val="black">
                    <a:tint val="75000"/>
                  </a:prstClr>
                </a:solidFill>
              </a:rPr>
              <a:t>26/10/24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758ED7-49C4-4F4F-A56E-A8FB8F45A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1134E2-98A7-0B4E-9806-5E392873F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FBB84-544C-A04C-A3A4-7697852BFAF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11389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530B4-BC9A-6F40-A85D-3BC8FFC3C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8A8C0-E16C-B14D-BF4C-43035A3CF9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8BD964-6E1B-4C4E-B481-93053C11C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BF246-3FDC-8547-A366-96998838FB09}" type="datetime1">
              <a:rPr lang="es-ES_tradnl" smtClean="0">
                <a:solidFill>
                  <a:prstClr val="black">
                    <a:tint val="75000"/>
                  </a:prstClr>
                </a:solidFill>
              </a:rPr>
              <a:t>26/10/24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CE98E2-3824-A744-AB1E-5501FFD1E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8CA455-E575-EA48-B668-D8F432BED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FBB84-544C-A04C-A3A4-7697852BFAF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295929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EFDB3-68B7-1D48-A449-CD1D460CB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048658-A3BE-DF46-B9AD-69CC27841C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8F632-EBC4-B845-A11D-3F7FB6190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FF97D-C426-FB4A-8177-55A094A70422}" type="datetime1">
              <a:rPr lang="es-ES_tradnl" smtClean="0">
                <a:solidFill>
                  <a:prstClr val="black">
                    <a:tint val="75000"/>
                  </a:prstClr>
                </a:solidFill>
              </a:rPr>
              <a:t>26/10/24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7F6352-2DF1-5D41-92BF-3437E7D6D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4F7DF2-82D9-324B-8EE6-B69274983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FBB84-544C-A04C-A3A4-7697852BFAF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515887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497D4-A26B-AD47-B7FE-2273F09F7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D9283-A4FF-4344-93D7-A287DA25A8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C4CD64-E912-FE41-BBDD-46230B1B09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D64B48-A95F-284B-9963-9C206CD5C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D4CEF-2CF1-B644-8DB5-1127CBDD5DBE}" type="datetime1">
              <a:rPr lang="es-ES_tradnl" smtClean="0">
                <a:solidFill>
                  <a:prstClr val="black">
                    <a:tint val="75000"/>
                  </a:prstClr>
                </a:solidFill>
              </a:rPr>
              <a:t>26/10/24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9DB703-2D34-4E42-A579-E6C212369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EB3A87-4335-894C-B61F-037B8E0ED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FBB84-544C-A04C-A3A4-7697852BFAF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038617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A6635-C7BE-494F-87B3-8527928BF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3C8830-65B2-6E47-8B77-30FB51B67F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927F27-E4F1-524A-A762-14071B57EF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418B86-21FC-F248-ABFA-6E06CBFA41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F67005-0D59-B245-B9FB-76D1DEAD8B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363861-3968-CF48-93CC-1E83589DE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64015-C708-464F-92FF-DCCFBE2FF31F}" type="datetime1">
              <a:rPr lang="es-ES_tradnl" smtClean="0">
                <a:solidFill>
                  <a:prstClr val="black">
                    <a:tint val="75000"/>
                  </a:prstClr>
                </a:solidFill>
              </a:rPr>
              <a:t>26/10/24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5EE204-6F58-FC40-8B36-6816ADE55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7C2A4B-B461-DC49-AF14-3E012772E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FBB84-544C-A04C-A3A4-7697852BFAF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143817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E673F-D3B1-D74F-BDAE-30F6929CD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10CB7B-D0E3-7340-865D-D98205A11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0FC0C-6730-AE4F-BAF2-978C151678F7}" type="datetime1">
              <a:rPr lang="es-ES_tradnl" smtClean="0">
                <a:solidFill>
                  <a:prstClr val="black">
                    <a:tint val="75000"/>
                  </a:prstClr>
                </a:solidFill>
              </a:rPr>
              <a:t>26/10/24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40639C-2178-5940-8C80-D5DC7064A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9D73C5-51B2-FA48-831A-5E1FCB0D4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FBB84-544C-A04C-A3A4-7697852BFAF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082395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33A253-A751-BF45-9B1C-9E65C7C6B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4493F-7BB0-0244-ADE9-9A02818F26D7}" type="datetime1">
              <a:rPr lang="es-ES_tradnl" smtClean="0">
                <a:solidFill>
                  <a:prstClr val="black">
                    <a:tint val="75000"/>
                  </a:prstClr>
                </a:solidFill>
              </a:rPr>
              <a:t>26/10/24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455B92-028D-C944-95EC-F21001B2A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A1F577-1B3A-2E44-A133-F3DEA1AA9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FBB84-544C-A04C-A3A4-7697852BFAF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15023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20E96-EB5F-CD4A-A1A6-569B3F27A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F10B6-5076-E048-B9D0-1C635E73D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8855A1-AE3F-8C47-8D6E-C3E9A10C50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4C2B44-2473-AB4D-8BCD-DF88BC67E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61FB0-A2D8-AF4C-B96D-18A9A7CCF67C}" type="datetime1">
              <a:rPr lang="es-ES_tradnl" smtClean="0">
                <a:solidFill>
                  <a:prstClr val="black">
                    <a:tint val="75000"/>
                  </a:prstClr>
                </a:solidFill>
              </a:rPr>
              <a:t>26/10/24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A2892C-FA5E-C749-936A-152F80B76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56ABEE-E946-2A46-B5AF-0CAABA054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FBB84-544C-A04C-A3A4-7697852BFAF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685008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0A1F3-8BB4-DC4E-A2AE-F51E19A9A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DF0E07-0D74-4345-8C38-3B893223DB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9B73CF-E9FE-E04F-9E47-2BE84AACC9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D1EF4B-A979-9740-B980-AA383E6AC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A1E79-A26D-D740-92C0-7E9AFAA1815A}" type="datetime1">
              <a:rPr lang="es-ES_tradnl" smtClean="0">
                <a:solidFill>
                  <a:prstClr val="black">
                    <a:tint val="75000"/>
                  </a:prstClr>
                </a:solidFill>
              </a:rPr>
              <a:t>26/10/24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A44A02-5C9B-354A-A603-3A0ACFA8D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768DF0-3979-8348-99E1-8AC0242B5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FBB84-544C-A04C-A3A4-7697852BFAF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607309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5367F-8728-1244-8233-D61C0C4A4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3428FA-D102-AA46-B497-C5666F3BF9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DE1517-92B3-F247-80B9-ACEF9BC0E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B1BF0-B6E0-A14B-8279-A0992C9572EE}" type="datetime1">
              <a:rPr lang="es-ES_tradnl" smtClean="0">
                <a:solidFill>
                  <a:prstClr val="black">
                    <a:tint val="75000"/>
                  </a:prstClr>
                </a:solidFill>
              </a:rPr>
              <a:t>26/10/24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F90506-5B0A-1747-84CF-BE9524FB2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E0676C-E082-E541-94EC-A9F4AC629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FBB84-544C-A04C-A3A4-7697852BFAF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971357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5AA3F2-A58A-ED4F-BDC5-7D66698C76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28DDB9-956D-5F43-92E5-D083E2E312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B9759B-AC05-2041-BD7B-CDAB7238F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4BF92-7A62-FD44-B84B-6BF56A3DC9F1}" type="datetime1">
              <a:rPr lang="es-ES_tradnl" smtClean="0">
                <a:solidFill>
                  <a:prstClr val="black">
                    <a:tint val="75000"/>
                  </a:prstClr>
                </a:solidFill>
              </a:rPr>
              <a:t>26/10/24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46BE8A-96D1-E74F-9D09-93C88D2C0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CEFFA2-1DC5-0C41-8546-3FFA364CD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FBB84-544C-A04C-A3A4-7697852BFAF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4215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1_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 algn="ctr">
              <a:spcBef>
                <a:spcPts val="0"/>
              </a:spcBef>
              <a:buSzPct val="100000"/>
              <a:defRPr sz="4800"/>
            </a:lvl1pPr>
            <a:lvl2pPr lvl="1" algn="ctr">
              <a:spcBef>
                <a:spcPts val="0"/>
              </a:spcBef>
              <a:buSzPct val="100000"/>
              <a:defRPr sz="4800"/>
            </a:lvl2pPr>
            <a:lvl3pPr lvl="2" algn="ctr">
              <a:spcBef>
                <a:spcPts val="0"/>
              </a:spcBef>
              <a:buSzPct val="100000"/>
              <a:defRPr sz="4800"/>
            </a:lvl3pPr>
            <a:lvl4pPr lvl="3" algn="ctr">
              <a:spcBef>
                <a:spcPts val="0"/>
              </a:spcBef>
              <a:buSzPct val="100000"/>
              <a:defRPr sz="4800"/>
            </a:lvl4pPr>
            <a:lvl5pPr lvl="4" algn="ctr">
              <a:spcBef>
                <a:spcPts val="0"/>
              </a:spcBef>
              <a:buSzPct val="100000"/>
              <a:defRPr sz="4800"/>
            </a:lvl5pPr>
            <a:lvl6pPr lvl="5" algn="ctr">
              <a:spcBef>
                <a:spcPts val="0"/>
              </a:spcBef>
              <a:buSzPct val="100000"/>
              <a:defRPr sz="4800"/>
            </a:lvl6pPr>
            <a:lvl7pPr lvl="6" algn="ctr">
              <a:spcBef>
                <a:spcPts val="0"/>
              </a:spcBef>
              <a:buSzPct val="100000"/>
              <a:defRPr sz="4800"/>
            </a:lvl7pPr>
            <a:lvl8pPr lvl="7" algn="ctr">
              <a:spcBef>
                <a:spcPts val="0"/>
              </a:spcBef>
              <a:buSzPct val="100000"/>
              <a:defRPr sz="4800"/>
            </a:lvl8pPr>
            <a:lvl9pPr lvl="8" algn="ctr">
              <a:spcBef>
                <a:spcPts val="0"/>
              </a:spcBef>
              <a:buSzPct val="100000"/>
              <a:defRPr sz="4800"/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sldNum" idx="12"/>
          </p:nvPr>
        </p:nvSpPr>
        <p:spPr>
          <a:xfrm>
            <a:off x="11296609" y="6217621"/>
            <a:ext cx="731600" cy="52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fld id="{00000000-1234-1234-1234-123412341234}" type="slidenum">
              <a:rPr lang="e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485058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03F16-4236-3343-BECA-4574FE7FD0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80C287-065C-014E-A5F5-26CB9D71D6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9F95F0-5F19-F943-A020-924670A58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7FF18-4CF1-FF4E-AB1A-9FD4B63B1177}" type="datetime1">
              <a:rPr lang="es-ES_tradnl" smtClean="0"/>
              <a:t>26/10/24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6120E9-8077-244D-93E6-80EC26BF8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7C90A-BE50-D74F-9E46-CF7FFCEBF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79235-E426-D04C-BD5A-D6C3FB9C44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28764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527E9-B021-B54B-AB8A-28DE9A8A7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E4121-90E4-C346-9A21-3D4D431353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6F4A6-36B4-8042-88E0-7D93F3B2F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A62A1-5C4C-1D41-A22F-114997656029}" type="datetime1">
              <a:rPr lang="es-ES_tradnl" smtClean="0"/>
              <a:t>26/10/24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682C2E-14B6-5545-A205-4331ABEFD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05507-DE75-0D46-9D70-7774DB3E0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79235-E426-D04C-BD5A-D6C3FB9C44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79219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4268C-72AD-5E44-A5B1-3FAF50F61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607C13-1156-B64F-95E4-1077613ACF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426FBB-CFCD-8942-A4F4-11177CB03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88719-7289-0C42-AD46-149523B644E0}" type="datetime1">
              <a:rPr lang="es-ES_tradnl" smtClean="0"/>
              <a:t>26/10/24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4F140C-6616-3447-ACBB-10A395BCE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5E4362-E124-C54F-98BA-67D60558E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79235-E426-D04C-BD5A-D6C3FB9C44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71736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57CCB-66AF-B541-B1BC-6F296AF33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8FC306-D8A5-5F4D-B670-4C7CC6D080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7E6428-5729-9449-9F43-64CFB84DEB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90A18C-F9AF-924D-8F05-E474CCE9B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CBF3A-EC77-FA43-AE82-60315839E1A2}" type="datetime1">
              <a:rPr lang="es-ES_tradnl" smtClean="0"/>
              <a:t>26/10/24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60876F-68EA-CD4A-A975-BA7AD4886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9675AF-8DDC-8343-8921-AA9C61A51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79235-E426-D04C-BD5A-D6C3FB9C44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70743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17600-C63C-E849-9411-D54C8C13B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DC654F-5341-E544-8AE5-60E2B5D961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B12A0D-A68B-BA46-9113-91BFB5BFA0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79D39B-EB61-2D45-BFC2-51D42D7668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561B64-F4E9-C340-9D39-7BF6F37A71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39E5B6-3BE2-8B43-A0EC-1CBEAE21D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BE5CE-F734-A94B-9A3D-0768BB7AF863}" type="datetime1">
              <a:rPr lang="es-ES_tradnl" smtClean="0"/>
              <a:t>26/10/24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1EDDEA-8BC1-214E-BD85-D5CE1C8DD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F60134-BC77-6B46-91E6-0D4C07FF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79235-E426-D04C-BD5A-D6C3FB9C44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61827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08F34-2468-1849-B0BC-77FA148B2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328953-95FF-A644-8241-4CE9538CA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6B701-444F-A340-9897-5344D7C0BA6C}" type="datetime1">
              <a:rPr lang="es-ES_tradnl" smtClean="0"/>
              <a:t>26/10/24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4DF2F7-B35F-8042-9A97-7269D0E6E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C93C21-01B8-1743-9EC1-601ED4D5F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79235-E426-D04C-BD5A-D6C3FB9C44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8119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9CFA0F-CA54-504C-83D2-8B283F791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D592A-6147-2B4C-86EB-7A0C7190AB57}" type="datetime1">
              <a:rPr lang="es-ES_tradnl" smtClean="0"/>
              <a:t>26/10/24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0CB52E-B398-CE42-B4DF-E111E2680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9AA77A-AEFA-2C4A-AB18-194BAB5F5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79235-E426-D04C-BD5A-D6C3FB9C44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28446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C23B7-A2D3-2F49-8F7A-DDCC583D9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9146A-A511-2043-A2A9-54572BEE5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3E4F2A-0197-7B4A-8588-69EAB9B07A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9B32FA-C9C8-3D44-8166-9E23F3F6C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426E-1688-5540-8464-B8BEE0D40D9C}" type="datetime1">
              <a:rPr lang="es-ES_tradnl" smtClean="0"/>
              <a:t>26/10/24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C53010-DF79-6B45-86B7-AE5BD3596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A8B42D-5176-8846-99D8-C64A86D34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79235-E426-D04C-BD5A-D6C3FB9C44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66908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211F0-9C63-5142-BDE2-ACDA6986C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FB55D9-18DB-2243-85B6-39F6633197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FC27B6-C818-1C44-BED6-911FDF1859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355A89-E69A-A348-932D-8004B6D5E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4621A-97A9-6E4A-B41F-E61F1249BDD4}" type="datetime1">
              <a:rPr lang="es-ES_tradnl" smtClean="0"/>
              <a:t>26/10/24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08666E-76ED-294D-8707-BF96EFA8A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3CE9D3-7415-A74C-ABE7-8E9B686E8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79235-E426-D04C-BD5A-D6C3FB9C44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45032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1D6BA-05B8-FE43-BCF9-138EC952E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4173C5-072C-1F4A-8DE2-986E806903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5960D-80BC-FA40-B53B-4362B8068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F6E95-9510-5A4B-8D03-A915DCB7CADD}" type="datetime1">
              <a:rPr lang="es-ES_tradnl" smtClean="0"/>
              <a:t>26/10/24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4CE12-FD59-3446-B0F1-C5FAD0315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AB6F1-AB9E-0E45-984D-CF3197026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79235-E426-D04C-BD5A-D6C3FB9C44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96201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243CE5-3535-3549-A0DC-6C5FAA6DCC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6053AA-6FA9-C542-8E2D-FD157F0AC2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04C101-5AE1-C243-A8E3-A265F965D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D766E-5C99-5641-BD2E-74D6C04829A5}" type="datetime1">
              <a:rPr lang="es-ES_tradnl" smtClean="0"/>
              <a:t>26/10/24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98375-5BB5-F240-9435-F590D2333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09DD46-99A7-CC49-8886-61133130C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79235-E426-D04C-BD5A-D6C3FB9C44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97501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1_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 algn="ctr">
              <a:spcBef>
                <a:spcPts val="0"/>
              </a:spcBef>
              <a:buSzPct val="100000"/>
              <a:defRPr sz="4800"/>
            </a:lvl1pPr>
            <a:lvl2pPr lvl="1" algn="ctr">
              <a:spcBef>
                <a:spcPts val="0"/>
              </a:spcBef>
              <a:buSzPct val="100000"/>
              <a:defRPr sz="4800"/>
            </a:lvl2pPr>
            <a:lvl3pPr lvl="2" algn="ctr">
              <a:spcBef>
                <a:spcPts val="0"/>
              </a:spcBef>
              <a:buSzPct val="100000"/>
              <a:defRPr sz="4800"/>
            </a:lvl3pPr>
            <a:lvl4pPr lvl="3" algn="ctr">
              <a:spcBef>
                <a:spcPts val="0"/>
              </a:spcBef>
              <a:buSzPct val="100000"/>
              <a:defRPr sz="4800"/>
            </a:lvl4pPr>
            <a:lvl5pPr lvl="4" algn="ctr">
              <a:spcBef>
                <a:spcPts val="0"/>
              </a:spcBef>
              <a:buSzPct val="100000"/>
              <a:defRPr sz="4800"/>
            </a:lvl5pPr>
            <a:lvl6pPr lvl="5" algn="ctr">
              <a:spcBef>
                <a:spcPts val="0"/>
              </a:spcBef>
              <a:buSzPct val="100000"/>
              <a:defRPr sz="4800"/>
            </a:lvl6pPr>
            <a:lvl7pPr lvl="6" algn="ctr">
              <a:spcBef>
                <a:spcPts val="0"/>
              </a:spcBef>
              <a:buSzPct val="100000"/>
              <a:defRPr sz="4800"/>
            </a:lvl7pPr>
            <a:lvl8pPr lvl="7" algn="ctr">
              <a:spcBef>
                <a:spcPts val="0"/>
              </a:spcBef>
              <a:buSzPct val="100000"/>
              <a:defRPr sz="4800"/>
            </a:lvl8pPr>
            <a:lvl9pPr lvl="8" algn="ctr">
              <a:spcBef>
                <a:spcPts val="0"/>
              </a:spcBef>
              <a:buSzPct val="100000"/>
              <a:defRPr sz="4800"/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sldNum" idx="12"/>
          </p:nvPr>
        </p:nvSpPr>
        <p:spPr>
          <a:xfrm>
            <a:off x="11296609" y="6217621"/>
            <a:ext cx="731600" cy="52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17281321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740AE-E6DD-C3D6-338F-3322AB18A1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B20F2F-E1A6-C74E-D738-3C96D498E7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AC9578-199B-B3B7-E631-ED7481EE0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B5AA7-0BD3-C94C-B74F-F5869AF81814}" type="datetime1">
              <a:rPr lang="es-ES_tradnl" smtClean="0"/>
              <a:t>26/10/24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B52A04-D25E-F3C0-7605-1BE4EB7E8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0A8CAC-780B-2DE9-66A9-913E5F01F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1E608-4ABA-A44A-8E4D-08C78B798BF4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09827016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7458B-6F21-26D0-69E4-BA3B63F0E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CD668-813E-C5BC-13AE-D81D71E052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78BF72-465C-BCF6-7BA1-DC70181D4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72A72-586D-324B-A9A5-FEE412916052}" type="datetime1">
              <a:rPr lang="es-ES_tradnl" smtClean="0"/>
              <a:t>26/10/24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C6B935-523F-C2CF-4FEC-D4D935A55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631DAC-395F-1B66-1989-05E490114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1E608-4ABA-A44A-8E4D-08C78B798BF4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62504974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22655-7368-E3B0-1C23-8ED8104CF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FFB8D5-59E1-59F2-FF13-83D985F6A9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FF01A7-501D-7EC1-25BC-25BF1EEA1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3BF50-7F76-A14C-9FF3-135D8727928F}" type="datetime1">
              <a:rPr lang="es-ES_tradnl" smtClean="0"/>
              <a:t>26/10/24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F8F76-B4BC-4DA0-C90C-1F922B91A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FD92BE-AB9F-D85C-47D4-3BB6DAC53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1E608-4ABA-A44A-8E4D-08C78B798BF4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420581581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D1326-B306-DBE2-5F1C-BEE951BB4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2701E-B650-CD9B-0A6A-8BA94FF21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226117-3285-4D4C-851D-EB685A7307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25AEB4-BD60-6DD6-8389-0C7794089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FDEA6-F643-BD4C-B6D7-58BE5B6D22D1}" type="datetime1">
              <a:rPr lang="es-ES_tradnl" smtClean="0"/>
              <a:t>26/10/24</a:t>
            </a:fld>
            <a:endParaRPr lang="en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F6C81C-3818-0E53-BA31-4A12BD447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610D9D-25A1-5CE1-CE36-5DE6FC322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1E608-4ABA-A44A-8E4D-08C78B798BF4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43216186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4C207-0083-F2A2-7A72-DEAC93D63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AF0930-E895-5998-1809-CBBB04A72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CEE4A1-37EC-815E-C76A-4F45F90EE3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078080-1D7C-9DD4-5D71-39D86A90D1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0CD07E-F28E-AC9E-6367-64D4F2F1EB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2E5920-5AC9-E8DA-28B0-4E6FAF0F8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95477-EE9C-7F47-9F47-8FFF4BA998EB}" type="datetime1">
              <a:rPr lang="es-ES_tradnl" smtClean="0"/>
              <a:t>26/10/24</a:t>
            </a:fld>
            <a:endParaRPr lang="en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130D37-F566-5D3A-A42F-06052EDBA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840BE4-2599-B2D5-3A28-24D1DD64B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1E608-4ABA-A44A-8E4D-08C78B798BF4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27079221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60C09-025B-1E39-CF6B-9F4DF0F41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22F065-75E6-5EA4-B612-32334BA57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AE726-41BE-E349-A761-0360D62CA23B}" type="datetime1">
              <a:rPr lang="es-ES_tradnl" smtClean="0"/>
              <a:t>26/10/24</a:t>
            </a:fld>
            <a:endParaRPr lang="en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18A10B-FBB3-2334-F666-3659356A7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720474-DAFD-1201-E9BF-38B06CBBC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1E608-4ABA-A44A-8E4D-08C78B798BF4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99517969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66E321-E3AD-4CB0-36E2-250C33D1E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D033A-4DC3-0E4C-B40B-3F05F4F61A6A}" type="datetime1">
              <a:rPr lang="es-ES_tradnl" smtClean="0"/>
              <a:t>26/10/24</a:t>
            </a:fld>
            <a:endParaRPr lang="en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3A66AB-90BE-E62B-23FB-975CEAE60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098F2D-0144-250B-7606-1FDF520C2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1E608-4ABA-A44A-8E4D-08C78B798BF4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92877390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E4E96-5E26-1CB2-8A9E-6A3855D2B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4FC47-BF1C-4303-FE7B-1FA682FFD5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D38362-69EC-772E-29A3-611E898F70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02484B-BD22-111B-6053-1D83DF01C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A4889-8524-6545-AC45-28BF1FB09934}" type="datetime1">
              <a:rPr lang="es-ES_tradnl" smtClean="0"/>
              <a:t>26/10/24</a:t>
            </a:fld>
            <a:endParaRPr lang="en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228976-D851-4760-96B7-FD66E4045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DF14DD-995B-75A9-5E76-F228A7DD1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1E608-4ABA-A44A-8E4D-08C78B798BF4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60310620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B5E4E-0A85-3596-D742-ECBCE4382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1448FE-4646-B9B8-EFD7-46595BF098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BC8026-61E7-4A55-2468-3531C8EB71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A90CB-392D-CA0E-4985-6C1EDECD7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88598-B7E4-BD43-BCC9-665B9BAF103E}" type="datetime1">
              <a:rPr lang="es-ES_tradnl" smtClean="0"/>
              <a:t>26/10/24</a:t>
            </a:fld>
            <a:endParaRPr lang="en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C993F0-C731-69E1-0174-3F0958390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F1AD0F-602C-049D-A87A-268F410B2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1E608-4ABA-A44A-8E4D-08C78B798BF4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05828505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CA554-CB50-566A-E105-F9D12B369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FFBEEF-82D3-7C3B-5275-6F9D697674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F9C834-A55F-8D4B-4C97-C2A73BD75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605B5-E46B-1C4D-B7BD-5BCBB42D353A}" type="datetime1">
              <a:rPr lang="es-ES_tradnl" smtClean="0"/>
              <a:t>26/10/24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D7298-760E-3336-53A2-A17CEEE13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B586D6-DAAF-3F5E-95F9-2F5E87348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1E608-4ABA-A44A-8E4D-08C78B798BF4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54871891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5E3800-7D9A-99A3-B825-D2637D7BC6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4DEA18-9F62-DEE6-8B38-BF9CF3B78F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8D0B22-1975-AFE6-B545-BA52F355B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90D57-DC00-0645-B611-621297D542C2}" type="datetime1">
              <a:rPr lang="es-ES_tradnl" smtClean="0"/>
              <a:t>26/10/24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83220F-B5A1-F76B-25B7-FBCB0012E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002E61-3B98-A785-E826-ED392F3AF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1E608-4ABA-A44A-8E4D-08C78B798BF4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20229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4.xml"/><Relationship Id="rId3" Type="http://schemas.openxmlformats.org/officeDocument/2006/relationships/slideLayout" Target="../slideLayouts/slideLayout49.xml"/><Relationship Id="rId7" Type="http://schemas.openxmlformats.org/officeDocument/2006/relationships/slideLayout" Target="../slideLayouts/slideLayout53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498E3-0B48-2BAE-8058-267D5B75C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3D3ED7-011C-71A3-B334-B79D57FBEE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793B1F-E7ED-D824-4D1A-5AE5F48148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56CAB8-F5BA-624E-B70A-37AD831F51C9}" type="datetime1">
              <a:rPr lang="es-ES_tradnl" smtClean="0"/>
              <a:t>26/10/24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8FB49-21A4-366D-995C-DE08BD5B8B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17031-645A-914F-99E5-3C4A911971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4C20C7-B3FD-A34C-BF3A-6B35AFE0031C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240123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7A41ED-F225-2A49-ACE1-BEA702E5F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3297C6-F4DD-2145-AB32-5A728BE1D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880E4-2C33-3F49-AC33-72780E9132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0113C9-0C97-F64C-9BE2-6E059F04D823}" type="datetime1">
              <a:rPr lang="es-ES_tradnl" smtClean="0"/>
              <a:t>26/10/24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66E664-9904-F54C-9DD3-EB73BE2CC7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8B21DD-ED28-6648-BA40-3DFD41D4F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516BDC-2EEF-D84D-AE1A-346AD4C669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52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D65873-547C-4C47-9558-C3597A317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9068CD-6C91-474D-BAAE-7538021EFD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5036F5-B1E3-D74E-AEB3-9F924A4359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2E3CB8-191D-AD44-8CC5-1E9B289C2055}" type="datetime1">
              <a:rPr lang="es-ES_tradnl" smtClean="0">
                <a:solidFill>
                  <a:prstClr val="black">
                    <a:tint val="75000"/>
                  </a:prstClr>
                </a:solidFill>
              </a:rPr>
              <a:t>26/10/24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71F16-C655-E24C-917E-CF06A47F4D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F08D2F-C2B8-4849-AF2F-FC2FB89664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8FBB84-544C-A04C-A3A4-7697852BFAF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4752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110C92-16C2-5942-8224-C61DA53EF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A069A4-2016-D343-B37A-DBB85CCF6F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20C28B-0772-CB4E-A83A-3BA55AE8B0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EC38F6-5C91-5743-B94E-FC67B5B9F132}" type="datetime1">
              <a:rPr lang="es-ES_tradnl" smtClean="0"/>
              <a:t>26/10/24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95C52-5E2D-AC4F-93CD-C2D4F09ADB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7540FB-A639-B449-A057-55D7CCF9B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B79235-E426-D04C-BD5A-D6C3FB9C44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825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65809F-EC44-6DE9-CF4A-83E2DD3E8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F281F4-FC61-3F1B-E041-79D1CAA7C0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5DBA96-43EC-4148-ACC9-4D66357762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6DBDE8-793E-9F4D-A707-2DC2ABEBA92A}" type="datetime1">
              <a:rPr lang="es-ES_tradnl" smtClean="0"/>
              <a:t>26/10/24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CDFA63-DD59-955D-8F39-F5E4FF978C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547A3-7DD4-A1D5-ACED-73FE003B42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D1E608-4ABA-A44A-8E4D-08C78B798BF4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999849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2.xml"/><Relationship Id="rId11" Type="http://schemas.openxmlformats.org/officeDocument/2006/relationships/image" Target="../media/image14.png"/><Relationship Id="rId5" Type="http://schemas.openxmlformats.org/officeDocument/2006/relationships/diagramQuickStyle" Target="../diagrams/quickStyle2.xml"/><Relationship Id="rId10" Type="http://schemas.openxmlformats.org/officeDocument/2006/relationships/image" Target="../media/image13.png"/><Relationship Id="rId4" Type="http://schemas.openxmlformats.org/officeDocument/2006/relationships/diagramLayout" Target="../diagrams/layout2.xml"/><Relationship Id="rId9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13" Type="http://schemas.openxmlformats.org/officeDocument/2006/relationships/image" Target="../media/image16.jpe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3.xml"/><Relationship Id="rId11" Type="http://schemas.openxmlformats.org/officeDocument/2006/relationships/image" Target="../media/image14.png"/><Relationship Id="rId5" Type="http://schemas.openxmlformats.org/officeDocument/2006/relationships/diagramQuickStyle" Target="../diagrams/quickStyle3.xml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diagramLayout" Target="../diagrams/layout3.xml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12" Type="http://schemas.openxmlformats.org/officeDocument/2006/relationships/image" Target="../media/image2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4.xml"/><Relationship Id="rId11" Type="http://schemas.openxmlformats.org/officeDocument/2006/relationships/image" Target="../media/image22.jpeg"/><Relationship Id="rId5" Type="http://schemas.openxmlformats.org/officeDocument/2006/relationships/diagramQuickStyle" Target="../diagrams/quickStyle4.xml"/><Relationship Id="rId10" Type="http://schemas.openxmlformats.org/officeDocument/2006/relationships/image" Target="../media/image21.png"/><Relationship Id="rId4" Type="http://schemas.openxmlformats.org/officeDocument/2006/relationships/diagramLayout" Target="../diagrams/layout4.xml"/><Relationship Id="rId9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13" Type="http://schemas.openxmlformats.org/officeDocument/2006/relationships/image" Target="../media/image25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5.xml"/><Relationship Id="rId11" Type="http://schemas.openxmlformats.org/officeDocument/2006/relationships/image" Target="../media/image22.jpeg"/><Relationship Id="rId5" Type="http://schemas.openxmlformats.org/officeDocument/2006/relationships/diagramQuickStyle" Target="../diagrams/quickStyle5.xml"/><Relationship Id="rId10" Type="http://schemas.openxmlformats.org/officeDocument/2006/relationships/image" Target="../media/image21.png"/><Relationship Id="rId4" Type="http://schemas.openxmlformats.org/officeDocument/2006/relationships/diagramLayout" Target="../diagrams/layout5.xml"/><Relationship Id="rId9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6.xml"/><Relationship Id="rId3" Type="http://schemas.openxmlformats.org/officeDocument/2006/relationships/image" Target="../media/image26.png"/><Relationship Id="rId7" Type="http://schemas.openxmlformats.org/officeDocument/2006/relationships/diagramLayout" Target="../diagrams/layout6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6" Type="http://schemas.openxmlformats.org/officeDocument/2006/relationships/diagramData" Target="../diagrams/data6.xml"/><Relationship Id="rId11" Type="http://schemas.openxmlformats.org/officeDocument/2006/relationships/image" Target="../media/image28.png"/><Relationship Id="rId5" Type="http://schemas.openxmlformats.org/officeDocument/2006/relationships/image" Target="../media/image15.png"/><Relationship Id="rId10" Type="http://schemas.microsoft.com/office/2007/relationships/diagramDrawing" Target="../diagrams/drawing6.xml"/><Relationship Id="rId4" Type="http://schemas.openxmlformats.org/officeDocument/2006/relationships/image" Target="../media/image27.png"/><Relationship Id="rId9" Type="http://schemas.openxmlformats.org/officeDocument/2006/relationships/diagramColors" Target="../diagrams/colors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4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10" Type="http://schemas.openxmlformats.org/officeDocument/2006/relationships/image" Target="../media/image37.png"/><Relationship Id="rId4" Type="http://schemas.openxmlformats.org/officeDocument/2006/relationships/diagramLayout" Target="../diagrams/layout7.xml"/><Relationship Id="rId9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3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4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13" Type="http://schemas.openxmlformats.org/officeDocument/2006/relationships/image" Target="../media/image16.jpeg"/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4.xml"/><Relationship Id="rId6" Type="http://schemas.openxmlformats.org/officeDocument/2006/relationships/diagramColors" Target="../diagrams/colors8.xml"/><Relationship Id="rId11" Type="http://schemas.openxmlformats.org/officeDocument/2006/relationships/image" Target="../media/image14.png"/><Relationship Id="rId5" Type="http://schemas.openxmlformats.org/officeDocument/2006/relationships/diagramQuickStyle" Target="../diagrams/quickStyle8.xml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diagramLayout" Target="../diagrams/layout8.xml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13" Type="http://schemas.openxmlformats.org/officeDocument/2006/relationships/image" Target="../media/image16.jpeg"/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4.xml"/><Relationship Id="rId6" Type="http://schemas.openxmlformats.org/officeDocument/2006/relationships/diagramColors" Target="../diagrams/colors9.xml"/><Relationship Id="rId11" Type="http://schemas.openxmlformats.org/officeDocument/2006/relationships/image" Target="../media/image14.png"/><Relationship Id="rId5" Type="http://schemas.openxmlformats.org/officeDocument/2006/relationships/diagramQuickStyle" Target="../diagrams/quickStyle9.xml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diagramLayout" Target="../diagrams/layout9.xml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4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65.png"/><Relationship Id="rId18" Type="http://schemas.openxmlformats.org/officeDocument/2006/relationships/hyperlink" Target="https://martha-thomae.github.io/projects/guatemala.html" TargetMode="External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12" Type="http://schemas.openxmlformats.org/officeDocument/2006/relationships/image" Target="../media/image64.png"/><Relationship Id="rId17" Type="http://schemas.openxmlformats.org/officeDocument/2006/relationships/hyperlink" Target="mailto:marthathomae@fcsh.unl.pt" TargetMode="External"/><Relationship Id="rId2" Type="http://schemas.openxmlformats.org/officeDocument/2006/relationships/notesSlide" Target="../notesSlides/notesSlide40.xml"/><Relationship Id="rId16" Type="http://schemas.openxmlformats.org/officeDocument/2006/relationships/image" Target="../media/image68.png"/><Relationship Id="rId1" Type="http://schemas.openxmlformats.org/officeDocument/2006/relationships/slideLayout" Target="../slideLayouts/slideLayout47.xml"/><Relationship Id="rId6" Type="http://schemas.openxmlformats.org/officeDocument/2006/relationships/image" Target="../media/image58.png"/><Relationship Id="rId11" Type="http://schemas.openxmlformats.org/officeDocument/2006/relationships/image" Target="../media/image63.png"/><Relationship Id="rId5" Type="http://schemas.openxmlformats.org/officeDocument/2006/relationships/image" Target="../media/image57.png"/><Relationship Id="rId15" Type="http://schemas.openxmlformats.org/officeDocument/2006/relationships/image" Target="../media/image67.png"/><Relationship Id="rId10" Type="http://schemas.openxmlformats.org/officeDocument/2006/relationships/image" Target="../media/image62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Relationship Id="rId14" Type="http://schemas.openxmlformats.org/officeDocument/2006/relationships/image" Target="../media/image6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 descr="A picture containing sky, outdoor, road, ground&#10;&#10;Description automatically generated">
            <a:extLst>
              <a:ext uri="{FF2B5EF4-FFF2-40B4-BE49-F238E27FC236}">
                <a16:creationId xmlns:a16="http://schemas.microsoft.com/office/drawing/2014/main" id="{7A98B4C4-A8F7-7544-BA5C-3CC57209E27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alphaModFix amt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3" y="8935"/>
            <a:ext cx="12192001" cy="43866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4923" y="687022"/>
            <a:ext cx="11505723" cy="3290164"/>
          </a:xfrm>
        </p:spPr>
        <p:txBody>
          <a:bodyPr anchor="ctr">
            <a:normAutofit/>
          </a:bodyPr>
          <a:lstStyle/>
          <a:p>
            <a:r>
              <a:rPr lang="es-ES_tradnl" sz="4900" b="1" noProof="0" dirty="0">
                <a:latin typeface="Avenir Next Medium" charset="0"/>
                <a:ea typeface="Avenir Next Medium" charset="0"/>
                <a:cs typeface="Avenir Next Medium" charset="0"/>
              </a:rPr>
              <a:t>Libros de polifonía de la Catedral Metropolitana de Guatemala, su digitalización y codificación como partituras</a:t>
            </a:r>
            <a:endParaRPr lang="es-ES_tradnl" sz="3100" b="1" noProof="0" dirty="0">
              <a:latin typeface="Avenir Next Medium" charset="0"/>
              <a:ea typeface="Avenir Next Medium" charset="0"/>
              <a:cs typeface="Avenir Next Medium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26983-0BBB-D149-AF03-9162305F7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B79235-E426-D04C-BD5A-D6C3FB9C44CE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_tradnl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F626053-3D43-001F-3324-7BAEFEAA4829}"/>
              </a:ext>
            </a:extLst>
          </p:cNvPr>
          <p:cNvSpPr txBox="1"/>
          <p:nvPr/>
        </p:nvSpPr>
        <p:spPr>
          <a:xfrm>
            <a:off x="-10639" y="5707915"/>
            <a:ext cx="121494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Sociedad Española de Musicología (</a:t>
            </a:r>
            <a:r>
              <a:rPr kumimoji="0" lang="es-ES_tradnl" sz="24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SEdeM</a:t>
            </a:r>
            <a:r>
              <a:rPr kumimoji="0" lang="es-ES_tradnl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_tradnl" sz="2400" i="1" noProof="0" dirty="0">
                <a:solidFill>
                  <a:prstClr val="black"/>
                </a:solidFill>
                <a:latin typeface="Calibri" panose="020F0502020204030204"/>
              </a:rPr>
              <a:t>26 de Octubre del </a:t>
            </a:r>
            <a:r>
              <a:rPr kumimoji="0" lang="es-ES_tradnl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2024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44E10604-0262-7C63-8A96-C4E7B0FFC786}"/>
              </a:ext>
            </a:extLst>
          </p:cNvPr>
          <p:cNvGrpSpPr/>
          <p:nvPr/>
        </p:nvGrpSpPr>
        <p:grpSpPr>
          <a:xfrm>
            <a:off x="-10639" y="3610708"/>
            <a:ext cx="12181368" cy="2221424"/>
            <a:chOff x="31842" y="2156675"/>
            <a:chExt cx="12160156" cy="2011588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9" name="Horizontal Scroll 58">
              <a:extLst>
                <a:ext uri="{FF2B5EF4-FFF2-40B4-BE49-F238E27FC236}">
                  <a16:creationId xmlns:a16="http://schemas.microsoft.com/office/drawing/2014/main" id="{8453A510-2B45-49EE-7E84-8415BA849E4E}"/>
                </a:ext>
              </a:extLst>
            </p:cNvPr>
            <p:cNvSpPr/>
            <p:nvPr/>
          </p:nvSpPr>
          <p:spPr>
            <a:xfrm>
              <a:off x="31842" y="2156675"/>
              <a:ext cx="12160156" cy="2011588"/>
            </a:xfrm>
            <a:prstGeom prst="horizontalScroll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		Martha E. Thomae </a:t>
              </a:r>
              <a:br>
                <a:rPr kumimoji="0" lang="es-ES_tradnl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</a:br>
              <a:r>
                <a:rPr kumimoji="0" lang="es-ES_tradnl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	</a:t>
              </a:r>
              <a:r>
                <a:rPr kumimoji="0" lang="es-ES_tradnl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	</a:t>
              </a:r>
              <a:r>
                <a:rPr kumimoji="0" lang="es-ES_tradnl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Tesis para obtención del grado de Doctora en Tecnología musical </a:t>
              </a:r>
              <a:br>
                <a:rPr kumimoji="0" lang="es-ES_tradnl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</a:br>
              <a:r>
                <a:rPr kumimoji="0" lang="es-ES_tradnl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		(</a:t>
              </a:r>
              <a:r>
                <a:rPr kumimoji="0" lang="en-C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McGill University</a:t>
              </a:r>
              <a:r>
                <a:rPr kumimoji="0" lang="es-ES_tradnl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)</a:t>
              </a:r>
              <a:endParaRPr kumimoji="0" lang="es-ES_tradnl" sz="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		</a:t>
              </a:r>
              <a:r>
                <a:rPr kumimoji="0" lang="pt-BR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Universidade NOVA de Lisboa</a:t>
              </a:r>
              <a:endParaRPr kumimoji="0" lang="es-ES_tradnl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60" name="Picture 59" descr="A close up of white flowers&#10;&#10;Description automatically generated">
              <a:extLst>
                <a:ext uri="{FF2B5EF4-FFF2-40B4-BE49-F238E27FC236}">
                  <a16:creationId xmlns:a16="http://schemas.microsoft.com/office/drawing/2014/main" id="{506D2267-7A03-EF06-9051-CC6667494F99}"/>
                </a:ext>
              </a:extLst>
            </p:cNvPr>
            <p:cNvPicPr>
              <a:picLocks/>
            </p:cNvPicPr>
            <p:nvPr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-741"/>
            <a:stretch/>
          </p:blipFill>
          <p:spPr>
            <a:xfrm>
              <a:off x="446680" y="2540088"/>
              <a:ext cx="1515019" cy="1188000"/>
            </a:xfrm>
            <a:prstGeom prst="ellipse">
              <a:avLst/>
            </a:prstGeom>
            <a:ln w="19050">
              <a:solidFill>
                <a:schemeClr val="tx1"/>
              </a:solidFill>
            </a:ln>
            <a:effectLst>
              <a:outerShdw blurRad="50800" dist="101600" dir="2700000" algn="tl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1516672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6EDE4A-60A7-046D-E0C9-C97D88244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_tradnl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60EEB2-6627-1D78-DD26-9A77692DC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s-ES_tradnl" b="1" noProof="0" dirty="0"/>
              <a:t>Libros de polifonía de la Catedral de la Ciudad de Guatemala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59639-934D-65B2-E822-606F4CA52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>
            <a:normAutofit/>
          </a:bodyPr>
          <a:lstStyle/>
          <a:p>
            <a:r>
              <a:rPr lang="es-ES_tradnl" sz="2400" noProof="0" dirty="0"/>
              <a:t>Seis libros de música</a:t>
            </a:r>
          </a:p>
          <a:p>
            <a:r>
              <a:rPr lang="es-ES_tradnl" sz="2400" noProof="0" dirty="0"/>
              <a:t>Copiados durante los siglos XVII </a:t>
            </a:r>
            <a:br>
              <a:rPr lang="es-ES_tradnl" sz="2400" noProof="0" dirty="0"/>
            </a:br>
            <a:r>
              <a:rPr lang="es-ES_tradnl" sz="2400" noProof="0" dirty="0"/>
              <a:t>y XVIII</a:t>
            </a:r>
          </a:p>
          <a:p>
            <a:r>
              <a:rPr lang="es-ES_tradnl" sz="2400" noProof="0" dirty="0"/>
              <a:t>Repertorio: Mayormente música polifónica del siglo XVI</a:t>
            </a:r>
          </a:p>
          <a:p>
            <a:r>
              <a:rPr lang="es-ES_tradnl" sz="2400" spc="-110" noProof="0" dirty="0"/>
              <a:t>Perduró hasta inicios del siglo XIX en la Ciudad de Guatemala</a:t>
            </a:r>
          </a:p>
          <a:p>
            <a:r>
              <a:rPr lang="es-ES_tradnl" sz="2400" spc="-110" noProof="0" dirty="0"/>
              <a:t>Migración de la música europea a Latinoamérica</a:t>
            </a:r>
            <a:endParaRPr lang="es-ES_tradnl" sz="2400" noProof="0" dirty="0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_tradnl" noProof="0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677D466-573D-03E9-ABC9-4DB4C4B9B29A}"/>
              </a:ext>
            </a:extLst>
          </p:cNvPr>
          <p:cNvGrpSpPr>
            <a:grpSpLocks noChangeAspect="1"/>
          </p:cNvGrpSpPr>
          <p:nvPr/>
        </p:nvGrpSpPr>
        <p:grpSpPr>
          <a:xfrm>
            <a:off x="6719367" y="2280803"/>
            <a:ext cx="4788505" cy="3564137"/>
            <a:chOff x="3151110" y="2782378"/>
            <a:chExt cx="4877978" cy="3630732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D540E3E-8765-B9C6-5990-34536E194CE6}"/>
                </a:ext>
              </a:extLst>
            </p:cNvPr>
            <p:cNvSpPr/>
            <p:nvPr/>
          </p:nvSpPr>
          <p:spPr>
            <a:xfrm>
              <a:off x="3151110" y="2782378"/>
              <a:ext cx="4877978" cy="3630732"/>
            </a:xfrm>
            <a:prstGeom prst="rect">
              <a:avLst/>
            </a:pr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_tradnl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E4B6DB79-2477-773E-1DE1-11EB35C84C1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643774" y="2828288"/>
              <a:ext cx="2385314" cy="3512724"/>
            </a:xfrm>
            <a:prstGeom prst="rect">
              <a:avLst/>
            </a:prstGeom>
          </p:spPr>
        </p:pic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812B7708-DB31-8F00-40C4-8F7E33F0BEC3}"/>
                </a:ext>
              </a:extLst>
            </p:cNvPr>
            <p:cNvGrpSpPr/>
            <p:nvPr/>
          </p:nvGrpSpPr>
          <p:grpSpPr>
            <a:xfrm>
              <a:off x="5681912" y="2869672"/>
              <a:ext cx="2113461" cy="1531301"/>
              <a:chOff x="8626802" y="2663932"/>
              <a:chExt cx="2113461" cy="1531301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602D9631-92FB-73AC-DC35-7D87497C7974}"/>
                  </a:ext>
                </a:extLst>
              </p:cNvPr>
              <p:cNvSpPr/>
              <p:nvPr/>
            </p:nvSpPr>
            <p:spPr>
              <a:xfrm>
                <a:off x="8626802" y="2885650"/>
                <a:ext cx="2102917" cy="1309583"/>
              </a:xfrm>
              <a:prstGeom prst="rect">
                <a:avLst/>
              </a:prstGeom>
              <a:noFill/>
              <a:ln w="57150" cap="flat" cmpd="sng" algn="ctr">
                <a:solidFill>
                  <a:srgbClr val="00B05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_tradnl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A3F8A652-1900-231C-96FE-C4466E1FC083}"/>
                  </a:ext>
                </a:extLst>
              </p:cNvPr>
              <p:cNvSpPr/>
              <p:nvPr/>
            </p:nvSpPr>
            <p:spPr>
              <a:xfrm>
                <a:off x="9392011" y="2663932"/>
                <a:ext cx="1348252" cy="228974"/>
              </a:xfrm>
              <a:prstGeom prst="rect">
                <a:avLst/>
              </a:prstGeom>
              <a:solidFill>
                <a:srgbClr val="00B050"/>
              </a:solidFill>
              <a:ln w="38100" cap="flat" cmpd="sng" algn="ctr">
                <a:solidFill>
                  <a:srgbClr val="00B05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722376">
                  <a:spcAft>
                    <a:spcPts val="600"/>
                  </a:spcAft>
                  <a:defRPr/>
                </a:pPr>
                <a:r>
                  <a:rPr lang="es-ES_tradnl" sz="1422" kern="0" noProof="0" dirty="0">
                    <a:solidFill>
                      <a:prstClr val="white"/>
                    </a:solidFill>
                    <a:latin typeface="Bookman Old Style" panose="02050604050505020204" pitchFamily="18" charset="0"/>
                    <a:ea typeface="+mn-ea"/>
                    <a:cs typeface="+mn-cs"/>
                  </a:rPr>
                  <a:t>Alto</a:t>
                </a:r>
                <a:endParaRPr kumimoji="0" lang="es-ES_tradnl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ookman Old Style" panose="02050604050505020204" pitchFamily="18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B014FE84-99E3-2E44-3979-3D664DCDFBD1}"/>
                </a:ext>
              </a:extLst>
            </p:cNvPr>
            <p:cNvGrpSpPr/>
            <p:nvPr/>
          </p:nvGrpSpPr>
          <p:grpSpPr>
            <a:xfrm>
              <a:off x="5685154" y="4553732"/>
              <a:ext cx="2106177" cy="1546847"/>
              <a:chOff x="8630044" y="4347992"/>
              <a:chExt cx="2106177" cy="1546847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4BD737F3-368E-F86D-6F9F-A7F91A5B55CA}"/>
                  </a:ext>
                </a:extLst>
              </p:cNvPr>
              <p:cNvSpPr/>
              <p:nvPr/>
            </p:nvSpPr>
            <p:spPr>
              <a:xfrm>
                <a:off x="8630044" y="4347992"/>
                <a:ext cx="2102917" cy="1328758"/>
              </a:xfrm>
              <a:prstGeom prst="rect">
                <a:avLst/>
              </a:prstGeom>
              <a:noFill/>
              <a:ln w="57150" cap="flat" cmpd="sng" algn="ctr">
                <a:solidFill>
                  <a:srgbClr val="FFC000">
                    <a:lumMod val="7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_tradnl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64985F04-07A5-5F11-2FE6-289F85FFD2A3}"/>
                  </a:ext>
                </a:extLst>
              </p:cNvPr>
              <p:cNvSpPr/>
              <p:nvPr/>
            </p:nvSpPr>
            <p:spPr>
              <a:xfrm>
                <a:off x="9392011" y="5665865"/>
                <a:ext cx="1344210" cy="228974"/>
              </a:xfrm>
              <a:prstGeom prst="rect">
                <a:avLst/>
              </a:prstGeom>
              <a:solidFill>
                <a:srgbClr val="FFC000">
                  <a:lumMod val="75000"/>
                </a:srgbClr>
              </a:solidFill>
              <a:ln w="38100" cap="flat" cmpd="sng" algn="ctr">
                <a:solidFill>
                  <a:srgbClr val="FFC000">
                    <a:lumMod val="7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722376">
                  <a:spcAft>
                    <a:spcPts val="600"/>
                  </a:spcAft>
                  <a:defRPr/>
                </a:pPr>
                <a:r>
                  <a:rPr lang="es-ES_tradnl" sz="1422" kern="0" noProof="0" dirty="0">
                    <a:solidFill>
                      <a:prstClr val="white"/>
                    </a:solidFill>
                    <a:latin typeface="Bookman Old Style" panose="02050604050505020204" pitchFamily="18" charset="0"/>
                    <a:ea typeface="+mn-ea"/>
                    <a:cs typeface="+mn-cs"/>
                  </a:rPr>
                  <a:t>Bass</a:t>
                </a:r>
                <a:endParaRPr kumimoji="0" lang="es-ES_tradnl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ookman Old Style" panose="02050604050505020204" pitchFamily="18" charset="0"/>
                  <a:ea typeface="+mn-ea"/>
                  <a:cs typeface="+mn-cs"/>
                </a:endParaRPr>
              </a:p>
            </p:txBody>
          </p:sp>
        </p:grp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DC27FB49-57DE-3A65-9725-EABFC08CB87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151110" y="2879786"/>
              <a:ext cx="2492664" cy="3512724"/>
            </a:xfrm>
            <a:prstGeom prst="rect">
              <a:avLst/>
            </a:prstGeom>
          </p:spPr>
        </p:pic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F8760A31-DAC9-B9AF-D886-714D9A660A7B}"/>
                </a:ext>
              </a:extLst>
            </p:cNvPr>
            <p:cNvGrpSpPr/>
            <p:nvPr/>
          </p:nvGrpSpPr>
          <p:grpSpPr>
            <a:xfrm>
              <a:off x="3467056" y="2869572"/>
              <a:ext cx="2114415" cy="1531402"/>
              <a:chOff x="6411946" y="2663832"/>
              <a:chExt cx="2114415" cy="1531402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FCF48861-1EED-B9B6-B567-665C8CAF7E1B}"/>
                  </a:ext>
                </a:extLst>
              </p:cNvPr>
              <p:cNvSpPr/>
              <p:nvPr/>
            </p:nvSpPr>
            <p:spPr>
              <a:xfrm>
                <a:off x="6423444" y="2885650"/>
                <a:ext cx="2102917" cy="1309584"/>
              </a:xfrm>
              <a:prstGeom prst="rect">
                <a:avLst/>
              </a:prstGeom>
              <a:noFill/>
              <a:ln w="57150" cap="flat" cmpd="sng" algn="ctr">
                <a:solidFill>
                  <a:srgbClr val="0070C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_tradnl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4E147C61-E77A-E1D8-8F69-FE0205EDAADB}"/>
                  </a:ext>
                </a:extLst>
              </p:cNvPr>
              <p:cNvSpPr/>
              <p:nvPr/>
            </p:nvSpPr>
            <p:spPr>
              <a:xfrm>
                <a:off x="6411946" y="2663832"/>
                <a:ext cx="1348252" cy="221818"/>
              </a:xfrm>
              <a:prstGeom prst="rect">
                <a:avLst/>
              </a:prstGeom>
              <a:solidFill>
                <a:srgbClr val="0070C0"/>
              </a:solidFill>
              <a:ln w="38100" cap="flat" cmpd="sng" algn="ctr">
                <a:solidFill>
                  <a:srgbClr val="0070C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722376">
                  <a:spcAft>
                    <a:spcPts val="600"/>
                  </a:spcAft>
                  <a:defRPr/>
                </a:pPr>
                <a:r>
                  <a:rPr lang="es-ES_tradnl" sz="1422" kern="0" noProof="0" dirty="0" err="1">
                    <a:solidFill>
                      <a:prstClr val="white"/>
                    </a:solidFill>
                    <a:latin typeface="Bookman Old Style" panose="02050604050505020204" pitchFamily="18" charset="0"/>
                    <a:ea typeface="+mn-ea"/>
                    <a:cs typeface="+mn-cs"/>
                  </a:rPr>
                  <a:t>Superius</a:t>
                </a:r>
                <a:endParaRPr kumimoji="0" lang="es-ES_tradnl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ookman Old Style" panose="02050604050505020204" pitchFamily="18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471D410B-9860-CD85-1D28-AB2B140B4B55}"/>
                </a:ext>
              </a:extLst>
            </p:cNvPr>
            <p:cNvGrpSpPr/>
            <p:nvPr/>
          </p:nvGrpSpPr>
          <p:grpSpPr>
            <a:xfrm>
              <a:off x="3489584" y="4551376"/>
              <a:ext cx="2111243" cy="1547858"/>
              <a:chOff x="6434474" y="4345636"/>
              <a:chExt cx="2111243" cy="1547858"/>
            </a:xfrm>
          </p:grpSpPr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BABD24D7-FF13-D990-80D2-8DFB2298136F}"/>
                  </a:ext>
                </a:extLst>
              </p:cNvPr>
              <p:cNvSpPr/>
              <p:nvPr/>
            </p:nvSpPr>
            <p:spPr>
              <a:xfrm>
                <a:off x="6442800" y="4345636"/>
                <a:ext cx="2102917" cy="1331114"/>
              </a:xfrm>
              <a:prstGeom prst="rect">
                <a:avLst/>
              </a:prstGeom>
              <a:noFill/>
              <a:ln w="57150" cap="flat" cmpd="sng" algn="ctr">
                <a:solidFill>
                  <a:srgbClr val="C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_tradnl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A734EACB-CF7F-730F-CE92-5D04F6331398}"/>
                  </a:ext>
                </a:extLst>
              </p:cNvPr>
              <p:cNvSpPr/>
              <p:nvPr/>
            </p:nvSpPr>
            <p:spPr>
              <a:xfrm>
                <a:off x="6434474" y="5668811"/>
                <a:ext cx="1325724" cy="224683"/>
              </a:xfrm>
              <a:prstGeom prst="rect">
                <a:avLst/>
              </a:prstGeom>
              <a:solidFill>
                <a:srgbClr val="C00000"/>
              </a:solidFill>
              <a:ln w="38100" cap="flat" cmpd="sng" algn="ctr">
                <a:solidFill>
                  <a:srgbClr val="C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722376">
                  <a:spcAft>
                    <a:spcPts val="600"/>
                  </a:spcAft>
                  <a:defRPr/>
                </a:pPr>
                <a:r>
                  <a:rPr lang="es-ES_tradnl" sz="1422" kern="0" noProof="0" dirty="0">
                    <a:solidFill>
                      <a:prstClr val="white"/>
                    </a:solidFill>
                    <a:latin typeface="Bookman Old Style" panose="02050604050505020204" pitchFamily="18" charset="0"/>
                    <a:ea typeface="+mn-ea"/>
                    <a:cs typeface="+mn-cs"/>
                  </a:rPr>
                  <a:t>Tenor</a:t>
                </a:r>
                <a:endParaRPr kumimoji="0" lang="es-ES_tradnl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ookman Old Style" panose="02050604050505020204" pitchFamily="18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B93F73-C7CB-E470-60E2-FD8C4047B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C20C7-B3FD-A34C-BF3A-6B35AFE0031C}" type="slidenum">
              <a:rPr lang="en-ES" smtClean="0"/>
              <a:t>2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494214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6B9CF3-BE4F-39E9-18D5-11F26B2D1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48" name="Freeform: Shape 43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_tradnl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894F43-F918-C851-4A33-2F16F7580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s-ES_tradnl" b="1" noProof="0" dirty="0"/>
              <a:t>Libros de polifonía de la Catedral de la Ciudad de Guatemala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D8E161-8A17-68E4-AEB8-B2D233B94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446533"/>
            <a:ext cx="4958966" cy="3669602"/>
          </a:xfrm>
        </p:spPr>
        <p:txBody>
          <a:bodyPr>
            <a:normAutofit/>
          </a:bodyPr>
          <a:lstStyle/>
          <a:p>
            <a:r>
              <a:rPr lang="es-ES_tradnl" sz="2400" noProof="0" dirty="0"/>
              <a:t>Manuscritos</a:t>
            </a:r>
          </a:p>
          <a:p>
            <a:r>
              <a:rPr lang="es-ES_tradnl" sz="2400" noProof="0" dirty="0"/>
              <a:t>Notación mensural </a:t>
            </a:r>
          </a:p>
          <a:p>
            <a:r>
              <a:rPr lang="es-ES_tradnl" sz="2400" noProof="0" dirty="0"/>
              <a:t>Formato grande</a:t>
            </a:r>
            <a:br>
              <a:rPr lang="es-ES_tradnl" sz="2400" noProof="0" dirty="0"/>
            </a:br>
            <a:r>
              <a:rPr lang="es-ES_tradnl" sz="2400" noProof="0" dirty="0"/>
              <a:t>Páginas de 30cm x 45cm</a:t>
            </a:r>
            <a:br>
              <a:rPr lang="es-ES_tradnl" sz="2400" noProof="0" dirty="0"/>
            </a:br>
            <a:r>
              <a:rPr lang="es-ES_tradnl" sz="2000" noProof="0" dirty="0"/>
              <a:t>(con excepción del 6to libro)</a:t>
            </a:r>
          </a:p>
          <a:p>
            <a:r>
              <a:rPr lang="es-ES_tradnl" sz="2400" noProof="0" dirty="0"/>
              <a:t>Libros de polifonía </a:t>
            </a: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_tradnl" noProof="0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A1A9671-640A-37E2-16E8-CB9D4849300D}"/>
              </a:ext>
            </a:extLst>
          </p:cNvPr>
          <p:cNvGrpSpPr/>
          <p:nvPr/>
        </p:nvGrpSpPr>
        <p:grpSpPr>
          <a:xfrm>
            <a:off x="6719367" y="2280803"/>
            <a:ext cx="4788505" cy="3564136"/>
            <a:chOff x="3151110" y="2782378"/>
            <a:chExt cx="4877978" cy="3630732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2059348-E022-8651-207B-98A3127FDFCA}"/>
                </a:ext>
              </a:extLst>
            </p:cNvPr>
            <p:cNvSpPr/>
            <p:nvPr/>
          </p:nvSpPr>
          <p:spPr>
            <a:xfrm>
              <a:off x="3151110" y="2782378"/>
              <a:ext cx="4877978" cy="3630732"/>
            </a:xfrm>
            <a:prstGeom prst="rect">
              <a:avLst/>
            </a:pr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_tradnl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7B0FA5A9-BB3A-0476-8737-B4799C1DCF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643774" y="2828288"/>
              <a:ext cx="2385314" cy="3512724"/>
            </a:xfrm>
            <a:prstGeom prst="rect">
              <a:avLst/>
            </a:prstGeom>
          </p:spPr>
        </p:pic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3F97BBF9-8066-7FEF-D9C9-5B5B0072330F}"/>
                </a:ext>
              </a:extLst>
            </p:cNvPr>
            <p:cNvGrpSpPr/>
            <p:nvPr/>
          </p:nvGrpSpPr>
          <p:grpSpPr>
            <a:xfrm>
              <a:off x="5681912" y="2869672"/>
              <a:ext cx="2113461" cy="1531301"/>
              <a:chOff x="8626802" y="2663932"/>
              <a:chExt cx="2113461" cy="1531301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E5FD5C10-24B4-9D4F-E16E-D0FB7C49642B}"/>
                  </a:ext>
                </a:extLst>
              </p:cNvPr>
              <p:cNvSpPr/>
              <p:nvPr/>
            </p:nvSpPr>
            <p:spPr>
              <a:xfrm>
                <a:off x="8626802" y="2885650"/>
                <a:ext cx="2102917" cy="1309583"/>
              </a:xfrm>
              <a:prstGeom prst="rect">
                <a:avLst/>
              </a:prstGeom>
              <a:noFill/>
              <a:ln w="57150" cap="flat" cmpd="sng" algn="ctr">
                <a:solidFill>
                  <a:srgbClr val="00B05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_tradnl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EDE9CE62-9560-44D7-5EAB-1F09A9C7A6C3}"/>
                  </a:ext>
                </a:extLst>
              </p:cNvPr>
              <p:cNvSpPr/>
              <p:nvPr/>
            </p:nvSpPr>
            <p:spPr>
              <a:xfrm>
                <a:off x="9392011" y="2663932"/>
                <a:ext cx="1348252" cy="228974"/>
              </a:xfrm>
              <a:prstGeom prst="rect">
                <a:avLst/>
              </a:prstGeom>
              <a:solidFill>
                <a:srgbClr val="00B050"/>
              </a:solidFill>
              <a:ln w="38100" cap="flat" cmpd="sng" algn="ctr">
                <a:solidFill>
                  <a:srgbClr val="00B05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896112">
                  <a:spcAft>
                    <a:spcPts val="600"/>
                  </a:spcAft>
                  <a:defRPr/>
                </a:pPr>
                <a:r>
                  <a:rPr lang="es-ES_tradnl" sz="1764" kern="0" noProof="0" dirty="0">
                    <a:solidFill>
                      <a:prstClr val="white"/>
                    </a:solidFill>
                    <a:latin typeface="Bookman Old Style" panose="02050604050505020204" pitchFamily="18" charset="0"/>
                    <a:ea typeface="+mn-ea"/>
                    <a:cs typeface="+mn-cs"/>
                  </a:rPr>
                  <a:t>Alto</a:t>
                </a:r>
                <a:endParaRPr kumimoji="0" lang="es-ES_tradnl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ookman Old Style" panose="02050604050505020204" pitchFamily="18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8C1AE423-81B8-EE76-C48A-C73765EEB6D3}"/>
                </a:ext>
              </a:extLst>
            </p:cNvPr>
            <p:cNvGrpSpPr/>
            <p:nvPr/>
          </p:nvGrpSpPr>
          <p:grpSpPr>
            <a:xfrm>
              <a:off x="5685154" y="4553732"/>
              <a:ext cx="2106177" cy="1546847"/>
              <a:chOff x="8630044" y="4347992"/>
              <a:chExt cx="2106177" cy="1546847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B8F10B67-CCA1-35E7-368B-CFA7EF204AB6}"/>
                  </a:ext>
                </a:extLst>
              </p:cNvPr>
              <p:cNvSpPr/>
              <p:nvPr/>
            </p:nvSpPr>
            <p:spPr>
              <a:xfrm>
                <a:off x="8630044" y="4347992"/>
                <a:ext cx="2102917" cy="1328758"/>
              </a:xfrm>
              <a:prstGeom prst="rect">
                <a:avLst/>
              </a:prstGeom>
              <a:noFill/>
              <a:ln w="57150" cap="flat" cmpd="sng" algn="ctr">
                <a:solidFill>
                  <a:srgbClr val="FFC000">
                    <a:lumMod val="7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_tradnl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086683F0-D6A8-7673-02A3-8EB371EEA601}"/>
                  </a:ext>
                </a:extLst>
              </p:cNvPr>
              <p:cNvSpPr/>
              <p:nvPr/>
            </p:nvSpPr>
            <p:spPr>
              <a:xfrm>
                <a:off x="9392011" y="5665865"/>
                <a:ext cx="1344210" cy="228974"/>
              </a:xfrm>
              <a:prstGeom prst="rect">
                <a:avLst/>
              </a:prstGeom>
              <a:solidFill>
                <a:srgbClr val="FFC000">
                  <a:lumMod val="75000"/>
                </a:srgbClr>
              </a:solidFill>
              <a:ln w="38100" cap="flat" cmpd="sng" algn="ctr">
                <a:solidFill>
                  <a:srgbClr val="FFC000">
                    <a:lumMod val="7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896112">
                  <a:spcAft>
                    <a:spcPts val="600"/>
                  </a:spcAft>
                  <a:defRPr/>
                </a:pPr>
                <a:r>
                  <a:rPr lang="es-ES_tradnl" sz="1764" kern="0" noProof="0" dirty="0">
                    <a:solidFill>
                      <a:prstClr val="white"/>
                    </a:solidFill>
                    <a:latin typeface="Bookman Old Style" panose="02050604050505020204" pitchFamily="18" charset="0"/>
                    <a:ea typeface="+mn-ea"/>
                    <a:cs typeface="+mn-cs"/>
                  </a:rPr>
                  <a:t>Bass</a:t>
                </a:r>
                <a:endParaRPr kumimoji="0" lang="es-ES_tradnl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ookman Old Style" panose="02050604050505020204" pitchFamily="18" charset="0"/>
                  <a:ea typeface="+mn-ea"/>
                  <a:cs typeface="+mn-cs"/>
                </a:endParaRPr>
              </a:p>
            </p:txBody>
          </p:sp>
        </p:grp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E13F3D12-029F-78BB-F7A4-2EE9E389A30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151110" y="2879786"/>
              <a:ext cx="2492664" cy="3512724"/>
            </a:xfrm>
            <a:prstGeom prst="rect">
              <a:avLst/>
            </a:prstGeom>
          </p:spPr>
        </p:pic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57C88F6C-FA29-281E-5913-A9726D540F13}"/>
                </a:ext>
              </a:extLst>
            </p:cNvPr>
            <p:cNvGrpSpPr/>
            <p:nvPr/>
          </p:nvGrpSpPr>
          <p:grpSpPr>
            <a:xfrm>
              <a:off x="3467056" y="2869572"/>
              <a:ext cx="2114415" cy="1531402"/>
              <a:chOff x="6411946" y="2663832"/>
              <a:chExt cx="2114415" cy="1531402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33D3F759-3830-D5B5-45BE-98787A6000A2}"/>
                  </a:ext>
                </a:extLst>
              </p:cNvPr>
              <p:cNvSpPr/>
              <p:nvPr/>
            </p:nvSpPr>
            <p:spPr>
              <a:xfrm>
                <a:off x="6423444" y="2885650"/>
                <a:ext cx="2102917" cy="1309584"/>
              </a:xfrm>
              <a:prstGeom prst="rect">
                <a:avLst/>
              </a:prstGeom>
              <a:noFill/>
              <a:ln w="57150" cap="flat" cmpd="sng" algn="ctr">
                <a:solidFill>
                  <a:srgbClr val="0070C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_tradnl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7487519B-1D76-169C-E988-359217122537}"/>
                  </a:ext>
                </a:extLst>
              </p:cNvPr>
              <p:cNvSpPr/>
              <p:nvPr/>
            </p:nvSpPr>
            <p:spPr>
              <a:xfrm>
                <a:off x="6411946" y="2663832"/>
                <a:ext cx="1348252" cy="221818"/>
              </a:xfrm>
              <a:prstGeom prst="rect">
                <a:avLst/>
              </a:prstGeom>
              <a:solidFill>
                <a:srgbClr val="0070C0"/>
              </a:solidFill>
              <a:ln w="38100" cap="flat" cmpd="sng" algn="ctr">
                <a:solidFill>
                  <a:srgbClr val="0070C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896112">
                  <a:spcAft>
                    <a:spcPts val="600"/>
                  </a:spcAft>
                  <a:defRPr/>
                </a:pPr>
                <a:r>
                  <a:rPr lang="es-ES_tradnl" sz="1764" kern="0" noProof="0" dirty="0" err="1">
                    <a:solidFill>
                      <a:prstClr val="white"/>
                    </a:solidFill>
                    <a:latin typeface="Bookman Old Style" panose="02050604050505020204" pitchFamily="18" charset="0"/>
                    <a:ea typeface="+mn-ea"/>
                    <a:cs typeface="+mn-cs"/>
                  </a:rPr>
                  <a:t>Superius</a:t>
                </a:r>
                <a:endParaRPr kumimoji="0" lang="es-ES_tradnl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ookman Old Style" panose="02050604050505020204" pitchFamily="18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8147F9C6-380A-5908-346E-14EA6B35F1C0}"/>
                </a:ext>
              </a:extLst>
            </p:cNvPr>
            <p:cNvGrpSpPr/>
            <p:nvPr/>
          </p:nvGrpSpPr>
          <p:grpSpPr>
            <a:xfrm>
              <a:off x="3489584" y="4551376"/>
              <a:ext cx="2111243" cy="1547858"/>
              <a:chOff x="6434474" y="4345636"/>
              <a:chExt cx="2111243" cy="1547858"/>
            </a:xfrm>
          </p:grpSpPr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6FC03A7A-96C6-7F67-20C5-6414F043CD38}"/>
                  </a:ext>
                </a:extLst>
              </p:cNvPr>
              <p:cNvSpPr/>
              <p:nvPr/>
            </p:nvSpPr>
            <p:spPr>
              <a:xfrm>
                <a:off x="6442800" y="4345636"/>
                <a:ext cx="2102917" cy="1331114"/>
              </a:xfrm>
              <a:prstGeom prst="rect">
                <a:avLst/>
              </a:prstGeom>
              <a:noFill/>
              <a:ln w="57150" cap="flat" cmpd="sng" algn="ctr">
                <a:solidFill>
                  <a:srgbClr val="C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_tradnl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23EB0E3B-8A53-EF38-346A-F3392BD8DC80}"/>
                  </a:ext>
                </a:extLst>
              </p:cNvPr>
              <p:cNvSpPr/>
              <p:nvPr/>
            </p:nvSpPr>
            <p:spPr>
              <a:xfrm>
                <a:off x="6434474" y="5668811"/>
                <a:ext cx="1325724" cy="224683"/>
              </a:xfrm>
              <a:prstGeom prst="rect">
                <a:avLst/>
              </a:prstGeom>
              <a:solidFill>
                <a:srgbClr val="C00000"/>
              </a:solidFill>
              <a:ln w="38100" cap="flat" cmpd="sng" algn="ctr">
                <a:solidFill>
                  <a:srgbClr val="C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896112">
                  <a:spcAft>
                    <a:spcPts val="600"/>
                  </a:spcAft>
                  <a:defRPr/>
                </a:pPr>
                <a:r>
                  <a:rPr lang="es-ES_tradnl" sz="1764" kern="0" noProof="0" dirty="0">
                    <a:solidFill>
                      <a:prstClr val="white"/>
                    </a:solidFill>
                    <a:latin typeface="Bookman Old Style" panose="02050604050505020204" pitchFamily="18" charset="0"/>
                    <a:ea typeface="+mn-ea"/>
                    <a:cs typeface="+mn-cs"/>
                  </a:rPr>
                  <a:t>Tenor</a:t>
                </a:r>
                <a:endParaRPr kumimoji="0" lang="es-ES_tradnl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ookman Old Style" panose="02050604050505020204" pitchFamily="18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75FB38-A55B-F2A6-5A80-ABAC1F587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C20C7-B3FD-A34C-BF3A-6B35AFE0031C}" type="slidenum">
              <a:rPr lang="en-ES" smtClean="0"/>
              <a:t>3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886365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ECE325-FEDA-6D43-9808-F73293DC1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02516BDC-2EEF-D84D-AE1A-346AD4C669A9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s-ES_tradnl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99A6730-519A-3D49-A62C-5FA1378F9C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14975" y="1968310"/>
            <a:ext cx="3959002" cy="411956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72499F93-7152-72AD-ED1C-1931A5A19769}"/>
              </a:ext>
            </a:extLst>
          </p:cNvPr>
          <p:cNvSpPr txBox="1">
            <a:spLocks/>
          </p:cNvSpPr>
          <p:nvPr/>
        </p:nvSpPr>
        <p:spPr>
          <a:xfrm>
            <a:off x="1137034" y="368991"/>
            <a:ext cx="9392421" cy="13308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b="1" noProof="0" dirty="0"/>
              <a:t>Libros de polifonía de la Catedral de la Ciudad de Guatemala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C37905-7F23-08C3-D2CC-007FF9C198F0}"/>
              </a:ext>
            </a:extLst>
          </p:cNvPr>
          <p:cNvSpPr txBox="1"/>
          <p:nvPr/>
        </p:nvSpPr>
        <p:spPr>
          <a:xfrm>
            <a:off x="8073977" y="5450352"/>
            <a:ext cx="3396521" cy="523220"/>
          </a:xfrm>
          <a:prstGeom prst="rect">
            <a:avLst/>
          </a:prstGeom>
          <a:solidFill>
            <a:schemeClr val="accent5">
              <a:alpha val="69804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Gráfica de </a:t>
            </a:r>
            <a:r>
              <a:rPr lang="es-ES_tradnl" sz="1400" noProof="0" dirty="0">
                <a:solidFill>
                  <a:prstClr val="black"/>
                </a:solidFill>
                <a:latin typeface="Calibri" panose="020F0502020204030204"/>
              </a:rPr>
              <a:t>barras con la información provista por </a:t>
            </a:r>
            <a:r>
              <a:rPr kumimoji="0" lang="es-ES_tradnl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Morales Abril (2015, 119–120)</a:t>
            </a:r>
          </a:p>
        </p:txBody>
      </p:sp>
    </p:spTree>
    <p:extLst>
      <p:ext uri="{BB962C8B-B14F-4D97-AF65-F5344CB8AC3E}">
        <p14:creationId xmlns:p14="http://schemas.microsoft.com/office/powerpoint/2010/main" val="2070986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0435C23-084B-F74B-9AC8-5DBAE080B38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01782" y="486843"/>
            <a:ext cx="9679577" cy="810851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ECE325-FEDA-6D43-9808-F73293DC1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02516BDC-2EEF-D84D-AE1A-346AD4C669A9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s-ES_tradnl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65AB104-3B96-BE48-AB30-EB71E1F5B155}"/>
              </a:ext>
            </a:extLst>
          </p:cNvPr>
          <p:cNvSpPr/>
          <p:nvPr/>
        </p:nvSpPr>
        <p:spPr>
          <a:xfrm>
            <a:off x="2943499" y="1316184"/>
            <a:ext cx="2582092" cy="262157"/>
          </a:xfrm>
          <a:prstGeom prst="roundRect">
            <a:avLst/>
          </a:prstGeom>
          <a:solidFill>
            <a:schemeClr val="accent4">
              <a:alpha val="20000"/>
            </a:schemeClr>
          </a:solidFill>
          <a:ln w="1905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9065DEE-B03F-384F-B366-64C65F9132D2}"/>
              </a:ext>
            </a:extLst>
          </p:cNvPr>
          <p:cNvSpPr/>
          <p:nvPr/>
        </p:nvSpPr>
        <p:spPr>
          <a:xfrm>
            <a:off x="2573383" y="1580122"/>
            <a:ext cx="2952208" cy="251234"/>
          </a:xfrm>
          <a:prstGeom prst="roundRect">
            <a:avLst/>
          </a:prstGeom>
          <a:solidFill>
            <a:schemeClr val="accent4">
              <a:alpha val="20000"/>
            </a:schemeClr>
          </a:solidFill>
          <a:ln w="1905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D0615FB2-2189-EF4D-A2CE-F56E6ED1E94D}"/>
              </a:ext>
            </a:extLst>
          </p:cNvPr>
          <p:cNvSpPr/>
          <p:nvPr/>
        </p:nvSpPr>
        <p:spPr>
          <a:xfrm>
            <a:off x="2455818" y="2990318"/>
            <a:ext cx="3069774" cy="289494"/>
          </a:xfrm>
          <a:prstGeom prst="roundRect">
            <a:avLst/>
          </a:prstGeom>
          <a:solidFill>
            <a:schemeClr val="accent4">
              <a:alpha val="20000"/>
            </a:schemeClr>
          </a:solidFill>
          <a:ln w="1905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518C30AA-D091-244A-9B35-7FCB6910E7A3}"/>
              </a:ext>
            </a:extLst>
          </p:cNvPr>
          <p:cNvSpPr/>
          <p:nvPr/>
        </p:nvSpPr>
        <p:spPr>
          <a:xfrm>
            <a:off x="2636521" y="1078332"/>
            <a:ext cx="2889070" cy="253794"/>
          </a:xfrm>
          <a:prstGeom prst="roundRect">
            <a:avLst/>
          </a:prstGeom>
          <a:noFill/>
          <a:ln w="19050">
            <a:solidFill>
              <a:srgbClr val="70AD47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94B123DB-E3F8-894E-9B79-2A3A69F3EDF1}"/>
              </a:ext>
            </a:extLst>
          </p:cNvPr>
          <p:cNvSpPr/>
          <p:nvPr/>
        </p:nvSpPr>
        <p:spPr>
          <a:xfrm>
            <a:off x="2636521" y="1822320"/>
            <a:ext cx="2889070" cy="237691"/>
          </a:xfrm>
          <a:prstGeom prst="roundRect">
            <a:avLst/>
          </a:prstGeom>
          <a:noFill/>
          <a:ln w="19050">
            <a:solidFill>
              <a:srgbClr val="70AD47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6DFDDF28-E92F-C443-98AA-343474D79F1D}"/>
              </a:ext>
            </a:extLst>
          </p:cNvPr>
          <p:cNvSpPr/>
          <p:nvPr/>
        </p:nvSpPr>
        <p:spPr>
          <a:xfrm>
            <a:off x="2636521" y="2066829"/>
            <a:ext cx="2889070" cy="234915"/>
          </a:xfrm>
          <a:prstGeom prst="roundRect">
            <a:avLst/>
          </a:prstGeom>
          <a:noFill/>
          <a:ln w="19050">
            <a:solidFill>
              <a:srgbClr val="70AD47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BB2C2F42-CC79-A845-AD2D-05E43D440F98}"/>
              </a:ext>
            </a:extLst>
          </p:cNvPr>
          <p:cNvSpPr/>
          <p:nvPr/>
        </p:nvSpPr>
        <p:spPr>
          <a:xfrm>
            <a:off x="2636519" y="1835862"/>
            <a:ext cx="2889071" cy="237692"/>
          </a:xfrm>
          <a:prstGeom prst="roundRect">
            <a:avLst/>
          </a:prstGeom>
          <a:solidFill>
            <a:schemeClr val="accent6">
              <a:alpha val="20000"/>
            </a:schemeClr>
          </a:solidFill>
          <a:ln w="1905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7E65C054-A312-2344-9E18-A60879D07FEC}"/>
              </a:ext>
            </a:extLst>
          </p:cNvPr>
          <p:cNvSpPr/>
          <p:nvPr/>
        </p:nvSpPr>
        <p:spPr>
          <a:xfrm>
            <a:off x="2286000" y="2295563"/>
            <a:ext cx="3239592" cy="236033"/>
          </a:xfrm>
          <a:prstGeom prst="roundRect">
            <a:avLst/>
          </a:prstGeom>
          <a:solidFill>
            <a:schemeClr val="accent6">
              <a:alpha val="20000"/>
            </a:schemeClr>
          </a:solidFill>
          <a:ln w="1905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4961457C-2805-4941-9006-F11A858E9111}"/>
              </a:ext>
            </a:extLst>
          </p:cNvPr>
          <p:cNvSpPr/>
          <p:nvPr/>
        </p:nvSpPr>
        <p:spPr>
          <a:xfrm>
            <a:off x="2695306" y="3263224"/>
            <a:ext cx="2830284" cy="236032"/>
          </a:xfrm>
          <a:prstGeom prst="roundRect">
            <a:avLst/>
          </a:prstGeom>
          <a:solidFill>
            <a:schemeClr val="accent6">
              <a:alpha val="20000"/>
            </a:schemeClr>
          </a:solidFill>
          <a:ln w="1905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940FE760-DF4E-AB47-BDE0-2EF23124D578}"/>
              </a:ext>
            </a:extLst>
          </p:cNvPr>
          <p:cNvSpPr/>
          <p:nvPr/>
        </p:nvSpPr>
        <p:spPr>
          <a:xfrm>
            <a:off x="2943499" y="5912999"/>
            <a:ext cx="2582091" cy="236032"/>
          </a:xfrm>
          <a:prstGeom prst="roundRect">
            <a:avLst/>
          </a:prstGeom>
          <a:solidFill>
            <a:schemeClr val="accent6">
              <a:alpha val="20000"/>
            </a:schemeClr>
          </a:solidFill>
          <a:ln w="1905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7637A1BD-3EB8-B944-92EE-B81C0220C87E}"/>
              </a:ext>
            </a:extLst>
          </p:cNvPr>
          <p:cNvSpPr/>
          <p:nvPr/>
        </p:nvSpPr>
        <p:spPr>
          <a:xfrm>
            <a:off x="2286000" y="6169817"/>
            <a:ext cx="3239590" cy="236032"/>
          </a:xfrm>
          <a:prstGeom prst="roundRect">
            <a:avLst/>
          </a:prstGeom>
          <a:solidFill>
            <a:schemeClr val="accent6">
              <a:alpha val="20000"/>
            </a:schemeClr>
          </a:solidFill>
          <a:ln w="1905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528452D5-7C7E-6948-BE5B-AF3CDAE87BA2}"/>
              </a:ext>
            </a:extLst>
          </p:cNvPr>
          <p:cNvSpPr/>
          <p:nvPr/>
        </p:nvSpPr>
        <p:spPr>
          <a:xfrm>
            <a:off x="2808514" y="2516015"/>
            <a:ext cx="2730141" cy="244315"/>
          </a:xfrm>
          <a:prstGeom prst="roundRect">
            <a:avLst/>
          </a:prstGeom>
          <a:solidFill>
            <a:schemeClr val="accent1">
              <a:alpha val="20000"/>
            </a:schemeClr>
          </a:solidFill>
          <a:ln w="1905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D22B0CA3-C720-8B4F-949B-3E78FBAA8774}"/>
              </a:ext>
            </a:extLst>
          </p:cNvPr>
          <p:cNvSpPr/>
          <p:nvPr/>
        </p:nvSpPr>
        <p:spPr>
          <a:xfrm>
            <a:off x="2037807" y="2761585"/>
            <a:ext cx="3513912" cy="236032"/>
          </a:xfrm>
          <a:prstGeom prst="roundRect">
            <a:avLst/>
          </a:prstGeom>
          <a:solidFill>
            <a:schemeClr val="accent1">
              <a:alpha val="20000"/>
            </a:schemeClr>
          </a:solidFill>
          <a:ln w="1905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6F932ADC-D33C-F347-B408-01E9C6DFF76C}"/>
              </a:ext>
            </a:extLst>
          </p:cNvPr>
          <p:cNvSpPr/>
          <p:nvPr/>
        </p:nvSpPr>
        <p:spPr>
          <a:xfrm>
            <a:off x="2795449" y="6398889"/>
            <a:ext cx="2730141" cy="244315"/>
          </a:xfrm>
          <a:prstGeom prst="roundRect">
            <a:avLst/>
          </a:prstGeom>
          <a:solidFill>
            <a:schemeClr val="accent1">
              <a:alpha val="20000"/>
            </a:schemeClr>
          </a:solidFill>
          <a:ln w="1905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F5BFF386-D3B3-324F-9B3D-5C59368C7733}"/>
              </a:ext>
            </a:extLst>
          </p:cNvPr>
          <p:cNvSpPr/>
          <p:nvPr/>
        </p:nvSpPr>
        <p:spPr>
          <a:xfrm>
            <a:off x="3296093" y="6873782"/>
            <a:ext cx="2229497" cy="244314"/>
          </a:xfrm>
          <a:prstGeom prst="roundRect">
            <a:avLst/>
          </a:prstGeom>
          <a:solidFill>
            <a:schemeClr val="accent1">
              <a:alpha val="20000"/>
            </a:schemeClr>
          </a:solidFill>
          <a:ln w="1905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7A76DC-9B3F-884D-8B94-2E651263A872}"/>
              </a:ext>
            </a:extLst>
          </p:cNvPr>
          <p:cNvSpPr txBox="1"/>
          <p:nvPr/>
        </p:nvSpPr>
        <p:spPr>
          <a:xfrm>
            <a:off x="2385022" y="1800088"/>
            <a:ext cx="376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8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*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850D9A5-1259-5342-AD29-FFFABF309E2D}"/>
              </a:ext>
            </a:extLst>
          </p:cNvPr>
          <p:cNvSpPr txBox="1"/>
          <p:nvPr/>
        </p:nvSpPr>
        <p:spPr>
          <a:xfrm>
            <a:off x="2046441" y="2277259"/>
            <a:ext cx="376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8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*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08BEA9-0DC4-6B46-8B1E-CC1CED37F49D}"/>
              </a:ext>
            </a:extLst>
          </p:cNvPr>
          <p:cNvSpPr txBox="1"/>
          <p:nvPr/>
        </p:nvSpPr>
        <p:spPr>
          <a:xfrm>
            <a:off x="8414244" y="2879601"/>
            <a:ext cx="351391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KEY: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C0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Península Ibérica (que nunca viajaron a las </a:t>
            </a:r>
            <a:r>
              <a:rPr kumimoji="0" lang="es-ES_tradnl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C0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Americas</a:t>
            </a: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C0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Activos en el Virreinato de Nueva España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FF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Otras partes de Europa</a:t>
            </a:r>
            <a:endParaRPr kumimoji="0" lang="es-ES_tradnl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4544B6-E19C-A39A-D5EF-594E9BCEC336}"/>
              </a:ext>
            </a:extLst>
          </p:cNvPr>
          <p:cNvSpPr txBox="1"/>
          <p:nvPr/>
        </p:nvSpPr>
        <p:spPr>
          <a:xfrm>
            <a:off x="8073977" y="5450352"/>
            <a:ext cx="3396521" cy="523220"/>
          </a:xfrm>
          <a:prstGeom prst="rect">
            <a:avLst/>
          </a:prstGeom>
          <a:solidFill>
            <a:schemeClr val="accent5">
              <a:alpha val="69804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Gráfica de </a:t>
            </a:r>
            <a:r>
              <a:rPr lang="es-ES_tradnl" sz="1400" noProof="0" dirty="0">
                <a:solidFill>
                  <a:prstClr val="black"/>
                </a:solidFill>
                <a:latin typeface="Calibri" panose="020F0502020204030204"/>
              </a:rPr>
              <a:t>barras con la información provista por </a:t>
            </a:r>
            <a:r>
              <a:rPr kumimoji="0" lang="es-ES_tradnl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Morales Abril (2015, 119–120)</a:t>
            </a:r>
          </a:p>
        </p:txBody>
      </p:sp>
    </p:spTree>
    <p:extLst>
      <p:ext uri="{BB962C8B-B14F-4D97-AF65-F5344CB8AC3E}">
        <p14:creationId xmlns:p14="http://schemas.microsoft.com/office/powerpoint/2010/main" val="40677389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30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5" grpId="0" animBg="1"/>
      <p:bldP spid="46" grpId="0" animBg="1"/>
      <p:bldP spid="47" grpId="0" animBg="1"/>
      <p:bldP spid="48" grpId="0" animBg="1"/>
      <p:bldP spid="2" grpId="0"/>
      <p:bldP spid="2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ECE325-FEDA-6D43-9808-F73293DC1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02516BDC-2EEF-D84D-AE1A-346AD4C669A9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s-ES_tradnl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5007DA8-2ECF-7A49-A331-446A0A4E5C1E}"/>
              </a:ext>
            </a:extLst>
          </p:cNvPr>
          <p:cNvGrpSpPr/>
          <p:nvPr/>
        </p:nvGrpSpPr>
        <p:grpSpPr>
          <a:xfrm>
            <a:off x="1201782" y="-1916119"/>
            <a:ext cx="9679577" cy="8108518"/>
            <a:chOff x="1201782" y="486843"/>
            <a:chExt cx="9679577" cy="8108518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EC79BAEA-3760-814B-9E26-4F501F8BDBE4}"/>
                </a:ext>
              </a:extLst>
            </p:cNvPr>
            <p:cNvGrpSpPr/>
            <p:nvPr/>
          </p:nvGrpSpPr>
          <p:grpSpPr>
            <a:xfrm>
              <a:off x="1201782" y="486843"/>
              <a:ext cx="9679577" cy="8108518"/>
              <a:chOff x="1201782" y="486843"/>
              <a:chExt cx="9679577" cy="8108518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D0435C23-084B-F74B-9AC8-5DBAE080B38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1201782" y="486843"/>
                <a:ext cx="9679577" cy="8108518"/>
              </a:xfrm>
              <a:prstGeom prst="rect">
                <a:avLst/>
              </a:prstGeom>
            </p:spPr>
          </p:pic>
          <p:sp>
            <p:nvSpPr>
              <p:cNvPr id="38" name="Rounded Rectangle 37">
                <a:extLst>
                  <a:ext uri="{FF2B5EF4-FFF2-40B4-BE49-F238E27FC236}">
                    <a16:creationId xmlns:a16="http://schemas.microsoft.com/office/drawing/2014/main" id="{BB2C2F42-CC79-A845-AD2D-05E43D440F98}"/>
                  </a:ext>
                </a:extLst>
              </p:cNvPr>
              <p:cNvSpPr/>
              <p:nvPr/>
            </p:nvSpPr>
            <p:spPr>
              <a:xfrm>
                <a:off x="2636519" y="1835862"/>
                <a:ext cx="2889071" cy="237692"/>
              </a:xfrm>
              <a:prstGeom prst="roundRect">
                <a:avLst/>
              </a:prstGeom>
              <a:solidFill>
                <a:schemeClr val="accent6">
                  <a:alpha val="20000"/>
                </a:schemeClr>
              </a:solidFill>
              <a:ln w="19050">
                <a:noFill/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_tradnl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565AB104-3B96-BE48-AB30-EB71E1F5B155}"/>
                  </a:ext>
                </a:extLst>
              </p:cNvPr>
              <p:cNvSpPr/>
              <p:nvPr/>
            </p:nvSpPr>
            <p:spPr>
              <a:xfrm>
                <a:off x="2943499" y="1316184"/>
                <a:ext cx="2582092" cy="262157"/>
              </a:xfrm>
              <a:prstGeom prst="roundRect">
                <a:avLst/>
              </a:prstGeom>
              <a:solidFill>
                <a:schemeClr val="accent4">
                  <a:alpha val="20000"/>
                </a:schemeClr>
              </a:solidFill>
              <a:ln w="19050">
                <a:noFill/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_tradnl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99065DEE-B03F-384F-B366-64C65F9132D2}"/>
                  </a:ext>
                </a:extLst>
              </p:cNvPr>
              <p:cNvSpPr/>
              <p:nvPr/>
            </p:nvSpPr>
            <p:spPr>
              <a:xfrm>
                <a:off x="2573383" y="1580122"/>
                <a:ext cx="2952208" cy="251234"/>
              </a:xfrm>
              <a:prstGeom prst="roundRect">
                <a:avLst/>
              </a:prstGeom>
              <a:solidFill>
                <a:schemeClr val="accent4">
                  <a:alpha val="20000"/>
                </a:schemeClr>
              </a:solidFill>
              <a:ln w="19050">
                <a:noFill/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_tradnl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" name="Rounded Rectangle 29">
                <a:extLst>
                  <a:ext uri="{FF2B5EF4-FFF2-40B4-BE49-F238E27FC236}">
                    <a16:creationId xmlns:a16="http://schemas.microsoft.com/office/drawing/2014/main" id="{D0615FB2-2189-EF4D-A2CE-F56E6ED1E94D}"/>
                  </a:ext>
                </a:extLst>
              </p:cNvPr>
              <p:cNvSpPr/>
              <p:nvPr/>
            </p:nvSpPr>
            <p:spPr>
              <a:xfrm>
                <a:off x="2455818" y="2990318"/>
                <a:ext cx="3069774" cy="289494"/>
              </a:xfrm>
              <a:prstGeom prst="roundRect">
                <a:avLst/>
              </a:prstGeom>
              <a:solidFill>
                <a:schemeClr val="accent4">
                  <a:alpha val="20000"/>
                </a:schemeClr>
              </a:solidFill>
              <a:ln w="19050">
                <a:noFill/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_tradnl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5" name="Rounded Rectangle 34">
                <a:extLst>
                  <a:ext uri="{FF2B5EF4-FFF2-40B4-BE49-F238E27FC236}">
                    <a16:creationId xmlns:a16="http://schemas.microsoft.com/office/drawing/2014/main" id="{518C30AA-D091-244A-9B35-7FCB6910E7A3}"/>
                  </a:ext>
                </a:extLst>
              </p:cNvPr>
              <p:cNvSpPr/>
              <p:nvPr/>
            </p:nvSpPr>
            <p:spPr>
              <a:xfrm>
                <a:off x="2636521" y="1078332"/>
                <a:ext cx="2889070" cy="253794"/>
              </a:xfrm>
              <a:prstGeom prst="roundRect">
                <a:avLst/>
              </a:prstGeom>
              <a:noFill/>
              <a:ln w="19050">
                <a:solidFill>
                  <a:srgbClr val="70AD47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_tradnl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" name="Rounded Rectangle 36">
                <a:extLst>
                  <a:ext uri="{FF2B5EF4-FFF2-40B4-BE49-F238E27FC236}">
                    <a16:creationId xmlns:a16="http://schemas.microsoft.com/office/drawing/2014/main" id="{6DFDDF28-E92F-C443-98AA-343474D79F1D}"/>
                  </a:ext>
                </a:extLst>
              </p:cNvPr>
              <p:cNvSpPr/>
              <p:nvPr/>
            </p:nvSpPr>
            <p:spPr>
              <a:xfrm>
                <a:off x="2636521" y="2066829"/>
                <a:ext cx="2889070" cy="234915"/>
              </a:xfrm>
              <a:prstGeom prst="roundRect">
                <a:avLst/>
              </a:prstGeom>
              <a:noFill/>
              <a:ln w="19050">
                <a:solidFill>
                  <a:srgbClr val="70AD47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_tradnl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9" name="Rounded Rectangle 38">
                <a:extLst>
                  <a:ext uri="{FF2B5EF4-FFF2-40B4-BE49-F238E27FC236}">
                    <a16:creationId xmlns:a16="http://schemas.microsoft.com/office/drawing/2014/main" id="{7E65C054-A312-2344-9E18-A60879D07FEC}"/>
                  </a:ext>
                </a:extLst>
              </p:cNvPr>
              <p:cNvSpPr/>
              <p:nvPr/>
            </p:nvSpPr>
            <p:spPr>
              <a:xfrm>
                <a:off x="2286000" y="2295563"/>
                <a:ext cx="3239592" cy="236033"/>
              </a:xfrm>
              <a:prstGeom prst="roundRect">
                <a:avLst/>
              </a:prstGeom>
              <a:solidFill>
                <a:schemeClr val="accent6">
                  <a:alpha val="20000"/>
                </a:schemeClr>
              </a:solidFill>
              <a:ln w="19050">
                <a:noFill/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_tradnl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0" name="Rounded Rectangle 39">
                <a:extLst>
                  <a:ext uri="{FF2B5EF4-FFF2-40B4-BE49-F238E27FC236}">
                    <a16:creationId xmlns:a16="http://schemas.microsoft.com/office/drawing/2014/main" id="{4961457C-2805-4941-9006-F11A858E9111}"/>
                  </a:ext>
                </a:extLst>
              </p:cNvPr>
              <p:cNvSpPr/>
              <p:nvPr/>
            </p:nvSpPr>
            <p:spPr>
              <a:xfrm>
                <a:off x="2695306" y="3263224"/>
                <a:ext cx="2830284" cy="236032"/>
              </a:xfrm>
              <a:prstGeom prst="roundRect">
                <a:avLst/>
              </a:prstGeom>
              <a:solidFill>
                <a:schemeClr val="accent6">
                  <a:alpha val="20000"/>
                </a:schemeClr>
              </a:solidFill>
              <a:ln w="19050">
                <a:noFill/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_tradnl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" name="Rounded Rectangle 40">
                <a:extLst>
                  <a:ext uri="{FF2B5EF4-FFF2-40B4-BE49-F238E27FC236}">
                    <a16:creationId xmlns:a16="http://schemas.microsoft.com/office/drawing/2014/main" id="{940FE760-DF4E-AB47-BDE0-2EF23124D578}"/>
                  </a:ext>
                </a:extLst>
              </p:cNvPr>
              <p:cNvSpPr/>
              <p:nvPr/>
            </p:nvSpPr>
            <p:spPr>
              <a:xfrm>
                <a:off x="2943499" y="5912999"/>
                <a:ext cx="2582091" cy="236032"/>
              </a:xfrm>
              <a:prstGeom prst="roundRect">
                <a:avLst/>
              </a:prstGeom>
              <a:solidFill>
                <a:schemeClr val="accent6">
                  <a:alpha val="20000"/>
                </a:schemeClr>
              </a:solidFill>
              <a:ln w="19050">
                <a:noFill/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_tradnl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" name="Rounded Rectangle 41">
                <a:extLst>
                  <a:ext uri="{FF2B5EF4-FFF2-40B4-BE49-F238E27FC236}">
                    <a16:creationId xmlns:a16="http://schemas.microsoft.com/office/drawing/2014/main" id="{7637A1BD-3EB8-B944-92EE-B81C0220C87E}"/>
                  </a:ext>
                </a:extLst>
              </p:cNvPr>
              <p:cNvSpPr/>
              <p:nvPr/>
            </p:nvSpPr>
            <p:spPr>
              <a:xfrm>
                <a:off x="2286000" y="6169817"/>
                <a:ext cx="3239590" cy="236032"/>
              </a:xfrm>
              <a:prstGeom prst="roundRect">
                <a:avLst/>
              </a:prstGeom>
              <a:solidFill>
                <a:schemeClr val="accent6">
                  <a:alpha val="20000"/>
                </a:schemeClr>
              </a:solidFill>
              <a:ln w="19050">
                <a:noFill/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_tradnl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" name="Rounded Rectangle 44">
                <a:extLst>
                  <a:ext uri="{FF2B5EF4-FFF2-40B4-BE49-F238E27FC236}">
                    <a16:creationId xmlns:a16="http://schemas.microsoft.com/office/drawing/2014/main" id="{528452D5-7C7E-6948-BE5B-AF3CDAE87BA2}"/>
                  </a:ext>
                </a:extLst>
              </p:cNvPr>
              <p:cNvSpPr/>
              <p:nvPr/>
            </p:nvSpPr>
            <p:spPr>
              <a:xfrm>
                <a:off x="2808514" y="2516015"/>
                <a:ext cx="2730141" cy="244315"/>
              </a:xfrm>
              <a:prstGeom prst="roundRect">
                <a:avLst/>
              </a:prstGeom>
              <a:solidFill>
                <a:schemeClr val="accent1">
                  <a:alpha val="20000"/>
                </a:schemeClr>
              </a:solidFill>
              <a:ln w="19050">
                <a:noFill/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_tradnl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" name="Rounded Rectangle 45">
                <a:extLst>
                  <a:ext uri="{FF2B5EF4-FFF2-40B4-BE49-F238E27FC236}">
                    <a16:creationId xmlns:a16="http://schemas.microsoft.com/office/drawing/2014/main" id="{D22B0CA3-C720-8B4F-949B-3E78FBAA8774}"/>
                  </a:ext>
                </a:extLst>
              </p:cNvPr>
              <p:cNvSpPr/>
              <p:nvPr/>
            </p:nvSpPr>
            <p:spPr>
              <a:xfrm>
                <a:off x="2037807" y="2761585"/>
                <a:ext cx="3513912" cy="236032"/>
              </a:xfrm>
              <a:prstGeom prst="roundRect">
                <a:avLst/>
              </a:prstGeom>
              <a:solidFill>
                <a:schemeClr val="accent1">
                  <a:alpha val="20000"/>
                </a:schemeClr>
              </a:solidFill>
              <a:ln w="19050">
                <a:noFill/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_tradnl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" name="Rounded Rectangle 46">
                <a:extLst>
                  <a:ext uri="{FF2B5EF4-FFF2-40B4-BE49-F238E27FC236}">
                    <a16:creationId xmlns:a16="http://schemas.microsoft.com/office/drawing/2014/main" id="{6F932ADC-D33C-F347-B408-01E9C6DFF76C}"/>
                  </a:ext>
                </a:extLst>
              </p:cNvPr>
              <p:cNvSpPr/>
              <p:nvPr/>
            </p:nvSpPr>
            <p:spPr>
              <a:xfrm>
                <a:off x="2795449" y="6398889"/>
                <a:ext cx="2730141" cy="244315"/>
              </a:xfrm>
              <a:prstGeom prst="roundRect">
                <a:avLst/>
              </a:prstGeom>
              <a:solidFill>
                <a:schemeClr val="accent1">
                  <a:alpha val="20000"/>
                </a:schemeClr>
              </a:solidFill>
              <a:ln w="19050">
                <a:noFill/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_tradnl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" name="Rounded Rectangle 47">
                <a:extLst>
                  <a:ext uri="{FF2B5EF4-FFF2-40B4-BE49-F238E27FC236}">
                    <a16:creationId xmlns:a16="http://schemas.microsoft.com/office/drawing/2014/main" id="{F5BFF386-D3B3-324F-9B3D-5C59368C7733}"/>
                  </a:ext>
                </a:extLst>
              </p:cNvPr>
              <p:cNvSpPr/>
              <p:nvPr/>
            </p:nvSpPr>
            <p:spPr>
              <a:xfrm>
                <a:off x="3296093" y="6873782"/>
                <a:ext cx="2229497" cy="244314"/>
              </a:xfrm>
              <a:prstGeom prst="roundRect">
                <a:avLst/>
              </a:prstGeom>
              <a:solidFill>
                <a:schemeClr val="accent1">
                  <a:alpha val="20000"/>
                </a:schemeClr>
              </a:solidFill>
              <a:ln w="19050">
                <a:noFill/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_tradnl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94B123DB-E3F8-894E-9B79-2A3A69F3EDF1}"/>
                </a:ext>
              </a:extLst>
            </p:cNvPr>
            <p:cNvSpPr/>
            <p:nvPr/>
          </p:nvSpPr>
          <p:spPr>
            <a:xfrm>
              <a:off x="2636521" y="1822320"/>
              <a:ext cx="2889070" cy="237691"/>
            </a:xfrm>
            <a:prstGeom prst="roundRect">
              <a:avLst/>
            </a:prstGeom>
            <a:noFill/>
            <a:ln w="19050">
              <a:solidFill>
                <a:srgbClr val="70AD47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_tradn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229E6F20-9231-8844-8E6F-1002EF9106D4}"/>
              </a:ext>
            </a:extLst>
          </p:cNvPr>
          <p:cNvSpPr txBox="1"/>
          <p:nvPr/>
        </p:nvSpPr>
        <p:spPr>
          <a:xfrm>
            <a:off x="2391556" y="-593124"/>
            <a:ext cx="376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8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*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6798BBE-C72A-E54E-9540-002EC69A8B77}"/>
              </a:ext>
            </a:extLst>
          </p:cNvPr>
          <p:cNvSpPr txBox="1"/>
          <p:nvPr/>
        </p:nvSpPr>
        <p:spPr>
          <a:xfrm>
            <a:off x="2052975" y="-115953"/>
            <a:ext cx="376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8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*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838E76-8E50-3D42-E007-A7E71CF3A112}"/>
              </a:ext>
            </a:extLst>
          </p:cNvPr>
          <p:cNvSpPr txBox="1"/>
          <p:nvPr/>
        </p:nvSpPr>
        <p:spPr>
          <a:xfrm>
            <a:off x="8073977" y="5450352"/>
            <a:ext cx="3396521" cy="523220"/>
          </a:xfrm>
          <a:prstGeom prst="rect">
            <a:avLst/>
          </a:prstGeom>
          <a:solidFill>
            <a:schemeClr val="accent5">
              <a:alpha val="69804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Gráfica de </a:t>
            </a:r>
            <a:r>
              <a:rPr lang="es-ES_tradnl" sz="1400" noProof="0" dirty="0">
                <a:solidFill>
                  <a:prstClr val="black"/>
                </a:solidFill>
                <a:latin typeface="Calibri" panose="020F0502020204030204"/>
              </a:rPr>
              <a:t>barras con la información provista por </a:t>
            </a:r>
            <a:r>
              <a:rPr kumimoji="0" lang="es-ES_tradnl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Morales Abril (2015, 119–120)</a:t>
            </a:r>
          </a:p>
        </p:txBody>
      </p:sp>
    </p:spTree>
    <p:extLst>
      <p:ext uri="{BB962C8B-B14F-4D97-AF65-F5344CB8AC3E}">
        <p14:creationId xmlns:p14="http://schemas.microsoft.com/office/powerpoint/2010/main" val="736042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DDDFD-3946-54E7-7DA3-8C64E82E2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625F4-87FB-4274-4F0A-A9D14F185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540" y="1349512"/>
            <a:ext cx="10840260" cy="1323226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s-ES_tradnl" sz="2400" b="1" noProof="0" dirty="0"/>
              <a:t>Objetivo: </a:t>
            </a:r>
            <a:r>
              <a:rPr lang="es-ES_tradnl" sz="2400" noProof="0" dirty="0"/>
              <a:t>Preservar e incrementar el acceso a este corpus de música </a:t>
            </a:r>
            <a:br>
              <a:rPr lang="es-ES_tradnl" sz="2400" noProof="0" dirty="0"/>
            </a:br>
            <a:r>
              <a:rPr lang="es-ES_tradnl" sz="2400" noProof="0" dirty="0"/>
              <a:t>por medio del uso de tecnologías de digitalización y codificación musical</a:t>
            </a:r>
            <a:endParaRPr lang="es-ES_tradnl" sz="2400" noProof="0" dirty="0">
              <a:solidFill>
                <a:schemeClr val="accent5">
                  <a:lumMod val="7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es-ES_tradnl" sz="2400" b="1" noProof="0" dirty="0"/>
              <a:t>Proyecto piloto </a:t>
            </a:r>
            <a:r>
              <a:rPr lang="es-ES_tradnl" sz="2400" noProof="0" dirty="0"/>
              <a:t>con el primer libro (libro de misas)</a:t>
            </a:r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009E65C7-0C06-1E5E-7616-660E6C273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516BDC-2EEF-D84D-AE1A-346AD4C669A9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s-ES_tradnl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ACF8560-70E8-82E7-E066-D8A1211A1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540" y="372982"/>
            <a:ext cx="11164920" cy="849815"/>
          </a:xfrm>
        </p:spPr>
        <p:txBody>
          <a:bodyPr>
            <a:normAutofit/>
          </a:bodyPr>
          <a:lstStyle/>
          <a:p>
            <a:r>
              <a:rPr lang="es-ES_tradnl" noProof="0" dirty="0"/>
              <a:t>Motivación</a:t>
            </a:r>
            <a:endParaRPr lang="es-ES_tradnl" noProof="0" dirty="0">
              <a:solidFill>
                <a:schemeClr val="accent5">
                  <a:lumMod val="75000"/>
                </a:schemeClr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0F898AC-E080-FA7C-9084-CEEB5D3F7380}"/>
              </a:ext>
            </a:extLst>
          </p:cNvPr>
          <p:cNvGrpSpPr/>
          <p:nvPr/>
        </p:nvGrpSpPr>
        <p:grpSpPr>
          <a:xfrm>
            <a:off x="2136221" y="2933524"/>
            <a:ext cx="3411089" cy="3061108"/>
            <a:chOff x="2070791" y="1887955"/>
            <a:chExt cx="3411089" cy="306110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D6A276B-2E74-54CA-AFA3-684AB536628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191"/>
            <a:stretch/>
          </p:blipFill>
          <p:spPr>
            <a:xfrm rot="21262997">
              <a:off x="2806195" y="1919074"/>
              <a:ext cx="1336356" cy="2271637"/>
            </a:xfrm>
            <a:prstGeom prst="rect">
              <a:avLst/>
            </a:prstGeom>
            <a:ln w="12700">
              <a:solidFill>
                <a:schemeClr val="bg2"/>
              </a:solidFill>
            </a:ln>
          </p:spPr>
        </p:pic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06E8706-4228-479C-FE7D-02DBDA5CDA7C}"/>
                </a:ext>
              </a:extLst>
            </p:cNvPr>
            <p:cNvGrpSpPr/>
            <p:nvPr/>
          </p:nvGrpSpPr>
          <p:grpSpPr>
            <a:xfrm>
              <a:off x="2070791" y="2837287"/>
              <a:ext cx="679361" cy="578912"/>
              <a:chOff x="2114587" y="378510"/>
              <a:chExt cx="1214309" cy="1036268"/>
            </a:xfrm>
          </p:grpSpPr>
          <p:sp>
            <p:nvSpPr>
              <p:cNvPr id="8" name="Right Arrow 7">
                <a:extLst>
                  <a:ext uri="{FF2B5EF4-FFF2-40B4-BE49-F238E27FC236}">
                    <a16:creationId xmlns:a16="http://schemas.microsoft.com/office/drawing/2014/main" id="{8ECCC307-EBC7-F338-D719-81ED26A5B2B4}"/>
                  </a:ext>
                </a:extLst>
              </p:cNvPr>
              <p:cNvSpPr/>
              <p:nvPr/>
            </p:nvSpPr>
            <p:spPr>
              <a:xfrm>
                <a:off x="2114587" y="378510"/>
                <a:ext cx="1214309" cy="1036268"/>
              </a:xfrm>
              <a:prstGeom prst="rightArrow">
                <a:avLst>
                  <a:gd name="adj1" fmla="val 60000"/>
                  <a:gd name="adj2" fmla="val 50000"/>
                </a:avLst>
              </a:prstGeom>
              <a:ln>
                <a:solidFill>
                  <a:schemeClr val="tx1"/>
                </a:solidFill>
              </a:ln>
            </p:spPr>
            <p:style>
              <a:lnRef idx="0">
                <a:schemeClr val="dk2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dk2">
                  <a:tint val="60000"/>
                  <a:hueOff val="0"/>
                  <a:satOff val="0"/>
                  <a:lumOff val="0"/>
                  <a:alphaOff val="0"/>
                </a:schemeClr>
              </a:fillRef>
              <a:effectRef idx="1">
                <a:schemeClr val="dk2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2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_tradnl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>
                      <a:hueOff val="0"/>
                      <a:satOff val="0"/>
                      <a:lumOff val="0"/>
                      <a:alphaOff val="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" name="Right Arrow 4">
                <a:extLst>
                  <a:ext uri="{FF2B5EF4-FFF2-40B4-BE49-F238E27FC236}">
                    <a16:creationId xmlns:a16="http://schemas.microsoft.com/office/drawing/2014/main" id="{8A1FF4E0-C714-35CF-BE51-09F6A5CE6F4C}"/>
                  </a:ext>
                </a:extLst>
              </p:cNvPr>
              <p:cNvSpPr txBox="1"/>
              <p:nvPr/>
            </p:nvSpPr>
            <p:spPr>
              <a:xfrm>
                <a:off x="2114587" y="585764"/>
                <a:ext cx="903429" cy="621760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2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0" tIns="0" rIns="0" bIns="0" numCol="1" spcCol="1270" anchor="ctr" anchorCtr="0">
                <a:noAutofit/>
              </a:bodyPr>
              <a:lstStyle/>
              <a:p>
                <a:pPr marL="0" marR="0" lvl="0" indent="0" algn="ctr" defTabSz="8001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_tradnl" sz="1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50C6C04-76C7-1468-E746-D38C4F4CFB2E}"/>
                </a:ext>
              </a:extLst>
            </p:cNvPr>
            <p:cNvSpPr txBox="1"/>
            <p:nvPr/>
          </p:nvSpPr>
          <p:spPr>
            <a:xfrm>
              <a:off x="2750152" y="4241177"/>
              <a:ext cx="273172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Imágenes digitales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de las piezas mensurales</a:t>
              </a: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CA22F23-B4AA-7E51-8AE3-C0430637E3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269"/>
            <a:stretch/>
          </p:blipFill>
          <p:spPr>
            <a:xfrm rot="307372">
              <a:off x="4101597" y="1887955"/>
              <a:ext cx="1281470" cy="2270583"/>
            </a:xfrm>
            <a:prstGeom prst="rect">
              <a:avLst/>
            </a:prstGeom>
            <a:ln w="12700">
              <a:solidFill>
                <a:schemeClr val="bg2"/>
              </a:solidFill>
            </a:ln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A037C3D-14AE-FE49-89D3-89DE4F3F5FD6}"/>
              </a:ext>
            </a:extLst>
          </p:cNvPr>
          <p:cNvGrpSpPr/>
          <p:nvPr/>
        </p:nvGrpSpPr>
        <p:grpSpPr>
          <a:xfrm>
            <a:off x="513540" y="3035595"/>
            <a:ext cx="1561302" cy="2518151"/>
            <a:chOff x="918738" y="3586990"/>
            <a:chExt cx="1561302" cy="251815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3E84582-DB7F-1B71-975D-B788B9A73DFA}"/>
                </a:ext>
              </a:extLst>
            </p:cNvPr>
            <p:cNvSpPr txBox="1"/>
            <p:nvPr/>
          </p:nvSpPr>
          <p:spPr>
            <a:xfrm>
              <a:off x="918738" y="5705031"/>
              <a:ext cx="156130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Manuscrito</a:t>
              </a: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8FF83078-4221-4906-9D82-267CBF67CBD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29981" y="3586990"/>
              <a:ext cx="1550059" cy="2089210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C6DBFEF-1669-5502-15EE-B407715F5E75}"/>
              </a:ext>
            </a:extLst>
          </p:cNvPr>
          <p:cNvGrpSpPr/>
          <p:nvPr/>
        </p:nvGrpSpPr>
        <p:grpSpPr>
          <a:xfrm>
            <a:off x="5529784" y="3890502"/>
            <a:ext cx="650051" cy="578912"/>
            <a:chOff x="2114587" y="378510"/>
            <a:chExt cx="1214309" cy="1036268"/>
          </a:xfrm>
        </p:grpSpPr>
        <p:sp>
          <p:nvSpPr>
            <p:cNvPr id="21" name="Right Arrow 20">
              <a:extLst>
                <a:ext uri="{FF2B5EF4-FFF2-40B4-BE49-F238E27FC236}">
                  <a16:creationId xmlns:a16="http://schemas.microsoft.com/office/drawing/2014/main" id="{2670C766-EAA9-A373-FF20-12543B56399B}"/>
                </a:ext>
              </a:extLst>
            </p:cNvPr>
            <p:cNvSpPr/>
            <p:nvPr/>
          </p:nvSpPr>
          <p:spPr>
            <a:xfrm>
              <a:off x="2114587" y="378510"/>
              <a:ext cx="1214309" cy="1036268"/>
            </a:xfrm>
            <a:prstGeom prst="rightArrow">
              <a:avLst>
                <a:gd name="adj1" fmla="val 60000"/>
                <a:gd name="adj2" fmla="val 50000"/>
              </a:avLst>
            </a:prstGeom>
            <a:ln>
              <a:solidFill>
                <a:schemeClr val="tx1"/>
              </a:solidFill>
            </a:ln>
          </p:spPr>
          <p:style>
            <a:lnRef idx="0">
              <a:schemeClr val="dk2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tint val="60000"/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_tradnl" sz="18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Right Arrow 4">
              <a:extLst>
                <a:ext uri="{FF2B5EF4-FFF2-40B4-BE49-F238E27FC236}">
                  <a16:creationId xmlns:a16="http://schemas.microsoft.com/office/drawing/2014/main" id="{C4DED011-66FA-E5B4-DFBB-4D98A4FB0A78}"/>
                </a:ext>
              </a:extLst>
            </p:cNvPr>
            <p:cNvSpPr txBox="1"/>
            <p:nvPr/>
          </p:nvSpPr>
          <p:spPr>
            <a:xfrm>
              <a:off x="2114587" y="585764"/>
              <a:ext cx="903429" cy="6217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marR="0" lvl="0" indent="0" algn="ctr" defTabSz="8001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kumimoji="0" lang="es-ES_tradnl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29D2CA9F-9E88-A4DE-E842-DE6AE141B4F8}"/>
              </a:ext>
            </a:extLst>
          </p:cNvPr>
          <p:cNvSpPr/>
          <p:nvPr/>
        </p:nvSpPr>
        <p:spPr>
          <a:xfrm rot="286521">
            <a:off x="4245695" y="3083121"/>
            <a:ext cx="1178783" cy="684000"/>
          </a:xfrm>
          <a:prstGeom prst="rect">
            <a:avLst/>
          </a:prstGeom>
          <a:solidFill>
            <a:srgbClr val="00B050">
              <a:alpha val="9804"/>
            </a:srgbClr>
          </a:solidFill>
          <a:ln w="6350"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B34BF51-DB63-0812-E060-B6279881D59E}"/>
              </a:ext>
            </a:extLst>
          </p:cNvPr>
          <p:cNvSpPr/>
          <p:nvPr/>
        </p:nvSpPr>
        <p:spPr>
          <a:xfrm rot="286521">
            <a:off x="4178090" y="3890146"/>
            <a:ext cx="1178783" cy="684000"/>
          </a:xfrm>
          <a:prstGeom prst="rect">
            <a:avLst/>
          </a:prstGeom>
          <a:solidFill>
            <a:srgbClr val="FFC000">
              <a:alpha val="9804"/>
            </a:srgbClr>
          </a:solidFill>
          <a:ln w="6350">
            <a:solidFill>
              <a:schemeClr val="accent4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0831A2B-1F1D-DE7E-3B72-B237CA91964C}"/>
              </a:ext>
            </a:extLst>
          </p:cNvPr>
          <p:cNvGrpSpPr/>
          <p:nvPr/>
        </p:nvGrpSpPr>
        <p:grpSpPr>
          <a:xfrm>
            <a:off x="5609078" y="3543799"/>
            <a:ext cx="4526491" cy="2451223"/>
            <a:chOff x="5543648" y="2498230"/>
            <a:chExt cx="4526491" cy="2451223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C3ADFB14-BBFF-DA19-E2F8-8C9DC3527D96}"/>
                </a:ext>
              </a:extLst>
            </p:cNvPr>
            <p:cNvGrpSpPr/>
            <p:nvPr/>
          </p:nvGrpSpPr>
          <p:grpSpPr>
            <a:xfrm>
              <a:off x="5543648" y="2498230"/>
              <a:ext cx="4526491" cy="2451223"/>
              <a:chOff x="7621215" y="4503791"/>
              <a:chExt cx="4526491" cy="2451223"/>
            </a:xfrm>
          </p:grpSpPr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318917C-0DE5-1596-3DF5-E6576367BE8D}"/>
                  </a:ext>
                </a:extLst>
              </p:cNvPr>
              <p:cNvSpPr txBox="1"/>
              <p:nvPr/>
            </p:nvSpPr>
            <p:spPr>
              <a:xfrm>
                <a:off x="7621215" y="5939351"/>
                <a:ext cx="4526491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S_tradnl" sz="20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Archivos</a:t>
                </a:r>
                <a:r>
                  <a:rPr kumimoji="0" lang="es-ES_tradnl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4472C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:r>
                  <a:rPr kumimoji="0" lang="es-ES_tradnl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que codifiquen las voces </a:t>
                </a:r>
                <a:br>
                  <a:rPr kumimoji="0" lang="es-ES_tradnl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</a:br>
                <a:r>
                  <a:rPr kumimoji="0" lang="es-ES_tradnl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en partitura (alineadas verticalmente)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S_tradnl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interpretación de la duración de las notas </a:t>
                </a:r>
              </a:p>
            </p:txBody>
          </p: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0047D1DB-B7D5-5152-4323-BA2A23040052}"/>
                  </a:ext>
                </a:extLst>
              </p:cNvPr>
              <p:cNvGrpSpPr/>
              <p:nvPr/>
            </p:nvGrpSpPr>
            <p:grpSpPr>
              <a:xfrm>
                <a:off x="8252485" y="4503791"/>
                <a:ext cx="3027908" cy="1269823"/>
                <a:chOff x="4708739" y="4140535"/>
                <a:chExt cx="6514730" cy="2583392"/>
              </a:xfrm>
            </p:grpSpPr>
            <p:pic>
              <p:nvPicPr>
                <p:cNvPr id="34" name="Picture 33" descr="A close up of a device&#10;&#10;Description automatically generated">
                  <a:extLst>
                    <a:ext uri="{FF2B5EF4-FFF2-40B4-BE49-F238E27FC236}">
                      <a16:creationId xmlns:a16="http://schemas.microsoft.com/office/drawing/2014/main" id="{F30C190C-070A-11D9-B4E8-5E686CE026F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781996" y="4140535"/>
                  <a:ext cx="6407940" cy="2583392"/>
                </a:xfrm>
                <a:prstGeom prst="rect">
                  <a:avLst/>
                </a:prstGeom>
              </p:spPr>
            </p:pic>
            <p:grpSp>
              <p:nvGrpSpPr>
                <p:cNvPr id="35" name="Group 34">
                  <a:extLst>
                    <a:ext uri="{FF2B5EF4-FFF2-40B4-BE49-F238E27FC236}">
                      <a16:creationId xmlns:a16="http://schemas.microsoft.com/office/drawing/2014/main" id="{368939A1-3D9E-FCE4-CD7C-8B1ED2E25D68}"/>
                    </a:ext>
                  </a:extLst>
                </p:cNvPr>
                <p:cNvGrpSpPr/>
                <p:nvPr/>
              </p:nvGrpSpPr>
              <p:grpSpPr>
                <a:xfrm>
                  <a:off x="4708739" y="4155669"/>
                  <a:ext cx="6514730" cy="2506277"/>
                  <a:chOff x="1076275" y="4109464"/>
                  <a:chExt cx="6177053" cy="1669445"/>
                </a:xfrm>
              </p:grpSpPr>
              <p:sp>
                <p:nvSpPr>
                  <p:cNvPr id="36" name="Rectangle 35">
                    <a:extLst>
                      <a:ext uri="{FF2B5EF4-FFF2-40B4-BE49-F238E27FC236}">
                        <a16:creationId xmlns:a16="http://schemas.microsoft.com/office/drawing/2014/main" id="{3DD7E4C6-AA50-70AA-B489-6B453C92100C}"/>
                      </a:ext>
                    </a:extLst>
                  </p:cNvPr>
                  <p:cNvSpPr/>
                  <p:nvPr/>
                </p:nvSpPr>
                <p:spPr>
                  <a:xfrm>
                    <a:off x="1077356" y="4519837"/>
                    <a:ext cx="6169081" cy="414677"/>
                  </a:xfrm>
                  <a:prstGeom prst="rect">
                    <a:avLst/>
                  </a:prstGeom>
                  <a:solidFill>
                    <a:srgbClr val="92D050">
                      <a:alpha val="15000"/>
                    </a:srgbClr>
                  </a:solidFill>
                  <a:ln>
                    <a:noFill/>
                  </a:ln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ES_tradnl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7" name="Rectangle 36">
                    <a:extLst>
                      <a:ext uri="{FF2B5EF4-FFF2-40B4-BE49-F238E27FC236}">
                        <a16:creationId xmlns:a16="http://schemas.microsoft.com/office/drawing/2014/main" id="{D65DF387-FF5F-CDAF-6CD3-10CF31914635}"/>
                      </a:ext>
                    </a:extLst>
                  </p:cNvPr>
                  <p:cNvSpPr/>
                  <p:nvPr/>
                </p:nvSpPr>
                <p:spPr>
                  <a:xfrm>
                    <a:off x="1084246" y="4937198"/>
                    <a:ext cx="6169076" cy="414679"/>
                  </a:xfrm>
                  <a:prstGeom prst="rect">
                    <a:avLst/>
                  </a:prstGeom>
                  <a:solidFill>
                    <a:srgbClr val="CF6C6A">
                      <a:alpha val="15000"/>
                    </a:srgbClr>
                  </a:solidFill>
                  <a:ln>
                    <a:noFill/>
                  </a:ln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ES_tradnl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8" name="Rectangle 37">
                    <a:extLst>
                      <a:ext uri="{FF2B5EF4-FFF2-40B4-BE49-F238E27FC236}">
                        <a16:creationId xmlns:a16="http://schemas.microsoft.com/office/drawing/2014/main" id="{7EFCE35B-83BE-3CFD-44D5-22F1C7D5EC18}"/>
                      </a:ext>
                    </a:extLst>
                  </p:cNvPr>
                  <p:cNvSpPr/>
                  <p:nvPr/>
                </p:nvSpPr>
                <p:spPr>
                  <a:xfrm>
                    <a:off x="1084248" y="5339837"/>
                    <a:ext cx="6169080" cy="439072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1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ES_tradnl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9" name="Rectangle 38">
                    <a:extLst>
                      <a:ext uri="{FF2B5EF4-FFF2-40B4-BE49-F238E27FC236}">
                        <a16:creationId xmlns:a16="http://schemas.microsoft.com/office/drawing/2014/main" id="{691E3E1C-0462-262A-2B29-52458CF34735}"/>
                      </a:ext>
                    </a:extLst>
                  </p:cNvPr>
                  <p:cNvSpPr/>
                  <p:nvPr/>
                </p:nvSpPr>
                <p:spPr>
                  <a:xfrm>
                    <a:off x="1076275" y="4109464"/>
                    <a:ext cx="6169080" cy="414677"/>
                  </a:xfrm>
                  <a:prstGeom prst="rect">
                    <a:avLst/>
                  </a:prstGeom>
                  <a:solidFill>
                    <a:schemeClr val="accent1">
                      <a:alpha val="1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ES_tradnl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</p:grp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81A0E00A-A98E-C4B0-5143-5306CD1B16B5}"/>
                </a:ext>
              </a:extLst>
            </p:cNvPr>
            <p:cNvSpPr/>
            <p:nvPr/>
          </p:nvSpPr>
          <p:spPr>
            <a:xfrm>
              <a:off x="6174918" y="2498230"/>
              <a:ext cx="3024000" cy="1269823"/>
            </a:xfrm>
            <a:prstGeom prst="rect">
              <a:avLst/>
            </a:prstGeom>
            <a:noFill/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_tradn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90C00F11-9832-9F8D-570E-6A86F5EB19CF}"/>
              </a:ext>
            </a:extLst>
          </p:cNvPr>
          <p:cNvSpPr/>
          <p:nvPr/>
        </p:nvSpPr>
        <p:spPr>
          <a:xfrm rot="21156672">
            <a:off x="2939514" y="3093245"/>
            <a:ext cx="1178783" cy="684000"/>
          </a:xfrm>
          <a:prstGeom prst="rect">
            <a:avLst/>
          </a:prstGeom>
          <a:solidFill>
            <a:srgbClr val="0070C0">
              <a:alpha val="9804"/>
            </a:srgbClr>
          </a:solidFill>
          <a:ln w="635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69D2633-9FBB-FED6-8473-E5A68234D698}"/>
              </a:ext>
            </a:extLst>
          </p:cNvPr>
          <p:cNvSpPr/>
          <p:nvPr/>
        </p:nvSpPr>
        <p:spPr>
          <a:xfrm rot="21156672">
            <a:off x="3035073" y="3922093"/>
            <a:ext cx="1178783" cy="684000"/>
          </a:xfrm>
          <a:prstGeom prst="rect">
            <a:avLst/>
          </a:prstGeom>
          <a:solidFill>
            <a:srgbClr val="C00000">
              <a:alpha val="9804"/>
            </a:srgbClr>
          </a:solidFill>
          <a:ln w="635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5408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40" grpId="0" animBg="1"/>
      <p:bldP spid="4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0770F-26C2-AD31-CF29-5C1E2E3B8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558FA-1B43-1D55-117B-043DC7F1B8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540" y="1349512"/>
            <a:ext cx="10840260" cy="1323226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s-ES_tradnl" sz="2400" b="1" noProof="0" dirty="0"/>
              <a:t>Objetivo: </a:t>
            </a:r>
            <a:r>
              <a:rPr lang="es-ES_tradnl" sz="2400" noProof="0" dirty="0"/>
              <a:t>Preservar e incrementar el acceso a este corpus de música </a:t>
            </a:r>
            <a:br>
              <a:rPr lang="es-ES_tradnl" sz="2400" noProof="0" dirty="0"/>
            </a:br>
            <a:r>
              <a:rPr lang="es-ES_tradnl" sz="2400" noProof="0" dirty="0"/>
              <a:t>por medio del uso de tecnologías de digitalización y codificación musical</a:t>
            </a:r>
            <a:endParaRPr lang="es-ES_tradnl" sz="2400" noProof="0" dirty="0">
              <a:solidFill>
                <a:schemeClr val="accent5">
                  <a:lumMod val="7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es-ES_tradnl" sz="2400" b="1" noProof="0" dirty="0"/>
              <a:t>Proyecto piloto </a:t>
            </a:r>
            <a:r>
              <a:rPr lang="es-ES_tradnl" sz="2400" noProof="0" dirty="0"/>
              <a:t>con el primer libro (libro de misas)</a:t>
            </a:r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BC965C76-E17A-CCF3-F760-1DC134ADB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516BDC-2EEF-D84D-AE1A-346AD4C669A9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s-ES_tradnl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CD0AB6E-D1B9-FAB6-04B0-D9AD1E4CE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540" y="372982"/>
            <a:ext cx="11164920" cy="849815"/>
          </a:xfrm>
        </p:spPr>
        <p:txBody>
          <a:bodyPr>
            <a:normAutofit/>
          </a:bodyPr>
          <a:lstStyle/>
          <a:p>
            <a:r>
              <a:rPr lang="es-ES_tradnl" noProof="0" dirty="0"/>
              <a:t>Motivación</a:t>
            </a:r>
            <a:endParaRPr lang="es-ES_tradnl" noProof="0" dirty="0">
              <a:solidFill>
                <a:schemeClr val="accent5">
                  <a:lumMod val="75000"/>
                </a:schemeClr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7709EAD-B1AC-8432-16B3-71C6EF31E681}"/>
              </a:ext>
            </a:extLst>
          </p:cNvPr>
          <p:cNvGrpSpPr/>
          <p:nvPr/>
        </p:nvGrpSpPr>
        <p:grpSpPr>
          <a:xfrm>
            <a:off x="2136221" y="2933524"/>
            <a:ext cx="3411089" cy="3061108"/>
            <a:chOff x="2070791" y="1887955"/>
            <a:chExt cx="3411089" cy="306110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3D912DF0-66AF-1BC7-D793-61386924816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191"/>
            <a:stretch/>
          </p:blipFill>
          <p:spPr>
            <a:xfrm rot="21262997">
              <a:off x="2806195" y="1919074"/>
              <a:ext cx="1336356" cy="2271637"/>
            </a:xfrm>
            <a:prstGeom prst="rect">
              <a:avLst/>
            </a:prstGeom>
            <a:ln w="12700">
              <a:solidFill>
                <a:schemeClr val="bg2"/>
              </a:solidFill>
            </a:ln>
          </p:spPr>
        </p:pic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C9897DC-56B4-6858-AF88-04D3C032D9BE}"/>
                </a:ext>
              </a:extLst>
            </p:cNvPr>
            <p:cNvGrpSpPr/>
            <p:nvPr/>
          </p:nvGrpSpPr>
          <p:grpSpPr>
            <a:xfrm>
              <a:off x="2070791" y="2837287"/>
              <a:ext cx="679361" cy="578912"/>
              <a:chOff x="2114587" y="378510"/>
              <a:chExt cx="1214309" cy="1036268"/>
            </a:xfrm>
          </p:grpSpPr>
          <p:sp>
            <p:nvSpPr>
              <p:cNvPr id="8" name="Right Arrow 7">
                <a:extLst>
                  <a:ext uri="{FF2B5EF4-FFF2-40B4-BE49-F238E27FC236}">
                    <a16:creationId xmlns:a16="http://schemas.microsoft.com/office/drawing/2014/main" id="{F88813FF-07E2-D7DC-6908-544605FA68E5}"/>
                  </a:ext>
                </a:extLst>
              </p:cNvPr>
              <p:cNvSpPr/>
              <p:nvPr/>
            </p:nvSpPr>
            <p:spPr>
              <a:xfrm>
                <a:off x="2114587" y="378510"/>
                <a:ext cx="1214309" cy="1036268"/>
              </a:xfrm>
              <a:prstGeom prst="rightArrow">
                <a:avLst>
                  <a:gd name="adj1" fmla="val 60000"/>
                  <a:gd name="adj2" fmla="val 50000"/>
                </a:avLst>
              </a:prstGeom>
              <a:ln>
                <a:solidFill>
                  <a:schemeClr val="tx1"/>
                </a:solidFill>
              </a:ln>
            </p:spPr>
            <p:style>
              <a:lnRef idx="0">
                <a:schemeClr val="dk2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dk2">
                  <a:tint val="60000"/>
                  <a:hueOff val="0"/>
                  <a:satOff val="0"/>
                  <a:lumOff val="0"/>
                  <a:alphaOff val="0"/>
                </a:schemeClr>
              </a:fillRef>
              <a:effectRef idx="1">
                <a:schemeClr val="dk2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2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_tradnl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>
                      <a:hueOff val="0"/>
                      <a:satOff val="0"/>
                      <a:lumOff val="0"/>
                      <a:alphaOff val="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" name="Right Arrow 4">
                <a:extLst>
                  <a:ext uri="{FF2B5EF4-FFF2-40B4-BE49-F238E27FC236}">
                    <a16:creationId xmlns:a16="http://schemas.microsoft.com/office/drawing/2014/main" id="{1140AA7E-74D5-E1EA-1F73-7404BD379ED0}"/>
                  </a:ext>
                </a:extLst>
              </p:cNvPr>
              <p:cNvSpPr txBox="1"/>
              <p:nvPr/>
            </p:nvSpPr>
            <p:spPr>
              <a:xfrm>
                <a:off x="2114587" y="585764"/>
                <a:ext cx="903429" cy="621760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2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0" tIns="0" rIns="0" bIns="0" numCol="1" spcCol="1270" anchor="ctr" anchorCtr="0">
                <a:noAutofit/>
              </a:bodyPr>
              <a:lstStyle/>
              <a:p>
                <a:pPr marL="0" marR="0" lvl="0" indent="0" algn="ctr" defTabSz="8001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_tradnl" sz="1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D724209-C423-BA3E-532F-9F855AF5E0F0}"/>
                </a:ext>
              </a:extLst>
            </p:cNvPr>
            <p:cNvSpPr txBox="1"/>
            <p:nvPr/>
          </p:nvSpPr>
          <p:spPr>
            <a:xfrm>
              <a:off x="2750152" y="4241177"/>
              <a:ext cx="273172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Imágenes digitales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de las piezas mensurales</a:t>
              </a: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7AA05D6-DC7E-0728-2884-26D94FD085D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269"/>
            <a:stretch/>
          </p:blipFill>
          <p:spPr>
            <a:xfrm rot="307372">
              <a:off x="4101597" y="1887955"/>
              <a:ext cx="1281470" cy="2270583"/>
            </a:xfrm>
            <a:prstGeom prst="rect">
              <a:avLst/>
            </a:prstGeom>
            <a:ln w="12700">
              <a:solidFill>
                <a:schemeClr val="bg2"/>
              </a:solidFill>
            </a:ln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A44681A-B875-314A-14F3-66DA406B1118}"/>
              </a:ext>
            </a:extLst>
          </p:cNvPr>
          <p:cNvGrpSpPr/>
          <p:nvPr/>
        </p:nvGrpSpPr>
        <p:grpSpPr>
          <a:xfrm>
            <a:off x="513540" y="3035595"/>
            <a:ext cx="1561302" cy="2518151"/>
            <a:chOff x="918738" y="3586990"/>
            <a:chExt cx="1561302" cy="251815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C4AE416-739F-E651-D0EA-61B1D7E6B8FF}"/>
                </a:ext>
              </a:extLst>
            </p:cNvPr>
            <p:cNvSpPr txBox="1"/>
            <p:nvPr/>
          </p:nvSpPr>
          <p:spPr>
            <a:xfrm>
              <a:off x="918738" y="5705031"/>
              <a:ext cx="156130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Manuscrito</a:t>
              </a: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455FB62-9322-2608-1BF6-0AFE658F26A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29981" y="3586990"/>
              <a:ext cx="1550059" cy="2089210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6147F6C-8A9C-B3B7-5B48-90E04ED3D296}"/>
              </a:ext>
            </a:extLst>
          </p:cNvPr>
          <p:cNvGrpSpPr/>
          <p:nvPr/>
        </p:nvGrpSpPr>
        <p:grpSpPr>
          <a:xfrm>
            <a:off x="5529784" y="3890502"/>
            <a:ext cx="650051" cy="578912"/>
            <a:chOff x="2114587" y="378510"/>
            <a:chExt cx="1214309" cy="1036268"/>
          </a:xfrm>
        </p:grpSpPr>
        <p:sp>
          <p:nvSpPr>
            <p:cNvPr id="21" name="Right Arrow 20">
              <a:extLst>
                <a:ext uri="{FF2B5EF4-FFF2-40B4-BE49-F238E27FC236}">
                  <a16:creationId xmlns:a16="http://schemas.microsoft.com/office/drawing/2014/main" id="{E763293D-8B85-B943-F952-0F26B98EBC2B}"/>
                </a:ext>
              </a:extLst>
            </p:cNvPr>
            <p:cNvSpPr/>
            <p:nvPr/>
          </p:nvSpPr>
          <p:spPr>
            <a:xfrm>
              <a:off x="2114587" y="378510"/>
              <a:ext cx="1214309" cy="1036268"/>
            </a:xfrm>
            <a:prstGeom prst="rightArrow">
              <a:avLst>
                <a:gd name="adj1" fmla="val 60000"/>
                <a:gd name="adj2" fmla="val 50000"/>
              </a:avLst>
            </a:prstGeom>
            <a:ln>
              <a:solidFill>
                <a:schemeClr val="tx1"/>
              </a:solidFill>
            </a:ln>
          </p:spPr>
          <p:style>
            <a:lnRef idx="0">
              <a:schemeClr val="dk2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tint val="60000"/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_tradnl" sz="18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Right Arrow 4">
              <a:extLst>
                <a:ext uri="{FF2B5EF4-FFF2-40B4-BE49-F238E27FC236}">
                  <a16:creationId xmlns:a16="http://schemas.microsoft.com/office/drawing/2014/main" id="{966EB366-F8A6-35B7-D84E-5FEAEBC5B75B}"/>
                </a:ext>
              </a:extLst>
            </p:cNvPr>
            <p:cNvSpPr txBox="1"/>
            <p:nvPr/>
          </p:nvSpPr>
          <p:spPr>
            <a:xfrm>
              <a:off x="2114587" y="585764"/>
              <a:ext cx="903429" cy="6217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marR="0" lvl="0" indent="0" algn="ctr" defTabSz="8001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kumimoji="0" lang="es-ES_tradnl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C284EC11-6749-DC92-6C43-A171AD1524FB}"/>
              </a:ext>
            </a:extLst>
          </p:cNvPr>
          <p:cNvSpPr/>
          <p:nvPr/>
        </p:nvSpPr>
        <p:spPr>
          <a:xfrm rot="286521">
            <a:off x="4245695" y="3083121"/>
            <a:ext cx="1178783" cy="684000"/>
          </a:xfrm>
          <a:prstGeom prst="rect">
            <a:avLst/>
          </a:prstGeom>
          <a:solidFill>
            <a:srgbClr val="00B050">
              <a:alpha val="9804"/>
            </a:srgbClr>
          </a:solidFill>
          <a:ln w="6350"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C49A672-50FA-5497-F444-27BB2BB0E210}"/>
              </a:ext>
            </a:extLst>
          </p:cNvPr>
          <p:cNvSpPr/>
          <p:nvPr/>
        </p:nvSpPr>
        <p:spPr>
          <a:xfrm rot="286521">
            <a:off x="4178090" y="3890146"/>
            <a:ext cx="1178783" cy="684000"/>
          </a:xfrm>
          <a:prstGeom prst="rect">
            <a:avLst/>
          </a:prstGeom>
          <a:solidFill>
            <a:srgbClr val="FFC000">
              <a:alpha val="9804"/>
            </a:srgbClr>
          </a:solidFill>
          <a:ln w="6350">
            <a:solidFill>
              <a:schemeClr val="accent4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A107999-03FE-396E-ED0E-9D14EEED0B9C}"/>
              </a:ext>
            </a:extLst>
          </p:cNvPr>
          <p:cNvGrpSpPr/>
          <p:nvPr/>
        </p:nvGrpSpPr>
        <p:grpSpPr>
          <a:xfrm>
            <a:off x="5609078" y="3543799"/>
            <a:ext cx="4526491" cy="2451223"/>
            <a:chOff x="5543648" y="2498230"/>
            <a:chExt cx="4526491" cy="2451223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EF8EA454-CFCE-078A-4C39-70A506A1BF6E}"/>
                </a:ext>
              </a:extLst>
            </p:cNvPr>
            <p:cNvGrpSpPr/>
            <p:nvPr/>
          </p:nvGrpSpPr>
          <p:grpSpPr>
            <a:xfrm>
              <a:off x="5543648" y="2498230"/>
              <a:ext cx="4526491" cy="2451223"/>
              <a:chOff x="7621215" y="4503791"/>
              <a:chExt cx="4526491" cy="2451223"/>
            </a:xfrm>
          </p:grpSpPr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37429F0-64E6-ED25-D62B-754317539ACD}"/>
                  </a:ext>
                </a:extLst>
              </p:cNvPr>
              <p:cNvSpPr txBox="1"/>
              <p:nvPr/>
            </p:nvSpPr>
            <p:spPr>
              <a:xfrm>
                <a:off x="7621215" y="5939351"/>
                <a:ext cx="4526491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S_tradnl" sz="20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Archivos</a:t>
                </a:r>
                <a:r>
                  <a:rPr kumimoji="0" lang="es-ES_tradnl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4472C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:r>
                  <a:rPr kumimoji="0" lang="es-ES_tradnl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que codifiquen las voces </a:t>
                </a:r>
                <a:br>
                  <a:rPr kumimoji="0" lang="es-ES_tradnl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</a:br>
                <a:r>
                  <a:rPr kumimoji="0" lang="es-ES_tradnl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en </a:t>
                </a:r>
                <a:r>
                  <a:rPr kumimoji="0" lang="es-ES_tradnl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2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partitura</a:t>
                </a:r>
                <a:r>
                  <a:rPr kumimoji="0" lang="es-ES_tradnl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(alineadas verticalmente)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S_tradnl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interpretación de la duración de las notas </a:t>
                </a:r>
              </a:p>
            </p:txBody>
          </p: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E2B3A6BA-9E9B-3031-E937-8DCDB6E7390E}"/>
                  </a:ext>
                </a:extLst>
              </p:cNvPr>
              <p:cNvGrpSpPr/>
              <p:nvPr/>
            </p:nvGrpSpPr>
            <p:grpSpPr>
              <a:xfrm>
                <a:off x="8252485" y="4503791"/>
                <a:ext cx="3027908" cy="1269823"/>
                <a:chOff x="4708739" y="4140535"/>
                <a:chExt cx="6514730" cy="2583392"/>
              </a:xfrm>
            </p:grpSpPr>
            <p:pic>
              <p:nvPicPr>
                <p:cNvPr id="34" name="Picture 33" descr="A close up of a device&#10;&#10;Description automatically generated">
                  <a:extLst>
                    <a:ext uri="{FF2B5EF4-FFF2-40B4-BE49-F238E27FC236}">
                      <a16:creationId xmlns:a16="http://schemas.microsoft.com/office/drawing/2014/main" id="{D5211999-C918-4484-C26C-9BEA8C13B9A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781996" y="4140535"/>
                  <a:ext cx="6407940" cy="2583392"/>
                </a:xfrm>
                <a:prstGeom prst="rect">
                  <a:avLst/>
                </a:prstGeom>
              </p:spPr>
            </p:pic>
            <p:grpSp>
              <p:nvGrpSpPr>
                <p:cNvPr id="35" name="Group 34">
                  <a:extLst>
                    <a:ext uri="{FF2B5EF4-FFF2-40B4-BE49-F238E27FC236}">
                      <a16:creationId xmlns:a16="http://schemas.microsoft.com/office/drawing/2014/main" id="{CBDDA26A-7564-92B7-647D-9FAFEEAD11DD}"/>
                    </a:ext>
                  </a:extLst>
                </p:cNvPr>
                <p:cNvGrpSpPr/>
                <p:nvPr/>
              </p:nvGrpSpPr>
              <p:grpSpPr>
                <a:xfrm>
                  <a:off x="4708739" y="4155669"/>
                  <a:ext cx="6514730" cy="2506277"/>
                  <a:chOff x="1076275" y="4109464"/>
                  <a:chExt cx="6177053" cy="1669445"/>
                </a:xfrm>
              </p:grpSpPr>
              <p:sp>
                <p:nvSpPr>
                  <p:cNvPr id="36" name="Rectangle 35">
                    <a:extLst>
                      <a:ext uri="{FF2B5EF4-FFF2-40B4-BE49-F238E27FC236}">
                        <a16:creationId xmlns:a16="http://schemas.microsoft.com/office/drawing/2014/main" id="{6149F249-04A0-530F-47F3-88C928B87948}"/>
                      </a:ext>
                    </a:extLst>
                  </p:cNvPr>
                  <p:cNvSpPr/>
                  <p:nvPr/>
                </p:nvSpPr>
                <p:spPr>
                  <a:xfrm>
                    <a:off x="1077356" y="4519837"/>
                    <a:ext cx="6169081" cy="414677"/>
                  </a:xfrm>
                  <a:prstGeom prst="rect">
                    <a:avLst/>
                  </a:prstGeom>
                  <a:solidFill>
                    <a:srgbClr val="92D050">
                      <a:alpha val="15000"/>
                    </a:srgbClr>
                  </a:solidFill>
                  <a:ln>
                    <a:noFill/>
                  </a:ln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ES_tradnl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7" name="Rectangle 36">
                    <a:extLst>
                      <a:ext uri="{FF2B5EF4-FFF2-40B4-BE49-F238E27FC236}">
                        <a16:creationId xmlns:a16="http://schemas.microsoft.com/office/drawing/2014/main" id="{8995CA11-4E84-81A3-911B-78740820ADC7}"/>
                      </a:ext>
                    </a:extLst>
                  </p:cNvPr>
                  <p:cNvSpPr/>
                  <p:nvPr/>
                </p:nvSpPr>
                <p:spPr>
                  <a:xfrm>
                    <a:off x="1084246" y="4937198"/>
                    <a:ext cx="6169076" cy="414679"/>
                  </a:xfrm>
                  <a:prstGeom prst="rect">
                    <a:avLst/>
                  </a:prstGeom>
                  <a:solidFill>
                    <a:srgbClr val="CF6C6A">
                      <a:alpha val="15000"/>
                    </a:srgbClr>
                  </a:solidFill>
                  <a:ln>
                    <a:noFill/>
                  </a:ln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ES_tradnl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8" name="Rectangle 37">
                    <a:extLst>
                      <a:ext uri="{FF2B5EF4-FFF2-40B4-BE49-F238E27FC236}">
                        <a16:creationId xmlns:a16="http://schemas.microsoft.com/office/drawing/2014/main" id="{D6B1E192-EA81-B672-607D-0148573B9012}"/>
                      </a:ext>
                    </a:extLst>
                  </p:cNvPr>
                  <p:cNvSpPr/>
                  <p:nvPr/>
                </p:nvSpPr>
                <p:spPr>
                  <a:xfrm>
                    <a:off x="1084248" y="5339837"/>
                    <a:ext cx="6169080" cy="439072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1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ES_tradnl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9" name="Rectangle 38">
                    <a:extLst>
                      <a:ext uri="{FF2B5EF4-FFF2-40B4-BE49-F238E27FC236}">
                        <a16:creationId xmlns:a16="http://schemas.microsoft.com/office/drawing/2014/main" id="{2B760085-AB71-0A3A-DA98-BD2013E311D3}"/>
                      </a:ext>
                    </a:extLst>
                  </p:cNvPr>
                  <p:cNvSpPr/>
                  <p:nvPr/>
                </p:nvSpPr>
                <p:spPr>
                  <a:xfrm>
                    <a:off x="1076275" y="4109464"/>
                    <a:ext cx="6169080" cy="414677"/>
                  </a:xfrm>
                  <a:prstGeom prst="rect">
                    <a:avLst/>
                  </a:prstGeom>
                  <a:solidFill>
                    <a:schemeClr val="accent1">
                      <a:alpha val="1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ES_tradnl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</p:grp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25A4CBB9-855A-E2E9-140E-0ADD09BAB294}"/>
                </a:ext>
              </a:extLst>
            </p:cNvPr>
            <p:cNvSpPr/>
            <p:nvPr/>
          </p:nvSpPr>
          <p:spPr>
            <a:xfrm>
              <a:off x="6174918" y="2498230"/>
              <a:ext cx="3024000" cy="1269823"/>
            </a:xfrm>
            <a:prstGeom prst="rect">
              <a:avLst/>
            </a:prstGeom>
            <a:noFill/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_tradn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129CB569-CC86-A52A-07B0-FAA80C24904B}"/>
              </a:ext>
            </a:extLst>
          </p:cNvPr>
          <p:cNvSpPr/>
          <p:nvPr/>
        </p:nvSpPr>
        <p:spPr>
          <a:xfrm rot="21156672">
            <a:off x="2939514" y="3093245"/>
            <a:ext cx="1178783" cy="684000"/>
          </a:xfrm>
          <a:prstGeom prst="rect">
            <a:avLst/>
          </a:prstGeom>
          <a:solidFill>
            <a:srgbClr val="0070C0">
              <a:alpha val="9804"/>
            </a:srgbClr>
          </a:solidFill>
          <a:ln w="635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AE6F133-3FAD-2BFA-9D89-2CBBFF65AE3F}"/>
              </a:ext>
            </a:extLst>
          </p:cNvPr>
          <p:cNvSpPr/>
          <p:nvPr/>
        </p:nvSpPr>
        <p:spPr>
          <a:xfrm rot="21156672">
            <a:off x="3035073" y="3922093"/>
            <a:ext cx="1178783" cy="684000"/>
          </a:xfrm>
          <a:prstGeom prst="rect">
            <a:avLst/>
          </a:prstGeom>
          <a:solidFill>
            <a:srgbClr val="C00000">
              <a:alpha val="9804"/>
            </a:srgbClr>
          </a:solidFill>
          <a:ln w="635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9DEF08D4-D026-767A-3474-B76FEB481204}"/>
              </a:ext>
            </a:extLst>
          </p:cNvPr>
          <p:cNvSpPr/>
          <p:nvPr/>
        </p:nvSpPr>
        <p:spPr>
          <a:xfrm>
            <a:off x="5648960" y="5628640"/>
            <a:ext cx="4435809" cy="355832"/>
          </a:xfrm>
          <a:prstGeom prst="roundRect">
            <a:avLst/>
          </a:prstGeom>
          <a:solidFill>
            <a:srgbClr val="ED7D31">
              <a:alpha val="24706"/>
            </a:srgbClr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520EB35-E2A2-106B-96CC-EA48D3574938}"/>
              </a:ext>
            </a:extLst>
          </p:cNvPr>
          <p:cNvSpPr txBox="1"/>
          <p:nvPr/>
        </p:nvSpPr>
        <p:spPr>
          <a:xfrm>
            <a:off x="9428334" y="3121476"/>
            <a:ext cx="2480787" cy="175432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_tradnl" noProof="0" dirty="0"/>
              <a:t>Un asunto complicado en notación mensural</a:t>
            </a:r>
          </a:p>
          <a:p>
            <a:pPr algn="ctr"/>
            <a:r>
              <a:rPr lang="es-ES_tradnl" noProof="0" dirty="0"/>
              <a:t>(requiere de un experto en los ”principios de imperfección y alteración”)</a:t>
            </a:r>
          </a:p>
        </p:txBody>
      </p:sp>
    </p:spTree>
    <p:extLst>
      <p:ext uri="{BB962C8B-B14F-4D97-AF65-F5344CB8AC3E}">
        <p14:creationId xmlns:p14="http://schemas.microsoft.com/office/powerpoint/2010/main" val="14800850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DED58-262E-CB7E-9EEF-568450B0C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E7AC3-959F-E1B3-CD00-4E83D5E3B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540" y="1349512"/>
            <a:ext cx="10840260" cy="1323226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s-ES_tradnl" sz="2400" b="1" noProof="0" dirty="0"/>
              <a:t>Objetivo: </a:t>
            </a:r>
            <a:r>
              <a:rPr lang="es-ES_tradnl" sz="2400" noProof="0" dirty="0"/>
              <a:t>Preservar e incrementar el acceso a este corpus de música </a:t>
            </a:r>
            <a:br>
              <a:rPr lang="es-ES_tradnl" sz="2400" noProof="0" dirty="0"/>
            </a:br>
            <a:r>
              <a:rPr lang="es-ES_tradnl" sz="2400" noProof="0" dirty="0"/>
              <a:t>por medio del uso de tecnologías de digitalización y codificación musical</a:t>
            </a:r>
            <a:endParaRPr lang="es-ES_tradnl" sz="2400" noProof="0" dirty="0">
              <a:solidFill>
                <a:schemeClr val="accent5">
                  <a:lumMod val="7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es-ES_tradnl" sz="2400" b="1" noProof="0" dirty="0"/>
              <a:t>Proyecto piloto </a:t>
            </a:r>
            <a:r>
              <a:rPr lang="es-ES_tradnl" sz="2400" noProof="0" dirty="0"/>
              <a:t>con el primer libro (libro de misas)</a:t>
            </a:r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0FC73EE9-EAEA-6FE6-6A20-85C092F5B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516BDC-2EEF-D84D-AE1A-346AD4C669A9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s-ES_tradnl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6955971-BBEA-B82C-1895-C1C847AFE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540" y="372982"/>
            <a:ext cx="11164920" cy="849815"/>
          </a:xfrm>
        </p:spPr>
        <p:txBody>
          <a:bodyPr>
            <a:normAutofit/>
          </a:bodyPr>
          <a:lstStyle/>
          <a:p>
            <a:r>
              <a:rPr lang="es-ES_tradnl" noProof="0" dirty="0"/>
              <a:t>Motivación</a:t>
            </a:r>
            <a:endParaRPr lang="es-ES_tradnl" noProof="0" dirty="0">
              <a:solidFill>
                <a:schemeClr val="accent5">
                  <a:lumMod val="75000"/>
                </a:schemeClr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A28A094-65ED-4631-1CA7-534DEA9FC963}"/>
              </a:ext>
            </a:extLst>
          </p:cNvPr>
          <p:cNvGrpSpPr/>
          <p:nvPr/>
        </p:nvGrpSpPr>
        <p:grpSpPr>
          <a:xfrm>
            <a:off x="2136221" y="2933524"/>
            <a:ext cx="3411089" cy="3061108"/>
            <a:chOff x="2070791" y="1887955"/>
            <a:chExt cx="3411089" cy="306110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87F313F-4702-7D53-502E-C1D0A318ED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191"/>
            <a:stretch/>
          </p:blipFill>
          <p:spPr>
            <a:xfrm rot="21262997">
              <a:off x="2806195" y="1919074"/>
              <a:ext cx="1336356" cy="2271637"/>
            </a:xfrm>
            <a:prstGeom prst="rect">
              <a:avLst/>
            </a:prstGeom>
            <a:ln w="12700">
              <a:solidFill>
                <a:schemeClr val="bg2"/>
              </a:solidFill>
            </a:ln>
          </p:spPr>
        </p:pic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5F4B2DBC-995B-99EB-AF22-86BD659708E0}"/>
                </a:ext>
              </a:extLst>
            </p:cNvPr>
            <p:cNvGrpSpPr/>
            <p:nvPr/>
          </p:nvGrpSpPr>
          <p:grpSpPr>
            <a:xfrm>
              <a:off x="2070791" y="2837287"/>
              <a:ext cx="679361" cy="578912"/>
              <a:chOff x="2114587" y="378510"/>
              <a:chExt cx="1214309" cy="1036268"/>
            </a:xfrm>
          </p:grpSpPr>
          <p:sp>
            <p:nvSpPr>
              <p:cNvPr id="8" name="Right Arrow 7">
                <a:extLst>
                  <a:ext uri="{FF2B5EF4-FFF2-40B4-BE49-F238E27FC236}">
                    <a16:creationId xmlns:a16="http://schemas.microsoft.com/office/drawing/2014/main" id="{FD3E1199-96C8-0280-390D-BC3BE764526C}"/>
                  </a:ext>
                </a:extLst>
              </p:cNvPr>
              <p:cNvSpPr/>
              <p:nvPr/>
            </p:nvSpPr>
            <p:spPr>
              <a:xfrm>
                <a:off x="2114587" y="378510"/>
                <a:ext cx="1214309" cy="1036268"/>
              </a:xfrm>
              <a:prstGeom prst="rightArrow">
                <a:avLst>
                  <a:gd name="adj1" fmla="val 60000"/>
                  <a:gd name="adj2" fmla="val 50000"/>
                </a:avLst>
              </a:prstGeom>
              <a:ln>
                <a:solidFill>
                  <a:schemeClr val="tx1"/>
                </a:solidFill>
              </a:ln>
            </p:spPr>
            <p:style>
              <a:lnRef idx="0">
                <a:schemeClr val="dk2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dk2">
                  <a:tint val="60000"/>
                  <a:hueOff val="0"/>
                  <a:satOff val="0"/>
                  <a:lumOff val="0"/>
                  <a:alphaOff val="0"/>
                </a:schemeClr>
              </a:fillRef>
              <a:effectRef idx="1">
                <a:schemeClr val="dk2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2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_tradnl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>
                      <a:hueOff val="0"/>
                      <a:satOff val="0"/>
                      <a:lumOff val="0"/>
                      <a:alphaOff val="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" name="Right Arrow 4">
                <a:extLst>
                  <a:ext uri="{FF2B5EF4-FFF2-40B4-BE49-F238E27FC236}">
                    <a16:creationId xmlns:a16="http://schemas.microsoft.com/office/drawing/2014/main" id="{60305FC2-20C9-1F05-6AC8-8AB8EA0EBC58}"/>
                  </a:ext>
                </a:extLst>
              </p:cNvPr>
              <p:cNvSpPr txBox="1"/>
              <p:nvPr/>
            </p:nvSpPr>
            <p:spPr>
              <a:xfrm>
                <a:off x="2114587" y="585764"/>
                <a:ext cx="903429" cy="621760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2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0" tIns="0" rIns="0" bIns="0" numCol="1" spcCol="1270" anchor="ctr" anchorCtr="0">
                <a:noAutofit/>
              </a:bodyPr>
              <a:lstStyle/>
              <a:p>
                <a:pPr marL="0" marR="0" lvl="0" indent="0" algn="ctr" defTabSz="8001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_tradnl" sz="1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1733F83-BFD7-CDB3-2455-8C1F2682CBF3}"/>
                </a:ext>
              </a:extLst>
            </p:cNvPr>
            <p:cNvSpPr txBox="1"/>
            <p:nvPr/>
          </p:nvSpPr>
          <p:spPr>
            <a:xfrm>
              <a:off x="2750152" y="4241177"/>
              <a:ext cx="273172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Imágenes digitales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de las piezas mensurales</a:t>
              </a: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529C1D1-32DA-89E0-F3CE-7B3DC3B2AE9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269"/>
            <a:stretch/>
          </p:blipFill>
          <p:spPr>
            <a:xfrm rot="307372">
              <a:off x="4101597" y="1887955"/>
              <a:ext cx="1281470" cy="2270583"/>
            </a:xfrm>
            <a:prstGeom prst="rect">
              <a:avLst/>
            </a:prstGeom>
            <a:ln w="12700">
              <a:solidFill>
                <a:schemeClr val="bg2"/>
              </a:solidFill>
            </a:ln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158FA67-CE19-7961-A7DB-235EC8F8601E}"/>
              </a:ext>
            </a:extLst>
          </p:cNvPr>
          <p:cNvGrpSpPr/>
          <p:nvPr/>
        </p:nvGrpSpPr>
        <p:grpSpPr>
          <a:xfrm>
            <a:off x="513540" y="3035595"/>
            <a:ext cx="1561302" cy="2518151"/>
            <a:chOff x="918738" y="3586990"/>
            <a:chExt cx="1561302" cy="251815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C6F8C7C-0F60-5503-C191-82E1677B11AA}"/>
                </a:ext>
              </a:extLst>
            </p:cNvPr>
            <p:cNvSpPr txBox="1"/>
            <p:nvPr/>
          </p:nvSpPr>
          <p:spPr>
            <a:xfrm>
              <a:off x="918738" y="5705031"/>
              <a:ext cx="156130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Manuscrito</a:t>
              </a: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DFA98D5A-2793-2677-E06F-ABD0437A3F9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29981" y="3586990"/>
              <a:ext cx="1550059" cy="2089210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31A1D95-4E25-66E0-5B20-D3F27DDDFC54}"/>
              </a:ext>
            </a:extLst>
          </p:cNvPr>
          <p:cNvGrpSpPr/>
          <p:nvPr/>
        </p:nvGrpSpPr>
        <p:grpSpPr>
          <a:xfrm>
            <a:off x="5529784" y="3890502"/>
            <a:ext cx="650051" cy="578912"/>
            <a:chOff x="2114587" y="378510"/>
            <a:chExt cx="1214309" cy="1036268"/>
          </a:xfrm>
        </p:grpSpPr>
        <p:sp>
          <p:nvSpPr>
            <p:cNvPr id="21" name="Right Arrow 20">
              <a:extLst>
                <a:ext uri="{FF2B5EF4-FFF2-40B4-BE49-F238E27FC236}">
                  <a16:creationId xmlns:a16="http://schemas.microsoft.com/office/drawing/2014/main" id="{2C074DB2-6A4A-538E-BCF9-BEC0EF1636DC}"/>
                </a:ext>
              </a:extLst>
            </p:cNvPr>
            <p:cNvSpPr/>
            <p:nvPr/>
          </p:nvSpPr>
          <p:spPr>
            <a:xfrm>
              <a:off x="2114587" y="378510"/>
              <a:ext cx="1214309" cy="1036268"/>
            </a:xfrm>
            <a:prstGeom prst="rightArrow">
              <a:avLst>
                <a:gd name="adj1" fmla="val 60000"/>
                <a:gd name="adj2" fmla="val 50000"/>
              </a:avLst>
            </a:prstGeom>
            <a:ln>
              <a:solidFill>
                <a:schemeClr val="tx1"/>
              </a:solidFill>
            </a:ln>
          </p:spPr>
          <p:style>
            <a:lnRef idx="0">
              <a:schemeClr val="dk2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tint val="60000"/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_tradnl" sz="18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Right Arrow 4">
              <a:extLst>
                <a:ext uri="{FF2B5EF4-FFF2-40B4-BE49-F238E27FC236}">
                  <a16:creationId xmlns:a16="http://schemas.microsoft.com/office/drawing/2014/main" id="{1A993605-42C6-663F-EF24-802EFF8F6A03}"/>
                </a:ext>
              </a:extLst>
            </p:cNvPr>
            <p:cNvSpPr txBox="1"/>
            <p:nvPr/>
          </p:nvSpPr>
          <p:spPr>
            <a:xfrm>
              <a:off x="2114587" y="585764"/>
              <a:ext cx="903429" cy="6217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marR="0" lvl="0" indent="0" algn="ctr" defTabSz="8001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kumimoji="0" lang="es-ES_tradnl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079E4358-685A-2358-648E-7324C3BF67C0}"/>
              </a:ext>
            </a:extLst>
          </p:cNvPr>
          <p:cNvSpPr/>
          <p:nvPr/>
        </p:nvSpPr>
        <p:spPr>
          <a:xfrm rot="286521">
            <a:off x="4245695" y="3083121"/>
            <a:ext cx="1178783" cy="684000"/>
          </a:xfrm>
          <a:prstGeom prst="rect">
            <a:avLst/>
          </a:prstGeom>
          <a:solidFill>
            <a:srgbClr val="00B050">
              <a:alpha val="9804"/>
            </a:srgbClr>
          </a:solidFill>
          <a:ln w="6350"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3F18442-6CA9-BBF2-E2CB-C26ADA0BB8BE}"/>
              </a:ext>
            </a:extLst>
          </p:cNvPr>
          <p:cNvSpPr/>
          <p:nvPr/>
        </p:nvSpPr>
        <p:spPr>
          <a:xfrm rot="286521">
            <a:off x="4178090" y="3890146"/>
            <a:ext cx="1178783" cy="684000"/>
          </a:xfrm>
          <a:prstGeom prst="rect">
            <a:avLst/>
          </a:prstGeom>
          <a:solidFill>
            <a:srgbClr val="FFC000">
              <a:alpha val="9804"/>
            </a:srgbClr>
          </a:solidFill>
          <a:ln w="6350">
            <a:solidFill>
              <a:schemeClr val="accent4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4542F3E-187E-42ED-668E-3D18F4AD92C1}"/>
              </a:ext>
            </a:extLst>
          </p:cNvPr>
          <p:cNvGrpSpPr/>
          <p:nvPr/>
        </p:nvGrpSpPr>
        <p:grpSpPr>
          <a:xfrm>
            <a:off x="5609078" y="3543799"/>
            <a:ext cx="4526491" cy="2451223"/>
            <a:chOff x="5543648" y="2498230"/>
            <a:chExt cx="4526491" cy="2451223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0F3981C1-6755-D3BB-FB09-66108C066FBE}"/>
                </a:ext>
              </a:extLst>
            </p:cNvPr>
            <p:cNvGrpSpPr/>
            <p:nvPr/>
          </p:nvGrpSpPr>
          <p:grpSpPr>
            <a:xfrm>
              <a:off x="5543648" y="2498230"/>
              <a:ext cx="4526491" cy="2451223"/>
              <a:chOff x="7621215" y="4503791"/>
              <a:chExt cx="4526491" cy="2451223"/>
            </a:xfrm>
          </p:grpSpPr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78394D6-E684-20C1-4B5C-680A787B65CB}"/>
                  </a:ext>
                </a:extLst>
              </p:cNvPr>
              <p:cNvSpPr txBox="1"/>
              <p:nvPr/>
            </p:nvSpPr>
            <p:spPr>
              <a:xfrm>
                <a:off x="7621215" y="5939351"/>
                <a:ext cx="4526491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S_tradnl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4472C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Archivos </a:t>
                </a:r>
                <a:r>
                  <a:rPr kumimoji="0" lang="es-ES_tradnl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que codifiquen las voces </a:t>
                </a:r>
                <a:br>
                  <a:rPr kumimoji="0" lang="es-ES_tradnl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</a:br>
                <a:r>
                  <a:rPr kumimoji="0" lang="es-ES_tradnl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en partitura (alineadas verticalmente)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S_tradnl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interpretación de la duración de las notas </a:t>
                </a:r>
              </a:p>
            </p:txBody>
          </p: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0D78699F-C028-CA80-D45E-1D7D1CFCB396}"/>
                  </a:ext>
                </a:extLst>
              </p:cNvPr>
              <p:cNvGrpSpPr/>
              <p:nvPr/>
            </p:nvGrpSpPr>
            <p:grpSpPr>
              <a:xfrm>
                <a:off x="8252485" y="4503791"/>
                <a:ext cx="3027908" cy="1269823"/>
                <a:chOff x="4708739" y="4140535"/>
                <a:chExt cx="6514730" cy="2583392"/>
              </a:xfrm>
            </p:grpSpPr>
            <p:pic>
              <p:nvPicPr>
                <p:cNvPr id="34" name="Picture 33" descr="A close up of a device&#10;&#10;Description automatically generated">
                  <a:extLst>
                    <a:ext uri="{FF2B5EF4-FFF2-40B4-BE49-F238E27FC236}">
                      <a16:creationId xmlns:a16="http://schemas.microsoft.com/office/drawing/2014/main" id="{9C4EF3F2-51CD-E90C-F338-B7AE2F7AF0F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781996" y="4140535"/>
                  <a:ext cx="6407940" cy="2583392"/>
                </a:xfrm>
                <a:prstGeom prst="rect">
                  <a:avLst/>
                </a:prstGeom>
              </p:spPr>
            </p:pic>
            <p:grpSp>
              <p:nvGrpSpPr>
                <p:cNvPr id="35" name="Group 34">
                  <a:extLst>
                    <a:ext uri="{FF2B5EF4-FFF2-40B4-BE49-F238E27FC236}">
                      <a16:creationId xmlns:a16="http://schemas.microsoft.com/office/drawing/2014/main" id="{10A1F0F9-1D01-0F91-E488-26965BBDFCF4}"/>
                    </a:ext>
                  </a:extLst>
                </p:cNvPr>
                <p:cNvGrpSpPr/>
                <p:nvPr/>
              </p:nvGrpSpPr>
              <p:grpSpPr>
                <a:xfrm>
                  <a:off x="4708739" y="4155669"/>
                  <a:ext cx="6514730" cy="2506277"/>
                  <a:chOff x="1076275" y="4109464"/>
                  <a:chExt cx="6177053" cy="1669445"/>
                </a:xfrm>
              </p:grpSpPr>
              <p:sp>
                <p:nvSpPr>
                  <p:cNvPr id="36" name="Rectangle 35">
                    <a:extLst>
                      <a:ext uri="{FF2B5EF4-FFF2-40B4-BE49-F238E27FC236}">
                        <a16:creationId xmlns:a16="http://schemas.microsoft.com/office/drawing/2014/main" id="{5EE124E6-D874-BB6E-376F-AF1434EE2DC3}"/>
                      </a:ext>
                    </a:extLst>
                  </p:cNvPr>
                  <p:cNvSpPr/>
                  <p:nvPr/>
                </p:nvSpPr>
                <p:spPr>
                  <a:xfrm>
                    <a:off x="1077356" y="4519837"/>
                    <a:ext cx="6169081" cy="414677"/>
                  </a:xfrm>
                  <a:prstGeom prst="rect">
                    <a:avLst/>
                  </a:prstGeom>
                  <a:solidFill>
                    <a:srgbClr val="92D050">
                      <a:alpha val="15000"/>
                    </a:srgbClr>
                  </a:solidFill>
                  <a:ln>
                    <a:noFill/>
                  </a:ln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ES_tradnl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7" name="Rectangle 36">
                    <a:extLst>
                      <a:ext uri="{FF2B5EF4-FFF2-40B4-BE49-F238E27FC236}">
                        <a16:creationId xmlns:a16="http://schemas.microsoft.com/office/drawing/2014/main" id="{73587C86-7B77-76DA-6E1A-D85CB4C98417}"/>
                      </a:ext>
                    </a:extLst>
                  </p:cNvPr>
                  <p:cNvSpPr/>
                  <p:nvPr/>
                </p:nvSpPr>
                <p:spPr>
                  <a:xfrm>
                    <a:off x="1084246" y="4937198"/>
                    <a:ext cx="6169076" cy="414679"/>
                  </a:xfrm>
                  <a:prstGeom prst="rect">
                    <a:avLst/>
                  </a:prstGeom>
                  <a:solidFill>
                    <a:srgbClr val="CF6C6A">
                      <a:alpha val="15000"/>
                    </a:srgbClr>
                  </a:solidFill>
                  <a:ln>
                    <a:noFill/>
                  </a:ln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ES_tradnl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8" name="Rectangle 37">
                    <a:extLst>
                      <a:ext uri="{FF2B5EF4-FFF2-40B4-BE49-F238E27FC236}">
                        <a16:creationId xmlns:a16="http://schemas.microsoft.com/office/drawing/2014/main" id="{95A315F1-DDCE-E30F-5EFF-D756A3940EA8}"/>
                      </a:ext>
                    </a:extLst>
                  </p:cNvPr>
                  <p:cNvSpPr/>
                  <p:nvPr/>
                </p:nvSpPr>
                <p:spPr>
                  <a:xfrm>
                    <a:off x="1084248" y="5339837"/>
                    <a:ext cx="6169080" cy="439072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1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ES_tradnl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9" name="Rectangle 38">
                    <a:extLst>
                      <a:ext uri="{FF2B5EF4-FFF2-40B4-BE49-F238E27FC236}">
                        <a16:creationId xmlns:a16="http://schemas.microsoft.com/office/drawing/2014/main" id="{7301349C-EA42-3D04-7CC9-DF6EE1F8E6F0}"/>
                      </a:ext>
                    </a:extLst>
                  </p:cNvPr>
                  <p:cNvSpPr/>
                  <p:nvPr/>
                </p:nvSpPr>
                <p:spPr>
                  <a:xfrm>
                    <a:off x="1076275" y="4109464"/>
                    <a:ext cx="6169080" cy="414677"/>
                  </a:xfrm>
                  <a:prstGeom prst="rect">
                    <a:avLst/>
                  </a:prstGeom>
                  <a:solidFill>
                    <a:schemeClr val="accent1">
                      <a:alpha val="1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ES_tradnl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</p:grp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21F4B4CA-0D8D-8DF8-0678-A0F71F22B106}"/>
                </a:ext>
              </a:extLst>
            </p:cNvPr>
            <p:cNvSpPr/>
            <p:nvPr/>
          </p:nvSpPr>
          <p:spPr>
            <a:xfrm>
              <a:off x="6174918" y="2498230"/>
              <a:ext cx="3024000" cy="1269823"/>
            </a:xfrm>
            <a:prstGeom prst="rect">
              <a:avLst/>
            </a:prstGeom>
            <a:noFill/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_tradn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68EF025F-FDB2-50F0-D16B-3CC279F3F4B4}"/>
              </a:ext>
            </a:extLst>
          </p:cNvPr>
          <p:cNvSpPr/>
          <p:nvPr/>
        </p:nvSpPr>
        <p:spPr>
          <a:xfrm rot="21156672">
            <a:off x="2939514" y="3093245"/>
            <a:ext cx="1178783" cy="684000"/>
          </a:xfrm>
          <a:prstGeom prst="rect">
            <a:avLst/>
          </a:prstGeom>
          <a:solidFill>
            <a:srgbClr val="0070C0">
              <a:alpha val="9804"/>
            </a:srgbClr>
          </a:solidFill>
          <a:ln w="635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1E9E3B9-2EC5-E83E-F08F-4F601FCF08F4}"/>
              </a:ext>
            </a:extLst>
          </p:cNvPr>
          <p:cNvSpPr/>
          <p:nvPr/>
        </p:nvSpPr>
        <p:spPr>
          <a:xfrm rot="21156672">
            <a:off x="3035073" y="3922093"/>
            <a:ext cx="1178783" cy="684000"/>
          </a:xfrm>
          <a:prstGeom prst="rect">
            <a:avLst/>
          </a:prstGeom>
          <a:solidFill>
            <a:srgbClr val="C00000">
              <a:alpha val="9804"/>
            </a:srgbClr>
          </a:solidFill>
          <a:ln w="635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08DEB68-5F8A-3F38-E9FE-C7F6AC28CEC5}"/>
              </a:ext>
            </a:extLst>
          </p:cNvPr>
          <p:cNvSpPr txBox="1"/>
          <p:nvPr/>
        </p:nvSpPr>
        <p:spPr>
          <a:xfrm>
            <a:off x="9616440" y="3129122"/>
            <a:ext cx="2163620" cy="1754326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1" i="1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Music Encoding Initiative (MEI)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Formato</a:t>
            </a:r>
            <a:r>
              <a:rPr kumimoji="0" lang="es-ES_tradn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legible por el ordenador</a:t>
            </a:r>
            <a:endParaRPr lang="es-ES_tradnl" b="1" noProof="0" dirty="0">
              <a:solidFill>
                <a:prstClr val="black"/>
              </a:solidFill>
              <a:latin typeface="Calibri" panose="020F050202020403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que puede codificar </a:t>
            </a:r>
            <a:r>
              <a:rPr kumimoji="0" lang="es-ES_tradn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notación mensural</a:t>
            </a:r>
          </a:p>
        </p:txBody>
      </p:sp>
    </p:spTree>
    <p:extLst>
      <p:ext uri="{BB962C8B-B14F-4D97-AF65-F5344CB8AC3E}">
        <p14:creationId xmlns:p14="http://schemas.microsoft.com/office/powerpoint/2010/main" val="11438125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E7DEA-50F6-7408-BEF1-C104C7C33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894FA-360D-7CEB-E7C1-10065EED26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540" y="1349512"/>
            <a:ext cx="10840260" cy="1323226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s-ES_tradnl" sz="2400" b="1" noProof="0" dirty="0"/>
              <a:t>Objetivo: </a:t>
            </a:r>
            <a:r>
              <a:rPr lang="es-ES_tradnl" sz="2400" noProof="0" dirty="0"/>
              <a:t>Preservar e incrementar el acceso a este corpus de música </a:t>
            </a:r>
            <a:br>
              <a:rPr lang="es-ES_tradnl" sz="2400" noProof="0" dirty="0"/>
            </a:br>
            <a:r>
              <a:rPr lang="es-ES_tradnl" sz="2400" noProof="0" dirty="0"/>
              <a:t>por medio del uso de tecnologías de digitalización y codificación musical</a:t>
            </a:r>
            <a:endParaRPr lang="es-ES_tradnl" sz="2400" noProof="0" dirty="0">
              <a:solidFill>
                <a:schemeClr val="accent5">
                  <a:lumMod val="7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es-ES_tradnl" sz="2400" b="1" noProof="0" dirty="0"/>
              <a:t>Proyecto piloto </a:t>
            </a:r>
            <a:r>
              <a:rPr lang="es-ES_tradnl" sz="2400" noProof="0" dirty="0"/>
              <a:t>con el primer libro (libro de misas)</a:t>
            </a:r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A538F011-F5A7-EBF9-261B-E6E4CBD67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516BDC-2EEF-D84D-AE1A-346AD4C669A9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s-ES_tradnl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B33A84D-C766-0D4A-0ACC-D87EE3940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540" y="372982"/>
            <a:ext cx="11164920" cy="849815"/>
          </a:xfrm>
        </p:spPr>
        <p:txBody>
          <a:bodyPr>
            <a:normAutofit/>
          </a:bodyPr>
          <a:lstStyle/>
          <a:p>
            <a:r>
              <a:rPr lang="es-ES_tradnl" noProof="0" dirty="0"/>
              <a:t>Motivación</a:t>
            </a:r>
            <a:endParaRPr lang="es-ES_tradnl" noProof="0" dirty="0">
              <a:solidFill>
                <a:schemeClr val="accent5">
                  <a:lumMod val="75000"/>
                </a:schemeClr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E3B3C9D-6AB5-75D1-7304-47EA1A06DF4A}"/>
              </a:ext>
            </a:extLst>
          </p:cNvPr>
          <p:cNvGrpSpPr/>
          <p:nvPr/>
        </p:nvGrpSpPr>
        <p:grpSpPr>
          <a:xfrm>
            <a:off x="2136221" y="2933524"/>
            <a:ext cx="3411089" cy="3061108"/>
            <a:chOff x="2070791" y="1887955"/>
            <a:chExt cx="3411089" cy="306110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8CA0703-B9B1-DAAB-CD3A-2E5006D0E43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191"/>
            <a:stretch/>
          </p:blipFill>
          <p:spPr>
            <a:xfrm rot="21262997">
              <a:off x="2806195" y="1919074"/>
              <a:ext cx="1336356" cy="2271637"/>
            </a:xfrm>
            <a:prstGeom prst="rect">
              <a:avLst/>
            </a:prstGeom>
            <a:ln w="12700">
              <a:solidFill>
                <a:schemeClr val="bg2"/>
              </a:solidFill>
            </a:ln>
          </p:spPr>
        </p:pic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54EA2AD2-26BC-A75E-AE46-D8D0C7F9D4DA}"/>
                </a:ext>
              </a:extLst>
            </p:cNvPr>
            <p:cNvGrpSpPr/>
            <p:nvPr/>
          </p:nvGrpSpPr>
          <p:grpSpPr>
            <a:xfrm>
              <a:off x="2070791" y="2837287"/>
              <a:ext cx="679361" cy="578912"/>
              <a:chOff x="2114587" y="378510"/>
              <a:chExt cx="1214309" cy="1036268"/>
            </a:xfrm>
          </p:grpSpPr>
          <p:sp>
            <p:nvSpPr>
              <p:cNvPr id="8" name="Right Arrow 7">
                <a:extLst>
                  <a:ext uri="{FF2B5EF4-FFF2-40B4-BE49-F238E27FC236}">
                    <a16:creationId xmlns:a16="http://schemas.microsoft.com/office/drawing/2014/main" id="{5B36A97A-FB02-FF30-3FAB-D0A8F86A855C}"/>
                  </a:ext>
                </a:extLst>
              </p:cNvPr>
              <p:cNvSpPr/>
              <p:nvPr/>
            </p:nvSpPr>
            <p:spPr>
              <a:xfrm>
                <a:off x="2114587" y="378510"/>
                <a:ext cx="1214309" cy="1036268"/>
              </a:xfrm>
              <a:prstGeom prst="rightArrow">
                <a:avLst>
                  <a:gd name="adj1" fmla="val 60000"/>
                  <a:gd name="adj2" fmla="val 50000"/>
                </a:avLst>
              </a:prstGeom>
              <a:ln>
                <a:solidFill>
                  <a:schemeClr val="tx1"/>
                </a:solidFill>
              </a:ln>
            </p:spPr>
            <p:style>
              <a:lnRef idx="0">
                <a:schemeClr val="dk2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dk2">
                  <a:tint val="60000"/>
                  <a:hueOff val="0"/>
                  <a:satOff val="0"/>
                  <a:lumOff val="0"/>
                  <a:alphaOff val="0"/>
                </a:schemeClr>
              </a:fillRef>
              <a:effectRef idx="1">
                <a:schemeClr val="dk2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2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_tradnl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>
                      <a:hueOff val="0"/>
                      <a:satOff val="0"/>
                      <a:lumOff val="0"/>
                      <a:alphaOff val="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" name="Right Arrow 4">
                <a:extLst>
                  <a:ext uri="{FF2B5EF4-FFF2-40B4-BE49-F238E27FC236}">
                    <a16:creationId xmlns:a16="http://schemas.microsoft.com/office/drawing/2014/main" id="{C2C71D73-92AB-77AB-2E6E-9B357B1A54E8}"/>
                  </a:ext>
                </a:extLst>
              </p:cNvPr>
              <p:cNvSpPr txBox="1"/>
              <p:nvPr/>
            </p:nvSpPr>
            <p:spPr>
              <a:xfrm>
                <a:off x="2114587" y="585764"/>
                <a:ext cx="903429" cy="621760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2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0" tIns="0" rIns="0" bIns="0" numCol="1" spcCol="1270" anchor="ctr" anchorCtr="0">
                <a:noAutofit/>
              </a:bodyPr>
              <a:lstStyle/>
              <a:p>
                <a:pPr marL="0" marR="0" lvl="0" indent="0" algn="ctr" defTabSz="8001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_tradnl" sz="1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3296C29-A5C4-AECD-A46B-55C8B870E9E8}"/>
                </a:ext>
              </a:extLst>
            </p:cNvPr>
            <p:cNvSpPr txBox="1"/>
            <p:nvPr/>
          </p:nvSpPr>
          <p:spPr>
            <a:xfrm>
              <a:off x="2750152" y="4241177"/>
              <a:ext cx="273172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Imágenes digitales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de las piezas mensurales</a:t>
              </a: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E09D695-B5CA-5286-0968-0BCDB3DFF95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269"/>
            <a:stretch/>
          </p:blipFill>
          <p:spPr>
            <a:xfrm rot="307372">
              <a:off x="4101597" y="1887955"/>
              <a:ext cx="1281470" cy="2270583"/>
            </a:xfrm>
            <a:prstGeom prst="rect">
              <a:avLst/>
            </a:prstGeom>
            <a:ln w="12700">
              <a:solidFill>
                <a:schemeClr val="bg2"/>
              </a:solidFill>
            </a:ln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A6C67BC-7EF0-93BD-4333-33D05BF50198}"/>
              </a:ext>
            </a:extLst>
          </p:cNvPr>
          <p:cNvGrpSpPr/>
          <p:nvPr/>
        </p:nvGrpSpPr>
        <p:grpSpPr>
          <a:xfrm>
            <a:off x="513540" y="3035595"/>
            <a:ext cx="1561302" cy="2518151"/>
            <a:chOff x="918738" y="3586990"/>
            <a:chExt cx="1561302" cy="251815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6F46F98-ACAF-D697-BE30-CBDA09DA4353}"/>
                </a:ext>
              </a:extLst>
            </p:cNvPr>
            <p:cNvSpPr txBox="1"/>
            <p:nvPr/>
          </p:nvSpPr>
          <p:spPr>
            <a:xfrm>
              <a:off x="918738" y="5705031"/>
              <a:ext cx="156130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Manuscrito</a:t>
              </a: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780DF53F-7315-31A2-E469-3FDE9DA796C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29981" y="3586990"/>
              <a:ext cx="1550059" cy="2089210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E6BEC20-F907-7E7E-D0F8-91F527A7031D}"/>
              </a:ext>
            </a:extLst>
          </p:cNvPr>
          <p:cNvGrpSpPr/>
          <p:nvPr/>
        </p:nvGrpSpPr>
        <p:grpSpPr>
          <a:xfrm>
            <a:off x="9264348" y="2651323"/>
            <a:ext cx="1462814" cy="1074047"/>
            <a:chOff x="11190222" y="3888753"/>
            <a:chExt cx="1462814" cy="1074047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F6FF7DB-0055-DD8D-D2B8-1AD17E6A8722}"/>
                </a:ext>
              </a:extLst>
            </p:cNvPr>
            <p:cNvSpPr txBox="1"/>
            <p:nvPr/>
          </p:nvSpPr>
          <p:spPr>
            <a:xfrm>
              <a:off x="11469851" y="3888753"/>
              <a:ext cx="1183185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bg2">
                  <a:lumMod val="2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audio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1660951E-F0BC-5AE9-1E2D-F5D2D2BE12EC}"/>
                </a:ext>
              </a:extLst>
            </p:cNvPr>
            <p:cNvCxnSpPr>
              <a:cxnSpLocks/>
              <a:endCxn id="15" idx="1"/>
            </p:cNvCxnSpPr>
            <p:nvPr/>
          </p:nvCxnSpPr>
          <p:spPr>
            <a:xfrm flipV="1">
              <a:off x="11190222" y="4073419"/>
              <a:ext cx="279629" cy="889381"/>
            </a:xfrm>
            <a:prstGeom prst="straightConnector1">
              <a:avLst/>
            </a:prstGeom>
            <a:ln w="9525" cap="flat" cmpd="sng" algn="ctr">
              <a:solidFill>
                <a:schemeClr val="bg2">
                  <a:lumMod val="25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F367872-D2F4-6B62-9291-417D88318411}"/>
              </a:ext>
            </a:extLst>
          </p:cNvPr>
          <p:cNvGrpSpPr/>
          <p:nvPr/>
        </p:nvGrpSpPr>
        <p:grpSpPr>
          <a:xfrm>
            <a:off x="9264878" y="3090057"/>
            <a:ext cx="2711467" cy="1200329"/>
            <a:chOff x="8935372" y="3493413"/>
            <a:chExt cx="2711467" cy="1197903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FAF8E7E-C350-6F10-EC1D-AF8E8534D563}"/>
                </a:ext>
              </a:extLst>
            </p:cNvPr>
            <p:cNvSpPr txBox="1"/>
            <p:nvPr/>
          </p:nvSpPr>
          <p:spPr>
            <a:xfrm>
              <a:off x="9223489" y="3493413"/>
              <a:ext cx="2423350" cy="1197903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bg2">
                  <a:lumMod val="2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Transcribir </a:t>
              </a:r>
              <a:br>
                <a:rPr kumimoji="0" lang="es-ES_tradnl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</a:br>
              <a:r>
                <a:rPr kumimoji="0" lang="es-ES_tradnl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automáticamente la partitura a notación moderna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713BC20F-61CD-19B0-45C4-38954356B7D0}"/>
                </a:ext>
              </a:extLst>
            </p:cNvPr>
            <p:cNvCxnSpPr>
              <a:cxnSpLocks/>
              <a:stCxn id="36" idx="3"/>
              <a:endCxn id="18" idx="1"/>
            </p:cNvCxnSpPr>
            <p:nvPr/>
          </p:nvCxnSpPr>
          <p:spPr>
            <a:xfrm flipV="1">
              <a:off x="8935372" y="4092365"/>
              <a:ext cx="288117" cy="316199"/>
            </a:xfrm>
            <a:prstGeom prst="straightConnector1">
              <a:avLst/>
            </a:prstGeom>
            <a:ln w="9525">
              <a:solidFill>
                <a:schemeClr val="bg2">
                  <a:lumMod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63D40A6-2B54-24E6-C2C2-D8464CE7D584}"/>
              </a:ext>
            </a:extLst>
          </p:cNvPr>
          <p:cNvGrpSpPr/>
          <p:nvPr/>
        </p:nvGrpSpPr>
        <p:grpSpPr>
          <a:xfrm>
            <a:off x="5529784" y="3890502"/>
            <a:ext cx="650051" cy="578912"/>
            <a:chOff x="2114587" y="378510"/>
            <a:chExt cx="1214309" cy="1036268"/>
          </a:xfrm>
        </p:grpSpPr>
        <p:sp>
          <p:nvSpPr>
            <p:cNvPr id="21" name="Right Arrow 20">
              <a:extLst>
                <a:ext uri="{FF2B5EF4-FFF2-40B4-BE49-F238E27FC236}">
                  <a16:creationId xmlns:a16="http://schemas.microsoft.com/office/drawing/2014/main" id="{932AABD3-E4D5-4E91-D6CE-9A87887A0D08}"/>
                </a:ext>
              </a:extLst>
            </p:cNvPr>
            <p:cNvSpPr/>
            <p:nvPr/>
          </p:nvSpPr>
          <p:spPr>
            <a:xfrm>
              <a:off x="2114587" y="378510"/>
              <a:ext cx="1214309" cy="1036268"/>
            </a:xfrm>
            <a:prstGeom prst="rightArrow">
              <a:avLst>
                <a:gd name="adj1" fmla="val 60000"/>
                <a:gd name="adj2" fmla="val 50000"/>
              </a:avLst>
            </a:prstGeom>
            <a:ln>
              <a:solidFill>
                <a:schemeClr val="tx1"/>
              </a:solidFill>
            </a:ln>
          </p:spPr>
          <p:style>
            <a:lnRef idx="0">
              <a:schemeClr val="dk2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tint val="60000"/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_tradnl" sz="18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Right Arrow 4">
              <a:extLst>
                <a:ext uri="{FF2B5EF4-FFF2-40B4-BE49-F238E27FC236}">
                  <a16:creationId xmlns:a16="http://schemas.microsoft.com/office/drawing/2014/main" id="{5460D171-9614-C015-C1CC-308A52FB4AAA}"/>
                </a:ext>
              </a:extLst>
            </p:cNvPr>
            <p:cNvSpPr txBox="1"/>
            <p:nvPr/>
          </p:nvSpPr>
          <p:spPr>
            <a:xfrm>
              <a:off x="2114587" y="585764"/>
              <a:ext cx="903429" cy="6217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marR="0" lvl="0" indent="0" algn="ctr" defTabSz="8001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kumimoji="0" lang="es-ES_tradnl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0BFC764B-DD80-D891-A528-A94418E3F38A}"/>
              </a:ext>
            </a:extLst>
          </p:cNvPr>
          <p:cNvSpPr/>
          <p:nvPr/>
        </p:nvSpPr>
        <p:spPr>
          <a:xfrm rot="286521">
            <a:off x="4245695" y="3083121"/>
            <a:ext cx="1178783" cy="684000"/>
          </a:xfrm>
          <a:prstGeom prst="rect">
            <a:avLst/>
          </a:prstGeom>
          <a:solidFill>
            <a:srgbClr val="00B050">
              <a:alpha val="9804"/>
            </a:srgbClr>
          </a:solidFill>
          <a:ln w="6350"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A1B4445-4FCF-EA46-147E-98A43FDF12C6}"/>
              </a:ext>
            </a:extLst>
          </p:cNvPr>
          <p:cNvSpPr/>
          <p:nvPr/>
        </p:nvSpPr>
        <p:spPr>
          <a:xfrm rot="286521">
            <a:off x="4178090" y="3890146"/>
            <a:ext cx="1178783" cy="684000"/>
          </a:xfrm>
          <a:prstGeom prst="rect">
            <a:avLst/>
          </a:prstGeom>
          <a:solidFill>
            <a:srgbClr val="FFC000">
              <a:alpha val="9804"/>
            </a:srgbClr>
          </a:solidFill>
          <a:ln w="6350">
            <a:solidFill>
              <a:schemeClr val="accent4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84A3B0C-8C9B-3105-9D3A-27CC58DC9229}"/>
              </a:ext>
            </a:extLst>
          </p:cNvPr>
          <p:cNvGrpSpPr/>
          <p:nvPr/>
        </p:nvGrpSpPr>
        <p:grpSpPr>
          <a:xfrm>
            <a:off x="9268256" y="4375188"/>
            <a:ext cx="2459902" cy="646331"/>
            <a:chOff x="9251843" y="4457234"/>
            <a:chExt cx="2459902" cy="646331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D5C72DD-CC61-BB8E-BA4E-5D5C551922FA}"/>
                </a:ext>
              </a:extLst>
            </p:cNvPr>
            <p:cNvSpPr txBox="1"/>
            <p:nvPr/>
          </p:nvSpPr>
          <p:spPr>
            <a:xfrm>
              <a:off x="9547279" y="4457234"/>
              <a:ext cx="2164466" cy="646331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bg2">
                  <a:lumMod val="2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Facilitar estudios </a:t>
              </a:r>
              <a:br>
                <a:rPr kumimoji="0" lang="es-ES_tradnl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</a:br>
              <a:r>
                <a:rPr kumimoji="0" lang="es-ES_tradnl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de concordancias</a:t>
              </a: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76B80BC5-DA93-F882-982E-CF79E8890C0D}"/>
                </a:ext>
              </a:extLst>
            </p:cNvPr>
            <p:cNvCxnSpPr>
              <a:cxnSpLocks/>
              <a:stCxn id="38" idx="3"/>
              <a:endCxn id="27" idx="1"/>
            </p:cNvCxnSpPr>
            <p:nvPr/>
          </p:nvCxnSpPr>
          <p:spPr>
            <a:xfrm>
              <a:off x="9251843" y="4703202"/>
              <a:ext cx="295436" cy="77198"/>
            </a:xfrm>
            <a:prstGeom prst="straightConnector1">
              <a:avLst/>
            </a:prstGeom>
            <a:ln w="9525" cap="flat" cmpd="sng" algn="ctr">
              <a:solidFill>
                <a:schemeClr val="bg2">
                  <a:lumMod val="25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582F52B-9046-9E72-A429-3CA796B068FB}"/>
              </a:ext>
            </a:extLst>
          </p:cNvPr>
          <p:cNvGrpSpPr/>
          <p:nvPr/>
        </p:nvGrpSpPr>
        <p:grpSpPr>
          <a:xfrm>
            <a:off x="5609078" y="3543799"/>
            <a:ext cx="4526491" cy="2451223"/>
            <a:chOff x="5543648" y="2498230"/>
            <a:chExt cx="4526491" cy="2451223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54403809-829A-7603-2071-5BE1F9F92A2C}"/>
                </a:ext>
              </a:extLst>
            </p:cNvPr>
            <p:cNvGrpSpPr/>
            <p:nvPr/>
          </p:nvGrpSpPr>
          <p:grpSpPr>
            <a:xfrm>
              <a:off x="5543648" y="2498230"/>
              <a:ext cx="4526491" cy="2451223"/>
              <a:chOff x="7621215" y="4503791"/>
              <a:chExt cx="4526491" cy="2451223"/>
            </a:xfrm>
          </p:grpSpPr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C7A349B-9E68-F27E-07F4-67812321748A}"/>
                  </a:ext>
                </a:extLst>
              </p:cNvPr>
              <p:cNvSpPr txBox="1"/>
              <p:nvPr/>
            </p:nvSpPr>
            <p:spPr>
              <a:xfrm>
                <a:off x="7621215" y="5939351"/>
                <a:ext cx="4526491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S_tradnl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4472C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Archivos MEI </a:t>
                </a:r>
                <a:r>
                  <a:rPr kumimoji="0" lang="es-ES_tradnl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que codifiquen las voces </a:t>
                </a:r>
                <a:br>
                  <a:rPr kumimoji="0" lang="es-ES_tradnl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</a:br>
                <a:r>
                  <a:rPr kumimoji="0" lang="es-ES_tradnl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en partitura (alineadas verticalmente)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S_tradnl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interpretación de la duración de las notas </a:t>
                </a:r>
              </a:p>
            </p:txBody>
          </p: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CF77A65E-DAF3-A977-C081-148D03362A7C}"/>
                  </a:ext>
                </a:extLst>
              </p:cNvPr>
              <p:cNvGrpSpPr/>
              <p:nvPr/>
            </p:nvGrpSpPr>
            <p:grpSpPr>
              <a:xfrm>
                <a:off x="8252485" y="4503791"/>
                <a:ext cx="3027908" cy="1269823"/>
                <a:chOff x="4708739" y="4140535"/>
                <a:chExt cx="6514730" cy="2583392"/>
              </a:xfrm>
            </p:grpSpPr>
            <p:pic>
              <p:nvPicPr>
                <p:cNvPr id="34" name="Picture 33" descr="A close up of a device&#10;&#10;Description automatically generated">
                  <a:extLst>
                    <a:ext uri="{FF2B5EF4-FFF2-40B4-BE49-F238E27FC236}">
                      <a16:creationId xmlns:a16="http://schemas.microsoft.com/office/drawing/2014/main" id="{43A444E2-674D-A075-EDBE-A0E97DD5988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781996" y="4140535"/>
                  <a:ext cx="6407940" cy="2583392"/>
                </a:xfrm>
                <a:prstGeom prst="rect">
                  <a:avLst/>
                </a:prstGeom>
              </p:spPr>
            </p:pic>
            <p:grpSp>
              <p:nvGrpSpPr>
                <p:cNvPr id="35" name="Group 34">
                  <a:extLst>
                    <a:ext uri="{FF2B5EF4-FFF2-40B4-BE49-F238E27FC236}">
                      <a16:creationId xmlns:a16="http://schemas.microsoft.com/office/drawing/2014/main" id="{4E147ED0-25D5-C72E-70BA-7115E43F16B8}"/>
                    </a:ext>
                  </a:extLst>
                </p:cNvPr>
                <p:cNvGrpSpPr/>
                <p:nvPr/>
              </p:nvGrpSpPr>
              <p:grpSpPr>
                <a:xfrm>
                  <a:off x="4708739" y="4155669"/>
                  <a:ext cx="6514730" cy="2506277"/>
                  <a:chOff x="1076275" y="4109464"/>
                  <a:chExt cx="6177053" cy="1669445"/>
                </a:xfrm>
              </p:grpSpPr>
              <p:sp>
                <p:nvSpPr>
                  <p:cNvPr id="36" name="Rectangle 35">
                    <a:extLst>
                      <a:ext uri="{FF2B5EF4-FFF2-40B4-BE49-F238E27FC236}">
                        <a16:creationId xmlns:a16="http://schemas.microsoft.com/office/drawing/2014/main" id="{038F7C1F-00F6-1CC3-5BC9-BC8DC5D73358}"/>
                      </a:ext>
                    </a:extLst>
                  </p:cNvPr>
                  <p:cNvSpPr/>
                  <p:nvPr/>
                </p:nvSpPr>
                <p:spPr>
                  <a:xfrm>
                    <a:off x="1077356" y="4519837"/>
                    <a:ext cx="6169081" cy="414677"/>
                  </a:xfrm>
                  <a:prstGeom prst="rect">
                    <a:avLst/>
                  </a:prstGeom>
                  <a:solidFill>
                    <a:srgbClr val="92D050">
                      <a:alpha val="15000"/>
                    </a:srgbClr>
                  </a:solidFill>
                  <a:ln>
                    <a:noFill/>
                  </a:ln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ES_tradnl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7" name="Rectangle 36">
                    <a:extLst>
                      <a:ext uri="{FF2B5EF4-FFF2-40B4-BE49-F238E27FC236}">
                        <a16:creationId xmlns:a16="http://schemas.microsoft.com/office/drawing/2014/main" id="{4FC4BAC2-F2E5-7424-183D-ABFE412F2CB4}"/>
                      </a:ext>
                    </a:extLst>
                  </p:cNvPr>
                  <p:cNvSpPr/>
                  <p:nvPr/>
                </p:nvSpPr>
                <p:spPr>
                  <a:xfrm>
                    <a:off x="1084246" y="4937198"/>
                    <a:ext cx="6169076" cy="414679"/>
                  </a:xfrm>
                  <a:prstGeom prst="rect">
                    <a:avLst/>
                  </a:prstGeom>
                  <a:solidFill>
                    <a:srgbClr val="CF6C6A">
                      <a:alpha val="15000"/>
                    </a:srgbClr>
                  </a:solidFill>
                  <a:ln>
                    <a:noFill/>
                  </a:ln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ES_tradnl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8" name="Rectangle 37">
                    <a:extLst>
                      <a:ext uri="{FF2B5EF4-FFF2-40B4-BE49-F238E27FC236}">
                        <a16:creationId xmlns:a16="http://schemas.microsoft.com/office/drawing/2014/main" id="{30BF0773-E67C-0A1B-910E-FF2398F4FB4A}"/>
                      </a:ext>
                    </a:extLst>
                  </p:cNvPr>
                  <p:cNvSpPr/>
                  <p:nvPr/>
                </p:nvSpPr>
                <p:spPr>
                  <a:xfrm>
                    <a:off x="1084248" y="5339837"/>
                    <a:ext cx="6169080" cy="439072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1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ES_tradnl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9" name="Rectangle 38">
                    <a:extLst>
                      <a:ext uri="{FF2B5EF4-FFF2-40B4-BE49-F238E27FC236}">
                        <a16:creationId xmlns:a16="http://schemas.microsoft.com/office/drawing/2014/main" id="{E4EFC524-7598-16F0-4C31-7A5B1490CFE8}"/>
                      </a:ext>
                    </a:extLst>
                  </p:cNvPr>
                  <p:cNvSpPr/>
                  <p:nvPr/>
                </p:nvSpPr>
                <p:spPr>
                  <a:xfrm>
                    <a:off x="1076275" y="4109464"/>
                    <a:ext cx="6169080" cy="414677"/>
                  </a:xfrm>
                  <a:prstGeom prst="rect">
                    <a:avLst/>
                  </a:prstGeom>
                  <a:solidFill>
                    <a:schemeClr val="accent1">
                      <a:alpha val="1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ES_tradnl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</p:grp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7E42AEFD-701C-2050-CF6D-493B9BAB3A6A}"/>
                </a:ext>
              </a:extLst>
            </p:cNvPr>
            <p:cNvSpPr/>
            <p:nvPr/>
          </p:nvSpPr>
          <p:spPr>
            <a:xfrm>
              <a:off x="6174918" y="2498230"/>
              <a:ext cx="3024000" cy="1269823"/>
            </a:xfrm>
            <a:prstGeom prst="rect">
              <a:avLst/>
            </a:prstGeom>
            <a:noFill/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_tradn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6E9C78EE-F5D1-14F7-0394-B8AC639AE828}"/>
              </a:ext>
            </a:extLst>
          </p:cNvPr>
          <p:cNvSpPr/>
          <p:nvPr/>
        </p:nvSpPr>
        <p:spPr>
          <a:xfrm rot="21156672">
            <a:off x="2939514" y="3093245"/>
            <a:ext cx="1178783" cy="684000"/>
          </a:xfrm>
          <a:prstGeom prst="rect">
            <a:avLst/>
          </a:prstGeom>
          <a:solidFill>
            <a:srgbClr val="0070C0">
              <a:alpha val="9804"/>
            </a:srgbClr>
          </a:solidFill>
          <a:ln w="635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B4D86E9-4F03-FACF-9DD1-0E5739010BF6}"/>
              </a:ext>
            </a:extLst>
          </p:cNvPr>
          <p:cNvSpPr/>
          <p:nvPr/>
        </p:nvSpPr>
        <p:spPr>
          <a:xfrm rot="21156672">
            <a:off x="3035073" y="3922093"/>
            <a:ext cx="1178783" cy="684000"/>
          </a:xfrm>
          <a:prstGeom prst="rect">
            <a:avLst/>
          </a:prstGeom>
          <a:solidFill>
            <a:srgbClr val="C00000">
              <a:alpha val="9804"/>
            </a:srgbClr>
          </a:solidFill>
          <a:ln w="635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95034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D3A3D-F723-3223-11D8-96890F7A2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0" dirty="0"/>
              <a:t>Metodología: tres pasos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8975B2-33FC-48C0-0167-59DE5DF57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16BDC-2EEF-D84D-AE1A-346AD4C669A9}" type="slidenum">
              <a:rPr lang="es-ES_tradnl" noProof="0" smtClean="0"/>
              <a:t>11</a:t>
            </a:fld>
            <a:endParaRPr lang="es-ES_tradnl" noProof="0" dirty="0"/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CB26F3A9-BB08-7432-4A26-7523B58C049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70794515"/>
              </p:ext>
            </p:extLst>
          </p:nvPr>
        </p:nvGraphicFramePr>
        <p:xfrm>
          <a:off x="467360" y="1790090"/>
          <a:ext cx="11630120" cy="17938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10" name="Group 9">
            <a:extLst>
              <a:ext uri="{FF2B5EF4-FFF2-40B4-BE49-F238E27FC236}">
                <a16:creationId xmlns:a16="http://schemas.microsoft.com/office/drawing/2014/main" id="{408B6CD5-8F5A-5A38-7672-43AE249E6222}"/>
              </a:ext>
            </a:extLst>
          </p:cNvPr>
          <p:cNvGrpSpPr/>
          <p:nvPr/>
        </p:nvGrpSpPr>
        <p:grpSpPr>
          <a:xfrm>
            <a:off x="249910" y="3833989"/>
            <a:ext cx="1500600" cy="2197632"/>
            <a:chOff x="522346" y="3781059"/>
            <a:chExt cx="1581814" cy="242091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5D253AB-9180-68D8-53D8-85A7FE17D92F}"/>
                </a:ext>
              </a:extLst>
            </p:cNvPr>
            <p:cNvSpPr txBox="1"/>
            <p:nvPr/>
          </p:nvSpPr>
          <p:spPr>
            <a:xfrm>
              <a:off x="522346" y="5832642"/>
              <a:ext cx="1581813" cy="3693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Manuscrito</a:t>
              </a:r>
              <a:endParaRPr kumimoji="0" lang="es-ES_tradnl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8AAC7BC-E1B0-6AFC-9C5C-0435C3D399B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-8550" t="-6259" r="-10782" b="-5179"/>
            <a:stretch/>
          </p:blipFill>
          <p:spPr>
            <a:xfrm>
              <a:off x="532857" y="3781059"/>
              <a:ext cx="1571303" cy="20524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369018B-4F0E-4695-DDDC-BD799EFE2A5A}"/>
              </a:ext>
            </a:extLst>
          </p:cNvPr>
          <p:cNvGrpSpPr/>
          <p:nvPr/>
        </p:nvGrpSpPr>
        <p:grpSpPr>
          <a:xfrm>
            <a:off x="8612933" y="3803509"/>
            <a:ext cx="3329157" cy="2719983"/>
            <a:chOff x="8842432" y="3617268"/>
            <a:chExt cx="3349568" cy="2884379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F8B3607-983A-9798-7541-4C026EA48368}"/>
                </a:ext>
              </a:extLst>
            </p:cNvPr>
            <p:cNvGrpSpPr/>
            <p:nvPr/>
          </p:nvGrpSpPr>
          <p:grpSpPr>
            <a:xfrm>
              <a:off x="8842432" y="3617268"/>
              <a:ext cx="3349568" cy="1340717"/>
              <a:chOff x="8852872" y="3647704"/>
              <a:chExt cx="3349568" cy="1340717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E293E380-5C6B-D995-4064-CC5AE80226A9}"/>
                  </a:ext>
                </a:extLst>
              </p:cNvPr>
              <p:cNvGrpSpPr/>
              <p:nvPr/>
            </p:nvGrpSpPr>
            <p:grpSpPr>
              <a:xfrm>
                <a:off x="8863312" y="3647704"/>
                <a:ext cx="3339128" cy="1340717"/>
                <a:chOff x="4786914" y="4236679"/>
                <a:chExt cx="5924630" cy="2230406"/>
              </a:xfrm>
            </p:grpSpPr>
            <p:pic>
              <p:nvPicPr>
                <p:cNvPr id="18" name="Picture 17" descr="A close up of a device&#10;&#10;Description automatically generated">
                  <a:extLst>
                    <a:ext uri="{FF2B5EF4-FFF2-40B4-BE49-F238E27FC236}">
                      <a16:creationId xmlns:a16="http://schemas.microsoft.com/office/drawing/2014/main" id="{4898CD45-2523-F211-0171-19BCA624209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004909" y="4271085"/>
                  <a:ext cx="5447035" cy="2196000"/>
                </a:xfrm>
                <a:prstGeom prst="rect">
                  <a:avLst/>
                </a:prstGeom>
              </p:spPr>
            </p:pic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A99DCBFE-7A52-E151-CDF7-222C90306C20}"/>
                    </a:ext>
                  </a:extLst>
                </p:cNvPr>
                <p:cNvGrpSpPr/>
                <p:nvPr/>
              </p:nvGrpSpPr>
              <p:grpSpPr>
                <a:xfrm>
                  <a:off x="4786914" y="4236679"/>
                  <a:ext cx="5924630" cy="2229098"/>
                  <a:chOff x="1150397" y="4163425"/>
                  <a:chExt cx="5617540" cy="1484815"/>
                </a:xfrm>
              </p:grpSpPr>
              <p:sp>
                <p:nvSpPr>
                  <p:cNvPr id="20" name="Rectangle 19">
                    <a:extLst>
                      <a:ext uri="{FF2B5EF4-FFF2-40B4-BE49-F238E27FC236}">
                        <a16:creationId xmlns:a16="http://schemas.microsoft.com/office/drawing/2014/main" id="{E408FF2C-3D25-14A9-9301-E1DEEB40570C}"/>
                      </a:ext>
                    </a:extLst>
                  </p:cNvPr>
                  <p:cNvSpPr/>
                  <p:nvPr/>
                </p:nvSpPr>
                <p:spPr>
                  <a:xfrm>
                    <a:off x="1150399" y="4548890"/>
                    <a:ext cx="5617538" cy="353451"/>
                  </a:xfrm>
                  <a:prstGeom prst="rect">
                    <a:avLst/>
                  </a:prstGeom>
                  <a:solidFill>
                    <a:srgbClr val="92D050">
                      <a:alpha val="15000"/>
                    </a:srgbClr>
                  </a:solidFill>
                  <a:ln>
                    <a:noFill/>
                  </a:ln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ES_tradnl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" name="Rectangle 20">
                    <a:extLst>
                      <a:ext uri="{FF2B5EF4-FFF2-40B4-BE49-F238E27FC236}">
                        <a16:creationId xmlns:a16="http://schemas.microsoft.com/office/drawing/2014/main" id="{0B5242CF-6BFB-42BE-22AA-5962F5A41D4D}"/>
                      </a:ext>
                    </a:extLst>
                  </p:cNvPr>
                  <p:cNvSpPr/>
                  <p:nvPr/>
                </p:nvSpPr>
                <p:spPr>
                  <a:xfrm>
                    <a:off x="1150397" y="4900598"/>
                    <a:ext cx="5617538" cy="353451"/>
                  </a:xfrm>
                  <a:prstGeom prst="rect">
                    <a:avLst/>
                  </a:prstGeom>
                  <a:solidFill>
                    <a:srgbClr val="CF6C6A">
                      <a:alpha val="15000"/>
                    </a:srgbClr>
                  </a:solidFill>
                  <a:ln>
                    <a:noFill/>
                  </a:ln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ES_tradnl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2" name="Rectangle 21">
                    <a:extLst>
                      <a:ext uri="{FF2B5EF4-FFF2-40B4-BE49-F238E27FC236}">
                        <a16:creationId xmlns:a16="http://schemas.microsoft.com/office/drawing/2014/main" id="{6C41BF0C-46C0-E1EA-CDE8-8657FB02393A}"/>
                      </a:ext>
                    </a:extLst>
                  </p:cNvPr>
                  <p:cNvSpPr/>
                  <p:nvPr/>
                </p:nvSpPr>
                <p:spPr>
                  <a:xfrm>
                    <a:off x="1150397" y="5256446"/>
                    <a:ext cx="5617538" cy="391794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1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ES_tradnl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3" name="Rectangle 22">
                    <a:extLst>
                      <a:ext uri="{FF2B5EF4-FFF2-40B4-BE49-F238E27FC236}">
                        <a16:creationId xmlns:a16="http://schemas.microsoft.com/office/drawing/2014/main" id="{881B5D74-3155-8343-C503-DCCBAFE59B91}"/>
                      </a:ext>
                    </a:extLst>
                  </p:cNvPr>
                  <p:cNvSpPr/>
                  <p:nvPr/>
                </p:nvSpPr>
                <p:spPr>
                  <a:xfrm>
                    <a:off x="1150399" y="4163425"/>
                    <a:ext cx="5617538" cy="388406"/>
                  </a:xfrm>
                  <a:prstGeom prst="rect">
                    <a:avLst/>
                  </a:prstGeom>
                  <a:solidFill>
                    <a:schemeClr val="accent1">
                      <a:alpha val="1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ES_tradnl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F3A96F0F-3C03-FAD9-5C89-AB95CA4F8A2D}"/>
                  </a:ext>
                </a:extLst>
              </p:cNvPr>
              <p:cNvSpPr/>
              <p:nvPr/>
            </p:nvSpPr>
            <p:spPr>
              <a:xfrm>
                <a:off x="8852872" y="3651127"/>
                <a:ext cx="3339128" cy="132130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noProof="0" dirty="0"/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B7BEC87-9DA7-1D0E-FE8B-154030870D1B}"/>
                </a:ext>
              </a:extLst>
            </p:cNvPr>
            <p:cNvSpPr txBox="1"/>
            <p:nvPr/>
          </p:nvSpPr>
          <p:spPr>
            <a:xfrm>
              <a:off x="8842432" y="4935029"/>
              <a:ext cx="3339128" cy="156661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Archivo </a:t>
              </a:r>
              <a:r>
                <a:rPr kumimoji="0" lang="es-ES_tradnl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MEI SCORE</a:t>
              </a:r>
              <a:br>
                <a:rPr kumimoji="0" lang="es-ES_tradnl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</a:br>
              <a:r>
                <a:rPr lang="es-ES_tradnl" noProof="0" dirty="0">
                  <a:solidFill>
                    <a:prstClr val="black"/>
                  </a:solidFill>
                  <a:latin typeface="Calibri" panose="020F0502020204030204"/>
                </a:rPr>
                <a:t>con la interpretación de la duración de las notas </a:t>
              </a:r>
              <a:br>
                <a:rPr lang="es-ES_tradnl" noProof="0" dirty="0">
                  <a:solidFill>
                    <a:prstClr val="black"/>
                  </a:solidFill>
                  <a:latin typeface="Calibri" panose="020F0502020204030204"/>
                </a:rPr>
              </a:br>
              <a:r>
                <a:rPr lang="es-ES_tradnl" noProof="0" dirty="0">
                  <a:solidFill>
                    <a:prstClr val="black"/>
                  </a:solidFill>
                  <a:latin typeface="Calibri" panose="020F0502020204030204"/>
                </a:rPr>
                <a:t>y alineamiento de las voces en partitura</a:t>
              </a:r>
              <a:endParaRPr kumimoji="0" lang="es-ES_trad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147532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22E1A-BE62-C499-8982-8AB917E44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5F787-CBF6-E574-7AD5-2EC9D32ED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0" dirty="0"/>
              <a:t>Metodología: tres pasos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9BB463-9EA0-1B91-420D-85A5846DF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16BDC-2EEF-D84D-AE1A-346AD4C669A9}" type="slidenum">
              <a:rPr lang="es-ES_tradnl" noProof="0" smtClean="0"/>
              <a:t>12</a:t>
            </a:fld>
            <a:endParaRPr lang="es-ES_tradnl" noProof="0" dirty="0"/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2E8FADF5-77DB-D9AD-75ED-6C226428456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55703214"/>
              </p:ext>
            </p:extLst>
          </p:nvPr>
        </p:nvGraphicFramePr>
        <p:xfrm>
          <a:off x="467360" y="1790090"/>
          <a:ext cx="11630120" cy="17938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10" name="Group 9">
            <a:extLst>
              <a:ext uri="{FF2B5EF4-FFF2-40B4-BE49-F238E27FC236}">
                <a16:creationId xmlns:a16="http://schemas.microsoft.com/office/drawing/2014/main" id="{C019F1FE-F9E4-7DB7-FCA4-83A008B9DE00}"/>
              </a:ext>
            </a:extLst>
          </p:cNvPr>
          <p:cNvGrpSpPr/>
          <p:nvPr/>
        </p:nvGrpSpPr>
        <p:grpSpPr>
          <a:xfrm>
            <a:off x="249910" y="3833989"/>
            <a:ext cx="1500600" cy="2197632"/>
            <a:chOff x="522346" y="3781059"/>
            <a:chExt cx="1581814" cy="242091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66599AD-1CFE-6182-A525-360555545997}"/>
                </a:ext>
              </a:extLst>
            </p:cNvPr>
            <p:cNvSpPr txBox="1"/>
            <p:nvPr/>
          </p:nvSpPr>
          <p:spPr>
            <a:xfrm>
              <a:off x="522346" y="5832642"/>
              <a:ext cx="1581813" cy="3693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Manuscrito</a:t>
              </a:r>
              <a:endParaRPr kumimoji="0" lang="es-ES_tradnl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3690BB5-E064-A638-5F2D-53AFAB4388E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-8550" t="-6259" r="-10782" b="-5179"/>
            <a:stretch/>
          </p:blipFill>
          <p:spPr>
            <a:xfrm>
              <a:off x="532857" y="3781059"/>
              <a:ext cx="1571303" cy="20524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E33B7C6-7689-D3BB-093A-1854866B1F51}"/>
              </a:ext>
            </a:extLst>
          </p:cNvPr>
          <p:cNvGrpSpPr/>
          <p:nvPr/>
        </p:nvGrpSpPr>
        <p:grpSpPr>
          <a:xfrm>
            <a:off x="8612933" y="3805309"/>
            <a:ext cx="3329157" cy="2719983"/>
            <a:chOff x="8842432" y="3617268"/>
            <a:chExt cx="3349568" cy="2884379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0567678C-A788-471F-8915-B8D66F59C6E5}"/>
                </a:ext>
              </a:extLst>
            </p:cNvPr>
            <p:cNvGrpSpPr/>
            <p:nvPr/>
          </p:nvGrpSpPr>
          <p:grpSpPr>
            <a:xfrm>
              <a:off x="8842432" y="3617268"/>
              <a:ext cx="3349568" cy="1340717"/>
              <a:chOff x="8852872" y="3647704"/>
              <a:chExt cx="3349568" cy="1340717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416C4081-FCB3-11DA-9FC9-79BD453094D7}"/>
                  </a:ext>
                </a:extLst>
              </p:cNvPr>
              <p:cNvGrpSpPr/>
              <p:nvPr/>
            </p:nvGrpSpPr>
            <p:grpSpPr>
              <a:xfrm>
                <a:off x="8863312" y="3647704"/>
                <a:ext cx="3339128" cy="1340717"/>
                <a:chOff x="4786914" y="4236679"/>
                <a:chExt cx="5924630" cy="2230406"/>
              </a:xfrm>
            </p:grpSpPr>
            <p:pic>
              <p:nvPicPr>
                <p:cNvPr id="18" name="Picture 17" descr="A close up of a device&#10;&#10;Description automatically generated">
                  <a:extLst>
                    <a:ext uri="{FF2B5EF4-FFF2-40B4-BE49-F238E27FC236}">
                      <a16:creationId xmlns:a16="http://schemas.microsoft.com/office/drawing/2014/main" id="{38F0A7ED-D173-E9EC-ECCC-06B23A793E5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004909" y="4271085"/>
                  <a:ext cx="5447035" cy="2196000"/>
                </a:xfrm>
                <a:prstGeom prst="rect">
                  <a:avLst/>
                </a:prstGeom>
              </p:spPr>
            </p:pic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EA74A7D1-2F09-B130-567B-176038048C0E}"/>
                    </a:ext>
                  </a:extLst>
                </p:cNvPr>
                <p:cNvGrpSpPr/>
                <p:nvPr/>
              </p:nvGrpSpPr>
              <p:grpSpPr>
                <a:xfrm>
                  <a:off x="4786914" y="4236679"/>
                  <a:ext cx="5924630" cy="2229098"/>
                  <a:chOff x="1150397" y="4163425"/>
                  <a:chExt cx="5617540" cy="1484815"/>
                </a:xfrm>
              </p:grpSpPr>
              <p:sp>
                <p:nvSpPr>
                  <p:cNvPr id="20" name="Rectangle 19">
                    <a:extLst>
                      <a:ext uri="{FF2B5EF4-FFF2-40B4-BE49-F238E27FC236}">
                        <a16:creationId xmlns:a16="http://schemas.microsoft.com/office/drawing/2014/main" id="{701DB14B-CE10-E760-B484-67A27BE19956}"/>
                      </a:ext>
                    </a:extLst>
                  </p:cNvPr>
                  <p:cNvSpPr/>
                  <p:nvPr/>
                </p:nvSpPr>
                <p:spPr>
                  <a:xfrm>
                    <a:off x="1150399" y="4548890"/>
                    <a:ext cx="5617538" cy="353451"/>
                  </a:xfrm>
                  <a:prstGeom prst="rect">
                    <a:avLst/>
                  </a:prstGeom>
                  <a:solidFill>
                    <a:srgbClr val="92D050">
                      <a:alpha val="15000"/>
                    </a:srgbClr>
                  </a:solidFill>
                  <a:ln>
                    <a:noFill/>
                  </a:ln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ES_tradnl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" name="Rectangle 20">
                    <a:extLst>
                      <a:ext uri="{FF2B5EF4-FFF2-40B4-BE49-F238E27FC236}">
                        <a16:creationId xmlns:a16="http://schemas.microsoft.com/office/drawing/2014/main" id="{FEE54C75-23E4-BCAE-DD5B-8AAE60E9CD41}"/>
                      </a:ext>
                    </a:extLst>
                  </p:cNvPr>
                  <p:cNvSpPr/>
                  <p:nvPr/>
                </p:nvSpPr>
                <p:spPr>
                  <a:xfrm>
                    <a:off x="1150397" y="4900598"/>
                    <a:ext cx="5617538" cy="353451"/>
                  </a:xfrm>
                  <a:prstGeom prst="rect">
                    <a:avLst/>
                  </a:prstGeom>
                  <a:solidFill>
                    <a:srgbClr val="CF6C6A">
                      <a:alpha val="15000"/>
                    </a:srgbClr>
                  </a:solidFill>
                  <a:ln>
                    <a:noFill/>
                  </a:ln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ES_tradnl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2" name="Rectangle 21">
                    <a:extLst>
                      <a:ext uri="{FF2B5EF4-FFF2-40B4-BE49-F238E27FC236}">
                        <a16:creationId xmlns:a16="http://schemas.microsoft.com/office/drawing/2014/main" id="{ACD4B912-21E6-D180-9ED5-FD5EEB904565}"/>
                      </a:ext>
                    </a:extLst>
                  </p:cNvPr>
                  <p:cNvSpPr/>
                  <p:nvPr/>
                </p:nvSpPr>
                <p:spPr>
                  <a:xfrm>
                    <a:off x="1150397" y="5256446"/>
                    <a:ext cx="5617538" cy="391794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1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ES_tradnl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3" name="Rectangle 22">
                    <a:extLst>
                      <a:ext uri="{FF2B5EF4-FFF2-40B4-BE49-F238E27FC236}">
                        <a16:creationId xmlns:a16="http://schemas.microsoft.com/office/drawing/2014/main" id="{8D7B62A2-3022-7F16-CF24-91B938E63BA7}"/>
                      </a:ext>
                    </a:extLst>
                  </p:cNvPr>
                  <p:cNvSpPr/>
                  <p:nvPr/>
                </p:nvSpPr>
                <p:spPr>
                  <a:xfrm>
                    <a:off x="1150399" y="4163425"/>
                    <a:ext cx="5617538" cy="388406"/>
                  </a:xfrm>
                  <a:prstGeom prst="rect">
                    <a:avLst/>
                  </a:prstGeom>
                  <a:solidFill>
                    <a:schemeClr val="accent1">
                      <a:alpha val="1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ES_tradnl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FE246B44-2742-28AC-8CEB-CE2C9E918670}"/>
                  </a:ext>
                </a:extLst>
              </p:cNvPr>
              <p:cNvSpPr/>
              <p:nvPr/>
            </p:nvSpPr>
            <p:spPr>
              <a:xfrm>
                <a:off x="8852872" y="3651127"/>
                <a:ext cx="3339128" cy="132130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noProof="0" dirty="0"/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0208539-4F97-ABDD-1421-B707C8CE7590}"/>
                </a:ext>
              </a:extLst>
            </p:cNvPr>
            <p:cNvSpPr txBox="1"/>
            <p:nvPr/>
          </p:nvSpPr>
          <p:spPr>
            <a:xfrm>
              <a:off x="8842432" y="4935029"/>
              <a:ext cx="3339128" cy="156661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Archivo </a:t>
              </a:r>
              <a:r>
                <a:rPr kumimoji="0" lang="es-ES_tradnl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MEI SCORE</a:t>
              </a:r>
              <a:br>
                <a:rPr kumimoji="0" lang="es-ES_tradnl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</a:br>
              <a:r>
                <a:rPr lang="es-ES_tradnl" noProof="0" dirty="0">
                  <a:solidFill>
                    <a:prstClr val="black"/>
                  </a:solidFill>
                  <a:latin typeface="Calibri" panose="020F0502020204030204"/>
                </a:rPr>
                <a:t>con la interpretación de la duración de las notas </a:t>
              </a:r>
              <a:br>
                <a:rPr lang="es-ES_tradnl" noProof="0" dirty="0">
                  <a:solidFill>
                    <a:prstClr val="black"/>
                  </a:solidFill>
                  <a:latin typeface="Calibri" panose="020F0502020204030204"/>
                </a:rPr>
              </a:br>
              <a:r>
                <a:rPr lang="es-ES_tradnl" noProof="0" dirty="0">
                  <a:solidFill>
                    <a:prstClr val="black"/>
                  </a:solidFill>
                  <a:latin typeface="Calibri" panose="020F0502020204030204"/>
                </a:rPr>
                <a:t>y alineamiento de las voces en partitura</a:t>
              </a:r>
              <a:endParaRPr kumimoji="0" lang="es-ES_trad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EBB09EC-C8B0-0021-301D-6D1735D1C38A}"/>
              </a:ext>
            </a:extLst>
          </p:cNvPr>
          <p:cNvGrpSpPr/>
          <p:nvPr/>
        </p:nvGrpSpPr>
        <p:grpSpPr>
          <a:xfrm>
            <a:off x="2116720" y="3828269"/>
            <a:ext cx="2377441" cy="2197632"/>
            <a:chOff x="2116720" y="3828269"/>
            <a:chExt cx="2377441" cy="219763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E56A886-8E1B-5F77-4B14-D5E495CCEA8E}"/>
                </a:ext>
              </a:extLst>
            </p:cNvPr>
            <p:cNvSpPr/>
            <p:nvPr/>
          </p:nvSpPr>
          <p:spPr>
            <a:xfrm>
              <a:off x="2116722" y="3828269"/>
              <a:ext cx="2377439" cy="18624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AEA0640-F2C2-9D61-C854-2033C36B671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191"/>
            <a:stretch/>
          </p:blipFill>
          <p:spPr>
            <a:xfrm rot="21262997">
              <a:off x="2274956" y="3930215"/>
              <a:ext cx="1052998" cy="1684310"/>
            </a:xfrm>
            <a:prstGeom prst="rect">
              <a:avLst/>
            </a:prstGeom>
            <a:ln w="12700">
              <a:solidFill>
                <a:schemeClr val="bg2"/>
              </a:solidFill>
            </a:ln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EF694FA-6885-7EA6-9896-E4290A46B966}"/>
                </a:ext>
              </a:extLst>
            </p:cNvPr>
            <p:cNvSpPr txBox="1"/>
            <p:nvPr/>
          </p:nvSpPr>
          <p:spPr>
            <a:xfrm>
              <a:off x="2116720" y="5690747"/>
              <a:ext cx="2377439" cy="3351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Imágenes digitales</a:t>
              </a:r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26A512D9-78B0-A0F6-1B9D-B32245AB74F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269"/>
            <a:stretch/>
          </p:blipFill>
          <p:spPr>
            <a:xfrm rot="307372">
              <a:off x="3295684" y="3907142"/>
              <a:ext cx="1009750" cy="1683529"/>
            </a:xfrm>
            <a:prstGeom prst="rect">
              <a:avLst/>
            </a:prstGeom>
            <a:ln w="12700">
              <a:solidFill>
                <a:schemeClr val="bg2"/>
              </a:solidFill>
            </a:ln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BF6358C-F413-4BDA-91B7-E978126CD6B8}"/>
              </a:ext>
            </a:extLst>
          </p:cNvPr>
          <p:cNvGrpSpPr/>
          <p:nvPr/>
        </p:nvGrpSpPr>
        <p:grpSpPr>
          <a:xfrm>
            <a:off x="2328450" y="4018061"/>
            <a:ext cx="1958057" cy="1129211"/>
            <a:chOff x="2328450" y="4018061"/>
            <a:chExt cx="1958057" cy="1129211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32866CE-83A8-9F04-5DAE-CDF27804E53D}"/>
                </a:ext>
              </a:extLst>
            </p:cNvPr>
            <p:cNvSpPr/>
            <p:nvPr/>
          </p:nvSpPr>
          <p:spPr>
            <a:xfrm rot="21156672">
              <a:off x="2328450" y="4025567"/>
              <a:ext cx="928836" cy="507153"/>
            </a:xfrm>
            <a:prstGeom prst="rect">
              <a:avLst/>
            </a:prstGeom>
            <a:solidFill>
              <a:srgbClr val="0070C0">
                <a:alpha val="9804"/>
              </a:srgbClr>
            </a:solidFill>
            <a:ln w="6350">
              <a:solidFill>
                <a:srgbClr val="0070C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_tradn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1157848-CD9B-B476-CD2D-5BE272B286B3}"/>
                </a:ext>
              </a:extLst>
            </p:cNvPr>
            <p:cNvSpPr/>
            <p:nvPr/>
          </p:nvSpPr>
          <p:spPr>
            <a:xfrm rot="21156672">
              <a:off x="2403747" y="4640119"/>
              <a:ext cx="928836" cy="507153"/>
            </a:xfrm>
            <a:prstGeom prst="rect">
              <a:avLst/>
            </a:prstGeom>
            <a:solidFill>
              <a:srgbClr val="C00000">
                <a:alpha val="9804"/>
              </a:srgbClr>
            </a:solidFill>
            <a:ln w="6350">
              <a:solidFill>
                <a:srgbClr val="C000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_tradn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8F97C836-BC31-C7DF-E3EF-E477456A0E1B}"/>
                </a:ext>
              </a:extLst>
            </p:cNvPr>
            <p:cNvSpPr/>
            <p:nvPr/>
          </p:nvSpPr>
          <p:spPr>
            <a:xfrm rot="286521">
              <a:off x="3357671" y="4018061"/>
              <a:ext cx="928836" cy="507153"/>
            </a:xfrm>
            <a:prstGeom prst="rect">
              <a:avLst/>
            </a:prstGeom>
            <a:solidFill>
              <a:srgbClr val="00B050">
                <a:alpha val="9804"/>
              </a:srgbClr>
            </a:solidFill>
            <a:ln w="6350">
              <a:solidFill>
                <a:srgbClr val="00B05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_tradn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7EC0E989-E96D-07FA-B04A-39D95EA01619}"/>
                </a:ext>
              </a:extLst>
            </p:cNvPr>
            <p:cNvSpPr/>
            <p:nvPr/>
          </p:nvSpPr>
          <p:spPr>
            <a:xfrm rot="286521">
              <a:off x="3304401" y="4616431"/>
              <a:ext cx="928836" cy="507153"/>
            </a:xfrm>
            <a:prstGeom prst="rect">
              <a:avLst/>
            </a:prstGeom>
            <a:solidFill>
              <a:srgbClr val="FFC000">
                <a:alpha val="9804"/>
              </a:srgbClr>
            </a:solidFill>
            <a:ln w="63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_tradn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F72EDF7-8FD1-DF8D-6D42-11414D053DF5}"/>
              </a:ext>
            </a:extLst>
          </p:cNvPr>
          <p:cNvGrpSpPr/>
          <p:nvPr/>
        </p:nvGrpSpPr>
        <p:grpSpPr>
          <a:xfrm>
            <a:off x="5089198" y="3828276"/>
            <a:ext cx="3064778" cy="2680301"/>
            <a:chOff x="5798213" y="3770808"/>
            <a:chExt cx="3008874" cy="2629276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949EBA3-BCB2-4845-DA59-07E72FD9229F}"/>
                </a:ext>
              </a:extLst>
            </p:cNvPr>
            <p:cNvSpPr txBox="1"/>
            <p:nvPr/>
          </p:nvSpPr>
          <p:spPr>
            <a:xfrm>
              <a:off x="5798213" y="5494331"/>
              <a:ext cx="3008874" cy="90575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Archivo </a:t>
              </a:r>
              <a:r>
                <a:rPr kumimoji="0" lang="es-ES_tradnl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MEI PARTS</a:t>
              </a:r>
              <a:r>
                <a:rPr kumimoji="0" lang="es-ES_tradnl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  <a:br>
                <a:rPr kumimoji="0" lang="es-ES_tradnl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</a:br>
              <a:r>
                <a:rPr kumimoji="0" lang="es-ES_tradnl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codifica los </a:t>
              </a:r>
              <a:r>
                <a:rPr kumimoji="0" lang="es-ES_tradnl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símbolos</a:t>
              </a:r>
              <a:r>
                <a:rPr kumimoji="0" lang="es-ES_tradnl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de cada parte o voz en las imágenes</a:t>
              </a:r>
            </a:p>
          </p:txBody>
        </p: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CF449DA1-B15A-E4CD-5866-2C594844DE0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-744" r="-1756"/>
            <a:stretch/>
          </p:blipFill>
          <p:spPr>
            <a:xfrm>
              <a:off x="5802575" y="3770808"/>
              <a:ext cx="2999659" cy="171760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4051704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82DCB-0EF7-3622-99EB-819B5B2F9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320FC-F9A3-9F7D-4562-E2FFE5BDF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0" dirty="0"/>
              <a:t>Metodología: tres pasos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C46A7C-241E-9996-CBC2-8E3061870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516BDC-2EEF-D84D-AE1A-346AD4C669A9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s-ES_tradnl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E869FEAC-5547-F7CA-35A0-2C96A8E81C4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11371931"/>
              </p:ext>
            </p:extLst>
          </p:nvPr>
        </p:nvGraphicFramePr>
        <p:xfrm>
          <a:off x="467360" y="1790088"/>
          <a:ext cx="11630120" cy="17938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10" name="Group 9">
            <a:extLst>
              <a:ext uri="{FF2B5EF4-FFF2-40B4-BE49-F238E27FC236}">
                <a16:creationId xmlns:a16="http://schemas.microsoft.com/office/drawing/2014/main" id="{DF971E8F-BB24-8530-C25E-A9DEFFD88044}"/>
              </a:ext>
            </a:extLst>
          </p:cNvPr>
          <p:cNvGrpSpPr/>
          <p:nvPr/>
        </p:nvGrpSpPr>
        <p:grpSpPr>
          <a:xfrm>
            <a:off x="249910" y="3833987"/>
            <a:ext cx="1500600" cy="2197632"/>
            <a:chOff x="522346" y="3781059"/>
            <a:chExt cx="1581814" cy="242091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0E529B3-9E1D-1571-2351-51A5E9464BA9}"/>
                </a:ext>
              </a:extLst>
            </p:cNvPr>
            <p:cNvSpPr txBox="1"/>
            <p:nvPr/>
          </p:nvSpPr>
          <p:spPr>
            <a:xfrm>
              <a:off x="522346" y="5832642"/>
              <a:ext cx="1581813" cy="3693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Manuscrito</a:t>
              </a:r>
              <a:endParaRPr kumimoji="0" lang="es-ES_tradnl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2BFAC93B-E887-9782-06FF-85E3D0EDBE8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-8550" t="-6259" r="-10782" b="-5179"/>
            <a:stretch/>
          </p:blipFill>
          <p:spPr>
            <a:xfrm>
              <a:off x="532857" y="3781059"/>
              <a:ext cx="1571303" cy="20524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9BFBB32-CFCD-A220-C512-6BFD26668E4B}"/>
              </a:ext>
            </a:extLst>
          </p:cNvPr>
          <p:cNvGrpSpPr/>
          <p:nvPr/>
        </p:nvGrpSpPr>
        <p:grpSpPr>
          <a:xfrm>
            <a:off x="8612933" y="3805313"/>
            <a:ext cx="3329157" cy="2726853"/>
            <a:chOff x="8842432" y="3617268"/>
            <a:chExt cx="3349568" cy="2891657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73CCECAC-3290-5E94-0AD4-8B71D8738F9E}"/>
                </a:ext>
              </a:extLst>
            </p:cNvPr>
            <p:cNvGrpSpPr/>
            <p:nvPr/>
          </p:nvGrpSpPr>
          <p:grpSpPr>
            <a:xfrm>
              <a:off x="8842432" y="3617268"/>
              <a:ext cx="3349568" cy="1340717"/>
              <a:chOff x="8852872" y="3647704"/>
              <a:chExt cx="3349568" cy="1340717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36338E39-8816-AF86-1DE1-752479ED692F}"/>
                  </a:ext>
                </a:extLst>
              </p:cNvPr>
              <p:cNvGrpSpPr/>
              <p:nvPr/>
            </p:nvGrpSpPr>
            <p:grpSpPr>
              <a:xfrm>
                <a:off x="8863312" y="3647704"/>
                <a:ext cx="3339128" cy="1340717"/>
                <a:chOff x="4786914" y="4236679"/>
                <a:chExt cx="5924630" cy="2230406"/>
              </a:xfrm>
            </p:grpSpPr>
            <p:pic>
              <p:nvPicPr>
                <p:cNvPr id="18" name="Picture 17" descr="A close up of a device&#10;&#10;Description automatically generated">
                  <a:extLst>
                    <a:ext uri="{FF2B5EF4-FFF2-40B4-BE49-F238E27FC236}">
                      <a16:creationId xmlns:a16="http://schemas.microsoft.com/office/drawing/2014/main" id="{331851A9-8373-ADF6-6F18-0F312656ADF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004909" y="4271085"/>
                  <a:ext cx="5447035" cy="2196000"/>
                </a:xfrm>
                <a:prstGeom prst="rect">
                  <a:avLst/>
                </a:prstGeom>
              </p:spPr>
            </p:pic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058471DA-8AC6-754A-F802-712C1C78B911}"/>
                    </a:ext>
                  </a:extLst>
                </p:cNvPr>
                <p:cNvGrpSpPr/>
                <p:nvPr/>
              </p:nvGrpSpPr>
              <p:grpSpPr>
                <a:xfrm>
                  <a:off x="4786914" y="4236679"/>
                  <a:ext cx="5924630" cy="2229098"/>
                  <a:chOff x="1150397" y="4163425"/>
                  <a:chExt cx="5617540" cy="1484815"/>
                </a:xfrm>
              </p:grpSpPr>
              <p:sp>
                <p:nvSpPr>
                  <p:cNvPr id="20" name="Rectangle 19">
                    <a:extLst>
                      <a:ext uri="{FF2B5EF4-FFF2-40B4-BE49-F238E27FC236}">
                        <a16:creationId xmlns:a16="http://schemas.microsoft.com/office/drawing/2014/main" id="{E0741BCC-FB83-1FD4-74EF-A23B9DF70344}"/>
                      </a:ext>
                    </a:extLst>
                  </p:cNvPr>
                  <p:cNvSpPr/>
                  <p:nvPr/>
                </p:nvSpPr>
                <p:spPr>
                  <a:xfrm>
                    <a:off x="1150399" y="4548890"/>
                    <a:ext cx="5617538" cy="353451"/>
                  </a:xfrm>
                  <a:prstGeom prst="rect">
                    <a:avLst/>
                  </a:prstGeom>
                  <a:solidFill>
                    <a:srgbClr val="92D050">
                      <a:alpha val="15000"/>
                    </a:srgbClr>
                  </a:solidFill>
                  <a:ln>
                    <a:noFill/>
                  </a:ln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ES_tradnl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" name="Rectangle 20">
                    <a:extLst>
                      <a:ext uri="{FF2B5EF4-FFF2-40B4-BE49-F238E27FC236}">
                        <a16:creationId xmlns:a16="http://schemas.microsoft.com/office/drawing/2014/main" id="{8FEBF4AB-E70C-083B-E0A1-94B8F8120D38}"/>
                      </a:ext>
                    </a:extLst>
                  </p:cNvPr>
                  <p:cNvSpPr/>
                  <p:nvPr/>
                </p:nvSpPr>
                <p:spPr>
                  <a:xfrm>
                    <a:off x="1150397" y="4900598"/>
                    <a:ext cx="5617538" cy="353451"/>
                  </a:xfrm>
                  <a:prstGeom prst="rect">
                    <a:avLst/>
                  </a:prstGeom>
                  <a:solidFill>
                    <a:srgbClr val="CF6C6A">
                      <a:alpha val="15000"/>
                    </a:srgbClr>
                  </a:solidFill>
                  <a:ln>
                    <a:noFill/>
                  </a:ln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ES_tradnl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2" name="Rectangle 21">
                    <a:extLst>
                      <a:ext uri="{FF2B5EF4-FFF2-40B4-BE49-F238E27FC236}">
                        <a16:creationId xmlns:a16="http://schemas.microsoft.com/office/drawing/2014/main" id="{86BE12B3-18E4-B80E-59B7-DB970B6EC4EF}"/>
                      </a:ext>
                    </a:extLst>
                  </p:cNvPr>
                  <p:cNvSpPr/>
                  <p:nvPr/>
                </p:nvSpPr>
                <p:spPr>
                  <a:xfrm>
                    <a:off x="1150397" y="5256446"/>
                    <a:ext cx="5617538" cy="391794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1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ES_tradnl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3" name="Rectangle 22">
                    <a:extLst>
                      <a:ext uri="{FF2B5EF4-FFF2-40B4-BE49-F238E27FC236}">
                        <a16:creationId xmlns:a16="http://schemas.microsoft.com/office/drawing/2014/main" id="{9F7D8F34-A27F-E18B-F9C5-D53662B2567D}"/>
                      </a:ext>
                    </a:extLst>
                  </p:cNvPr>
                  <p:cNvSpPr/>
                  <p:nvPr/>
                </p:nvSpPr>
                <p:spPr>
                  <a:xfrm>
                    <a:off x="1150399" y="4163425"/>
                    <a:ext cx="5617538" cy="388406"/>
                  </a:xfrm>
                  <a:prstGeom prst="rect">
                    <a:avLst/>
                  </a:prstGeom>
                  <a:solidFill>
                    <a:schemeClr val="accent1">
                      <a:alpha val="1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ES_tradnl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FF7C22C4-7B73-5945-D857-BF0DC6168FA8}"/>
                  </a:ext>
                </a:extLst>
              </p:cNvPr>
              <p:cNvSpPr/>
              <p:nvPr/>
            </p:nvSpPr>
            <p:spPr>
              <a:xfrm>
                <a:off x="8852872" y="3651127"/>
                <a:ext cx="3339128" cy="132130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_tradnl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2EF9A26-08AD-2876-5F95-17A1C2D296D3}"/>
                </a:ext>
              </a:extLst>
            </p:cNvPr>
            <p:cNvSpPr txBox="1"/>
            <p:nvPr/>
          </p:nvSpPr>
          <p:spPr>
            <a:xfrm>
              <a:off x="8842432" y="4942307"/>
              <a:ext cx="3339128" cy="156661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Archivo </a:t>
              </a:r>
              <a:r>
                <a:rPr kumimoji="0" lang="es-ES_tradnl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MEI SCORE</a:t>
              </a:r>
              <a:br>
                <a:rPr kumimoji="0" lang="es-ES_tradnl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</a:br>
              <a:r>
                <a:rPr lang="es-ES_tradnl" noProof="0" dirty="0">
                  <a:solidFill>
                    <a:prstClr val="black"/>
                  </a:solidFill>
                  <a:latin typeface="Calibri" panose="020F0502020204030204"/>
                </a:rPr>
                <a:t>con la interpretación de la duración de las notas </a:t>
              </a:r>
              <a:br>
                <a:rPr lang="es-ES_tradnl" noProof="0" dirty="0">
                  <a:solidFill>
                    <a:prstClr val="black"/>
                  </a:solidFill>
                  <a:latin typeface="Calibri" panose="020F0502020204030204"/>
                </a:rPr>
              </a:br>
              <a:r>
                <a:rPr lang="es-ES_tradnl" noProof="0" dirty="0">
                  <a:solidFill>
                    <a:prstClr val="black"/>
                  </a:solidFill>
                  <a:latin typeface="Calibri" panose="020F0502020204030204"/>
                </a:rPr>
                <a:t>y alineamiento de las voces en partitura</a:t>
              </a:r>
              <a:endParaRPr kumimoji="0" lang="es-ES_trad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04584C24-3FB2-E381-8D8F-6E2DBFF0121A}"/>
              </a:ext>
            </a:extLst>
          </p:cNvPr>
          <p:cNvGrpSpPr/>
          <p:nvPr/>
        </p:nvGrpSpPr>
        <p:grpSpPr>
          <a:xfrm>
            <a:off x="2116720" y="3828267"/>
            <a:ext cx="2377441" cy="2197632"/>
            <a:chOff x="2081047" y="3348639"/>
            <a:chExt cx="2465251" cy="242173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C39211D-BEE0-AF84-466D-B7528DC31158}"/>
                </a:ext>
              </a:extLst>
            </p:cNvPr>
            <p:cNvSpPr/>
            <p:nvPr/>
          </p:nvSpPr>
          <p:spPr>
            <a:xfrm>
              <a:off x="2081049" y="3348639"/>
              <a:ext cx="2465249" cy="20524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_tradn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12F69CA-1AC8-67DC-B0A3-8292A543C81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081047" y="3435555"/>
              <a:ext cx="2465249" cy="2334823"/>
              <a:chOff x="2478110" y="3311641"/>
              <a:chExt cx="3017200" cy="2857580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EBF2FEFB-C840-35A2-C346-BD1114E8799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b="-191"/>
              <a:stretch/>
            </p:blipFill>
            <p:spPr>
              <a:xfrm rot="21262997">
                <a:off x="2678927" y="3342760"/>
                <a:ext cx="1336356" cy="2271637"/>
              </a:xfrm>
              <a:prstGeom prst="rect">
                <a:avLst/>
              </a:prstGeom>
              <a:ln w="12700">
                <a:solidFill>
                  <a:schemeClr val="bg2"/>
                </a:solidFill>
              </a:ln>
            </p:spPr>
          </p:pic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F2C0433-915E-E695-A367-63A9632ED6F5}"/>
                  </a:ext>
                </a:extLst>
              </p:cNvPr>
              <p:cNvSpPr txBox="1"/>
              <p:nvPr/>
            </p:nvSpPr>
            <p:spPr>
              <a:xfrm>
                <a:off x="2478110" y="5717197"/>
                <a:ext cx="3017200" cy="45202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S_tradnl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Imágenes digitales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992CB05B-60E8-D001-D24B-67862ECCFA1E}"/>
                  </a:ext>
                </a:extLst>
              </p:cNvPr>
              <p:cNvSpPr/>
              <p:nvPr/>
            </p:nvSpPr>
            <p:spPr>
              <a:xfrm rot="21156672">
                <a:off x="2746816" y="3471362"/>
                <a:ext cx="1178783" cy="684000"/>
              </a:xfrm>
              <a:prstGeom prst="rect">
                <a:avLst/>
              </a:prstGeom>
              <a:solidFill>
                <a:srgbClr val="0070C0">
                  <a:alpha val="9804"/>
                </a:srgbClr>
              </a:solidFill>
              <a:ln w="6350">
                <a:solidFill>
                  <a:srgbClr val="0070C0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_tradnl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8BE8986F-3440-B764-9D26-9592C2B72EC8}"/>
                  </a:ext>
                </a:extLst>
              </p:cNvPr>
              <p:cNvSpPr/>
              <p:nvPr/>
            </p:nvSpPr>
            <p:spPr>
              <a:xfrm rot="21156672">
                <a:off x="2842375" y="4300210"/>
                <a:ext cx="1178783" cy="684000"/>
              </a:xfrm>
              <a:prstGeom prst="rect">
                <a:avLst/>
              </a:prstGeom>
              <a:solidFill>
                <a:srgbClr val="C00000">
                  <a:alpha val="9804"/>
                </a:srgbClr>
              </a:solidFill>
              <a:ln w="6350">
                <a:solidFill>
                  <a:srgbClr val="C00000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_tradnl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D03DDB05-D366-7B09-1606-8143D9D84AF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b="-269"/>
              <a:stretch/>
            </p:blipFill>
            <p:spPr>
              <a:xfrm rot="307372">
                <a:off x="3974329" y="3311641"/>
                <a:ext cx="1281470" cy="2270583"/>
              </a:xfrm>
              <a:prstGeom prst="rect">
                <a:avLst/>
              </a:prstGeom>
              <a:ln w="12700">
                <a:solidFill>
                  <a:schemeClr val="bg2"/>
                </a:solidFill>
              </a:ln>
            </p:spPr>
          </p:pic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B0707B9A-7333-20AB-7526-8A10971513B2}"/>
                  </a:ext>
                </a:extLst>
              </p:cNvPr>
              <p:cNvSpPr/>
              <p:nvPr/>
            </p:nvSpPr>
            <p:spPr>
              <a:xfrm rot="286521">
                <a:off x="4052997" y="3461238"/>
                <a:ext cx="1178783" cy="684000"/>
              </a:xfrm>
              <a:prstGeom prst="rect">
                <a:avLst/>
              </a:prstGeom>
              <a:solidFill>
                <a:srgbClr val="00B050">
                  <a:alpha val="9804"/>
                </a:srgbClr>
              </a:solidFill>
              <a:ln w="6350">
                <a:solidFill>
                  <a:srgbClr val="00B050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_tradnl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760E744B-7BDB-58A3-6BE5-B001E653D20C}"/>
                  </a:ext>
                </a:extLst>
              </p:cNvPr>
              <p:cNvSpPr/>
              <p:nvPr/>
            </p:nvSpPr>
            <p:spPr>
              <a:xfrm rot="286521">
                <a:off x="3985392" y="4268263"/>
                <a:ext cx="1178783" cy="684000"/>
              </a:xfrm>
              <a:prstGeom prst="rect">
                <a:avLst/>
              </a:prstGeom>
              <a:solidFill>
                <a:srgbClr val="FFC000">
                  <a:alpha val="9804"/>
                </a:srgbClr>
              </a:solidFill>
              <a:ln w="6350">
                <a:solidFill>
                  <a:schemeClr val="accent4">
                    <a:lumMod val="75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_tradnl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6500A5D-7AAB-3C3D-48DD-2D9DEA45BE48}"/>
              </a:ext>
            </a:extLst>
          </p:cNvPr>
          <p:cNvGrpSpPr/>
          <p:nvPr/>
        </p:nvGrpSpPr>
        <p:grpSpPr>
          <a:xfrm>
            <a:off x="5089198" y="3828274"/>
            <a:ext cx="3064778" cy="2680301"/>
            <a:chOff x="5798213" y="3770808"/>
            <a:chExt cx="3008874" cy="2629276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15D4ACC-7740-A1B7-2281-2FDF9816D3C0}"/>
                </a:ext>
              </a:extLst>
            </p:cNvPr>
            <p:cNvSpPr txBox="1"/>
            <p:nvPr/>
          </p:nvSpPr>
          <p:spPr>
            <a:xfrm>
              <a:off x="5798213" y="5494331"/>
              <a:ext cx="3008874" cy="90575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Archivo </a:t>
              </a:r>
              <a:r>
                <a:rPr kumimoji="0" lang="es-ES_tradnl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MEI PARTS</a:t>
              </a:r>
              <a:r>
                <a:rPr kumimoji="0" lang="es-ES_tradnl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  <a:br>
                <a:rPr kumimoji="0" lang="es-ES_tradnl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</a:br>
              <a:r>
                <a:rPr kumimoji="0" lang="es-ES_tradnl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codifica los </a:t>
              </a:r>
              <a:r>
                <a:rPr kumimoji="0" lang="es-ES_tradnl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símbolos</a:t>
              </a:r>
              <a:r>
                <a:rPr kumimoji="0" lang="es-ES_tradnl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de cada parte o voz en las imágenes</a:t>
              </a:r>
            </a:p>
          </p:txBody>
        </p: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B1EA3AAF-7C0D-C342-70DD-C1D46042365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-744" r="-1756"/>
            <a:stretch/>
          </p:blipFill>
          <p:spPr>
            <a:xfrm>
              <a:off x="5802575" y="3770808"/>
              <a:ext cx="2999659" cy="171760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pic>
        <p:nvPicPr>
          <p:cNvPr id="32" name="Picture 31">
            <a:extLst>
              <a:ext uri="{FF2B5EF4-FFF2-40B4-BE49-F238E27FC236}">
                <a16:creationId xmlns:a16="http://schemas.microsoft.com/office/drawing/2014/main" id="{EC922EDB-27AF-D1FD-010F-18C39995472B}"/>
              </a:ext>
            </a:extLst>
          </p:cNvPr>
          <p:cNvPicPr>
            <a:picLocks noChangeAspect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8221" y="2490795"/>
            <a:ext cx="1402743" cy="1001618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7452325C-14A9-7EAB-42A8-B6019C5DC12A}"/>
              </a:ext>
            </a:extLst>
          </p:cNvPr>
          <p:cNvPicPr>
            <a:picLocks noChangeAspect="1"/>
          </p:cNvPicPr>
          <p:nvPr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68697" y="2760816"/>
            <a:ext cx="1291162" cy="735724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59A5D988-B6B3-E29D-3E7A-C0D294432632}"/>
              </a:ext>
            </a:extLst>
          </p:cNvPr>
          <p:cNvPicPr>
            <a:picLocks noChangeAspect="1"/>
          </p:cNvPicPr>
          <p:nvPr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53017" y="2991604"/>
            <a:ext cx="2058366" cy="527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6323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3B4C0-801E-06A0-F135-C8395A597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A8CE2-0DB0-0CB1-B1D5-667AA89EA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319" y="370779"/>
            <a:ext cx="4782578" cy="1257232"/>
          </a:xfrm>
        </p:spPr>
        <p:txBody>
          <a:bodyPr>
            <a:normAutofit fontScale="90000"/>
          </a:bodyPr>
          <a:lstStyle/>
          <a:p>
            <a:pPr algn="ctr"/>
            <a:r>
              <a:rPr lang="es-ES_tradnl" sz="6000" noProof="0" dirty="0">
                <a:solidFill>
                  <a:schemeClr val="accent6">
                    <a:lumMod val="75000"/>
                  </a:schemeClr>
                </a:solidFill>
              </a:rPr>
              <a:t>I. Digitalización</a:t>
            </a:r>
            <a:br>
              <a:rPr lang="es-ES_tradnl" noProof="0" dirty="0"/>
            </a:br>
            <a:r>
              <a:rPr lang="es-ES_tradnl" sz="2700" b="1" noProof="0" dirty="0">
                <a:solidFill>
                  <a:schemeClr val="bg2">
                    <a:lumMod val="50000"/>
                  </a:schemeClr>
                </a:solidFill>
              </a:rPr>
              <a:t>Construcción de un escáner de libro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B371C5-4E93-21E4-7532-3B64A180C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16BDC-2EEF-D84D-AE1A-346AD4C669A9}" type="slidenum">
              <a:rPr lang="es-ES_tradnl" noProof="0" smtClean="0"/>
              <a:t>14</a:t>
            </a:fld>
            <a:endParaRPr lang="es-ES_tradnl" noProof="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D70078D-5B3C-A53B-AF97-9C6ADFB43107}"/>
              </a:ext>
            </a:extLst>
          </p:cNvPr>
          <p:cNvGrpSpPr/>
          <p:nvPr/>
        </p:nvGrpSpPr>
        <p:grpSpPr>
          <a:xfrm>
            <a:off x="1006510" y="1800090"/>
            <a:ext cx="3637557" cy="3826592"/>
            <a:chOff x="311304" y="1419124"/>
            <a:chExt cx="4244250" cy="4466743"/>
          </a:xfrm>
        </p:grpSpPr>
        <p:graphicFrame>
          <p:nvGraphicFramePr>
            <p:cNvPr id="6" name="Content Placeholder 3">
              <a:extLst>
                <a:ext uri="{FF2B5EF4-FFF2-40B4-BE49-F238E27FC236}">
                  <a16:creationId xmlns:a16="http://schemas.microsoft.com/office/drawing/2014/main" id="{088E2B9E-F320-F974-6637-B9C129733536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681976476"/>
                </p:ext>
              </p:extLst>
            </p:nvPr>
          </p:nvGraphicFramePr>
          <p:xfrm>
            <a:off x="1149314" y="1419124"/>
            <a:ext cx="2316883" cy="2006462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" r:lo="rId4" r:qs="rId5" r:cs="rId6"/>
            </a:graphicData>
          </a:graphic>
        </p:graphicFrame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8B63F15-969B-D848-25B5-823306540CEC}"/>
                </a:ext>
              </a:extLst>
            </p:cNvPr>
            <p:cNvGrpSpPr/>
            <p:nvPr/>
          </p:nvGrpSpPr>
          <p:grpSpPr>
            <a:xfrm>
              <a:off x="311304" y="3592380"/>
              <a:ext cx="1500600" cy="2293487"/>
              <a:chOff x="587063" y="3514906"/>
              <a:chExt cx="1581814" cy="2526509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22B9DB1-EEBF-7CD3-FF61-2D8D3E74E1F0}"/>
                  </a:ext>
                </a:extLst>
              </p:cNvPr>
              <p:cNvSpPr txBox="1"/>
              <p:nvPr/>
            </p:nvSpPr>
            <p:spPr>
              <a:xfrm>
                <a:off x="587063" y="5566495"/>
                <a:ext cx="1581813" cy="47492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 defTabSz="556230">
                  <a:spcAft>
                    <a:spcPts val="462"/>
                  </a:spcAft>
                  <a:defRPr/>
                </a:pPr>
                <a:r>
                  <a:rPr lang="es-ES_tradnl" b="1" kern="1200" noProof="0" dirty="0">
                    <a:latin typeface="Calibri" panose="020F0502020204030204"/>
                    <a:ea typeface="+mn-ea"/>
                    <a:cs typeface="+mn-cs"/>
                  </a:rPr>
                  <a:t>Manuscrito</a:t>
                </a:r>
                <a:endParaRPr kumimoji="0" lang="es-ES_tradnl" sz="32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A4EAFFA8-5717-91AA-EB5C-75B57F86519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l="-8550" t="-6259" r="-10782" b="-5179"/>
              <a:stretch/>
            </p:blipFill>
            <p:spPr>
              <a:xfrm>
                <a:off x="597574" y="3514906"/>
                <a:ext cx="1571303" cy="205240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</p:pic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145D75B-7ED7-7F26-13C0-B833C7D14AD8}"/>
                </a:ext>
              </a:extLst>
            </p:cNvPr>
            <p:cNvGrpSpPr/>
            <p:nvPr/>
          </p:nvGrpSpPr>
          <p:grpSpPr>
            <a:xfrm>
              <a:off x="2178114" y="3586664"/>
              <a:ext cx="2377440" cy="2293594"/>
              <a:chOff x="2144709" y="3082402"/>
              <a:chExt cx="2465250" cy="2527488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2F9B465B-F76B-DBBD-1058-0AB13A3E465E}"/>
                  </a:ext>
                </a:extLst>
              </p:cNvPr>
              <p:cNvSpPr/>
              <p:nvPr/>
            </p:nvSpPr>
            <p:spPr>
              <a:xfrm>
                <a:off x="2144710" y="3082402"/>
                <a:ext cx="2465249" cy="20524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_tradnl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93EF3BBB-C000-A16D-95E3-B320276BDE00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2144709" y="3169324"/>
                <a:ext cx="2465249" cy="2440566"/>
                <a:chOff x="2556025" y="2985797"/>
                <a:chExt cx="3017200" cy="2986996"/>
              </a:xfrm>
            </p:grpSpPr>
            <p:pic>
              <p:nvPicPr>
                <p:cNvPr id="15" name="Picture 14">
                  <a:extLst>
                    <a:ext uri="{FF2B5EF4-FFF2-40B4-BE49-F238E27FC236}">
                      <a16:creationId xmlns:a16="http://schemas.microsoft.com/office/drawing/2014/main" id="{69DEF3F4-4D1F-CDC7-3535-97F68C67C38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9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 b="-191"/>
                <a:stretch/>
              </p:blipFill>
              <p:spPr>
                <a:xfrm rot="21262997">
                  <a:off x="2756840" y="3016912"/>
                  <a:ext cx="1336355" cy="2271638"/>
                </a:xfrm>
                <a:prstGeom prst="rect">
                  <a:avLst/>
                </a:prstGeom>
                <a:ln w="12700">
                  <a:solidFill>
                    <a:schemeClr val="bg2"/>
                  </a:solidFill>
                </a:ln>
              </p:spPr>
            </p:pic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529DE933-52CF-65D9-8871-FEF04ABFA412}"/>
                    </a:ext>
                  </a:extLst>
                </p:cNvPr>
                <p:cNvSpPr txBox="1"/>
                <p:nvPr/>
              </p:nvSpPr>
              <p:spPr>
                <a:xfrm>
                  <a:off x="2556025" y="5391343"/>
                  <a:ext cx="3017200" cy="58145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 defTabSz="556230">
                    <a:spcAft>
                      <a:spcPts val="462"/>
                    </a:spcAft>
                    <a:defRPr/>
                  </a:pPr>
                  <a:r>
                    <a:rPr lang="es-ES_tradnl" b="1" kern="1200" noProof="0" dirty="0">
                      <a:latin typeface="Calibri" panose="020F0502020204030204"/>
                      <a:ea typeface="+mn-ea"/>
                      <a:cs typeface="+mn-cs"/>
                    </a:rPr>
                    <a:t>Imágenes digitales</a:t>
                  </a:r>
                  <a:endParaRPr kumimoji="0" lang="es-ES_tradnl" sz="36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4BBA7CA2-6C62-2978-3BEF-FE5ECD9D3C8C}"/>
                    </a:ext>
                  </a:extLst>
                </p:cNvPr>
                <p:cNvSpPr/>
                <p:nvPr/>
              </p:nvSpPr>
              <p:spPr>
                <a:xfrm rot="21156672">
                  <a:off x="2824730" y="3145509"/>
                  <a:ext cx="1178783" cy="684000"/>
                </a:xfrm>
                <a:prstGeom prst="rect">
                  <a:avLst/>
                </a:prstGeom>
                <a:solidFill>
                  <a:srgbClr val="0070C0">
                    <a:alpha val="9804"/>
                  </a:srgbClr>
                </a:solidFill>
                <a:ln w="6350">
                  <a:solidFill>
                    <a:srgbClr val="0070C0"/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ES_tradnl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E8543204-DD84-7E8F-DBC9-415E723E6313}"/>
                    </a:ext>
                  </a:extLst>
                </p:cNvPr>
                <p:cNvSpPr/>
                <p:nvPr/>
              </p:nvSpPr>
              <p:spPr>
                <a:xfrm rot="21156672">
                  <a:off x="2920290" y="3974357"/>
                  <a:ext cx="1178783" cy="684000"/>
                </a:xfrm>
                <a:prstGeom prst="rect">
                  <a:avLst/>
                </a:prstGeom>
                <a:solidFill>
                  <a:srgbClr val="C00000">
                    <a:alpha val="9804"/>
                  </a:srgbClr>
                </a:solidFill>
                <a:ln w="6350">
                  <a:solidFill>
                    <a:srgbClr val="C00000"/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ES_tradnl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pic>
              <p:nvPicPr>
                <p:cNvPr id="19" name="Picture 18">
                  <a:extLst>
                    <a:ext uri="{FF2B5EF4-FFF2-40B4-BE49-F238E27FC236}">
                      <a16:creationId xmlns:a16="http://schemas.microsoft.com/office/drawing/2014/main" id="{774C137C-8945-D619-316A-B7E0034E4A2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0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 b="-269"/>
                <a:stretch/>
              </p:blipFill>
              <p:spPr>
                <a:xfrm rot="307372">
                  <a:off x="4052242" y="2985797"/>
                  <a:ext cx="1281469" cy="2270582"/>
                </a:xfrm>
                <a:prstGeom prst="rect">
                  <a:avLst/>
                </a:prstGeom>
                <a:ln w="12700">
                  <a:solidFill>
                    <a:schemeClr val="bg2"/>
                  </a:solidFill>
                </a:ln>
              </p:spPr>
            </p:pic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ACFF763C-A1A8-34C9-44BA-392AF9D977D9}"/>
                    </a:ext>
                  </a:extLst>
                </p:cNvPr>
                <p:cNvSpPr/>
                <p:nvPr/>
              </p:nvSpPr>
              <p:spPr>
                <a:xfrm rot="286521">
                  <a:off x="4130912" y="3135386"/>
                  <a:ext cx="1178783" cy="684000"/>
                </a:xfrm>
                <a:prstGeom prst="rect">
                  <a:avLst/>
                </a:prstGeom>
                <a:solidFill>
                  <a:srgbClr val="00B050">
                    <a:alpha val="9804"/>
                  </a:srgbClr>
                </a:solidFill>
                <a:ln w="6350">
                  <a:solidFill>
                    <a:srgbClr val="00B050"/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ES_tradnl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B1D7E9E8-9BAB-C1A1-373B-4B70A6EF92C3}"/>
                    </a:ext>
                  </a:extLst>
                </p:cNvPr>
                <p:cNvSpPr/>
                <p:nvPr/>
              </p:nvSpPr>
              <p:spPr>
                <a:xfrm rot="286521">
                  <a:off x="4063306" y="3942410"/>
                  <a:ext cx="1178783" cy="684000"/>
                </a:xfrm>
                <a:prstGeom prst="rect">
                  <a:avLst/>
                </a:prstGeom>
                <a:solidFill>
                  <a:srgbClr val="FFC000">
                    <a:alpha val="9804"/>
                  </a:srgbClr>
                </a:solidFill>
                <a:ln w="6350">
                  <a:solidFill>
                    <a:schemeClr val="accent4">
                      <a:lumMod val="75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ES_tradnl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D50744B-134E-9FAB-BCA8-3624B4D2512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573057" y="2248947"/>
              <a:ext cx="1453304" cy="1037722"/>
            </a:xfrm>
            <a:prstGeom prst="rect">
              <a:avLst/>
            </a:prstGeom>
          </p:spPr>
        </p:pic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50F8012-4DA2-2B6E-3BCA-237338E2E557}"/>
                </a:ext>
              </a:extLst>
            </p:cNvPr>
            <p:cNvGrpSpPr/>
            <p:nvPr/>
          </p:nvGrpSpPr>
          <p:grpSpPr>
            <a:xfrm>
              <a:off x="1674818" y="4270550"/>
              <a:ext cx="610972" cy="692763"/>
              <a:chOff x="2108914" y="-33978"/>
              <a:chExt cx="1233563" cy="1301617"/>
            </a:xfrm>
          </p:grpSpPr>
          <p:sp>
            <p:nvSpPr>
              <p:cNvPr id="11" name="Right Arrow 10">
                <a:extLst>
                  <a:ext uri="{FF2B5EF4-FFF2-40B4-BE49-F238E27FC236}">
                    <a16:creationId xmlns:a16="http://schemas.microsoft.com/office/drawing/2014/main" id="{89BD8FE1-8D74-ACA6-D533-E5723D6B581B}"/>
                  </a:ext>
                </a:extLst>
              </p:cNvPr>
              <p:cNvSpPr/>
              <p:nvPr/>
            </p:nvSpPr>
            <p:spPr>
              <a:xfrm>
                <a:off x="2232872" y="-33978"/>
                <a:ext cx="1109605" cy="1301617"/>
              </a:xfrm>
              <a:prstGeom prst="rightArrow">
                <a:avLst>
                  <a:gd name="adj1" fmla="val 60000"/>
                  <a:gd name="adj2" fmla="val 50000"/>
                </a:avLst>
              </a:prstGeom>
              <a:ln>
                <a:solidFill>
                  <a:schemeClr val="tx1"/>
                </a:solidFill>
              </a:ln>
            </p:spPr>
            <p:style>
              <a:lnRef idx="0">
                <a:scrgbClr r="0" g="0" b="0"/>
              </a:lnRef>
              <a:fillRef idx="1">
                <a:schemeClr val="dk2">
                  <a:tint val="60000"/>
                  <a:hueOff val="0"/>
                  <a:satOff val="0"/>
                  <a:lumOff val="0"/>
                  <a:alphaOff val="0"/>
                </a:schemeClr>
              </a:fillRef>
              <a:effectRef idx="1">
                <a:schemeClr val="dk2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2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s-ES_tradnl" noProof="0" dirty="0"/>
              </a:p>
            </p:txBody>
          </p:sp>
          <p:sp>
            <p:nvSpPr>
              <p:cNvPr id="12" name="Right Arrow 4">
                <a:extLst>
                  <a:ext uri="{FF2B5EF4-FFF2-40B4-BE49-F238E27FC236}">
                    <a16:creationId xmlns:a16="http://schemas.microsoft.com/office/drawing/2014/main" id="{23FF5A94-232D-3AF0-D8C4-77AA11C6987B}"/>
                  </a:ext>
                </a:extLst>
              </p:cNvPr>
              <p:cNvSpPr txBox="1"/>
              <p:nvPr/>
            </p:nvSpPr>
            <p:spPr>
              <a:xfrm>
                <a:off x="2108914" y="610752"/>
                <a:ext cx="823428" cy="572350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2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0" tIns="0" rIns="0" bIns="0" numCol="1" spcCol="1270" anchor="ctr" anchorCtr="0">
                <a:noAutofit/>
              </a:bodyPr>
              <a:lstStyle/>
              <a:p>
                <a:pPr marL="0" lvl="0" indent="0" algn="ctr" defTabSz="8001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s-ES_tradnl" sz="1800" kern="1200" noProof="0" dirty="0">
                  <a:solidFill>
                    <a:sysClr val="windowText" lastClr="000000"/>
                  </a:solidFill>
                </a:endParaRPr>
              </a:p>
            </p:txBody>
          </p:sp>
        </p:grpSp>
      </p:grpSp>
      <p:pic>
        <p:nvPicPr>
          <p:cNvPr id="24" name="Content Placeholder 4">
            <a:extLst>
              <a:ext uri="{FF2B5EF4-FFF2-40B4-BE49-F238E27FC236}">
                <a16:creationId xmlns:a16="http://schemas.microsoft.com/office/drawing/2014/main" id="{DCFAC561-8874-8D12-05A3-86B586293B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35008" y="-37571"/>
            <a:ext cx="6756992" cy="6933142"/>
          </a:xfrm>
          <a:prstGeom prst="rect">
            <a:avLst/>
          </a:prstGeom>
          <a:solidFill>
            <a:srgbClr val="FFFFFF">
              <a:shade val="85000"/>
            </a:srgbClr>
          </a:solidFill>
          <a:ln>
            <a:solidFill>
              <a:schemeClr val="bg2">
                <a:lumMod val="50000"/>
              </a:schemeClr>
            </a:solidFill>
          </a:ln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F7734F0-AB45-CD85-DBD4-B6B6D47F831E}"/>
              </a:ext>
            </a:extLst>
          </p:cNvPr>
          <p:cNvSpPr txBox="1"/>
          <p:nvPr/>
        </p:nvSpPr>
        <p:spPr>
          <a:xfrm>
            <a:off x="448371" y="5798761"/>
            <a:ext cx="45384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2400" noProof="0" dirty="0">
                <a:solidFill>
                  <a:schemeClr val="bg2">
                    <a:lumMod val="50000"/>
                  </a:schemeClr>
                </a:solidFill>
              </a:rPr>
              <a:t>Partes prestadas (cámara y luces) </a:t>
            </a:r>
            <a:br>
              <a:rPr lang="es-ES_tradnl" sz="2400" noProof="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s-ES_tradnl" sz="2400" noProof="0" dirty="0">
                <a:solidFill>
                  <a:schemeClr val="bg2">
                    <a:lumMod val="50000"/>
                  </a:schemeClr>
                </a:solidFill>
              </a:rPr>
              <a:t>o construidas (la cuna del libro)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853407F-2E19-30EB-3A35-6AC803F28968}"/>
              </a:ext>
            </a:extLst>
          </p:cNvPr>
          <p:cNvSpPr txBox="1"/>
          <p:nvPr/>
        </p:nvSpPr>
        <p:spPr>
          <a:xfrm>
            <a:off x="6385812" y="6321365"/>
            <a:ext cx="5516380" cy="4001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 anchor="ctr">
            <a:spAutoFit/>
          </a:bodyPr>
          <a:lstStyle/>
          <a:p>
            <a:pPr algn="r"/>
            <a:r>
              <a:rPr lang="es-ES_tradnl" sz="2000" i="1" noProof="0" dirty="0">
                <a:solidFill>
                  <a:schemeClr val="bg1"/>
                </a:solidFill>
              </a:rPr>
              <a:t>Con el fotógrafo artístico Daniel Hernández-Salazar</a:t>
            </a:r>
            <a:endParaRPr lang="es-ES_tradnl" sz="600" i="1" noProof="0" dirty="0"/>
          </a:p>
        </p:txBody>
      </p:sp>
    </p:spTree>
    <p:extLst>
      <p:ext uri="{BB962C8B-B14F-4D97-AF65-F5344CB8AC3E}">
        <p14:creationId xmlns:p14="http://schemas.microsoft.com/office/powerpoint/2010/main" val="21232372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1800A-C82A-69CF-A4F9-D138AA2B1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0E69F1AC-9173-827E-916E-1C95F7A0828E}"/>
              </a:ext>
            </a:extLst>
          </p:cNvPr>
          <p:cNvSpPr/>
          <p:nvPr/>
        </p:nvSpPr>
        <p:spPr>
          <a:xfrm>
            <a:off x="5435008" y="-37571"/>
            <a:ext cx="6756992" cy="693314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ECD01A-2037-4DD0-569B-91AFD1519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319" y="370779"/>
            <a:ext cx="4782578" cy="1257232"/>
          </a:xfrm>
        </p:spPr>
        <p:txBody>
          <a:bodyPr>
            <a:normAutofit fontScale="90000"/>
          </a:bodyPr>
          <a:lstStyle/>
          <a:p>
            <a:pPr algn="ctr"/>
            <a:r>
              <a:rPr lang="es-ES_tradnl" sz="6000" noProof="0" dirty="0">
                <a:solidFill>
                  <a:schemeClr val="accent6">
                    <a:lumMod val="75000"/>
                  </a:schemeClr>
                </a:solidFill>
              </a:rPr>
              <a:t>I. Digitalización</a:t>
            </a:r>
            <a:br>
              <a:rPr lang="es-ES_tradnl" noProof="0" dirty="0"/>
            </a:br>
            <a:r>
              <a:rPr lang="es-ES_tradnl" sz="2700" b="1" noProof="0" dirty="0">
                <a:solidFill>
                  <a:schemeClr val="bg2">
                    <a:lumMod val="50000"/>
                  </a:schemeClr>
                </a:solidFill>
              </a:rPr>
              <a:t>Construcción de un escáner de libro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729C35-58B6-B772-713E-ECCB087F0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516BDC-2EEF-D84D-AE1A-346AD4C669A9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s-ES_tradnl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22C02E9-8198-CA3B-7E57-049F6F0D7EB0}"/>
              </a:ext>
            </a:extLst>
          </p:cNvPr>
          <p:cNvGrpSpPr/>
          <p:nvPr/>
        </p:nvGrpSpPr>
        <p:grpSpPr>
          <a:xfrm>
            <a:off x="1006510" y="1800090"/>
            <a:ext cx="3637557" cy="3826592"/>
            <a:chOff x="311304" y="1419124"/>
            <a:chExt cx="4244250" cy="4466743"/>
          </a:xfrm>
        </p:grpSpPr>
        <p:graphicFrame>
          <p:nvGraphicFramePr>
            <p:cNvPr id="6" name="Content Placeholder 3">
              <a:extLst>
                <a:ext uri="{FF2B5EF4-FFF2-40B4-BE49-F238E27FC236}">
                  <a16:creationId xmlns:a16="http://schemas.microsoft.com/office/drawing/2014/main" id="{C24A659B-DDD0-5B16-5830-3DC1FDABC389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757788505"/>
                </p:ext>
              </p:extLst>
            </p:nvPr>
          </p:nvGraphicFramePr>
          <p:xfrm>
            <a:off x="1149314" y="1419124"/>
            <a:ext cx="2316883" cy="2006462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" r:lo="rId4" r:qs="rId5" r:cs="rId6"/>
            </a:graphicData>
          </a:graphic>
        </p:graphicFrame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6AB9AAF6-FD6B-613C-543C-AE1CCE87C2F3}"/>
                </a:ext>
              </a:extLst>
            </p:cNvPr>
            <p:cNvGrpSpPr/>
            <p:nvPr/>
          </p:nvGrpSpPr>
          <p:grpSpPr>
            <a:xfrm>
              <a:off x="311304" y="3592380"/>
              <a:ext cx="1500600" cy="2293487"/>
              <a:chOff x="587063" y="3514906"/>
              <a:chExt cx="1581814" cy="2526509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3C85158-2579-8C78-611E-27AF5B1215D4}"/>
                  </a:ext>
                </a:extLst>
              </p:cNvPr>
              <p:cNvSpPr txBox="1"/>
              <p:nvPr/>
            </p:nvSpPr>
            <p:spPr>
              <a:xfrm>
                <a:off x="587063" y="5566495"/>
                <a:ext cx="1581813" cy="47492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62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462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S_tradnl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Manuscrito</a:t>
                </a:r>
                <a:endParaRPr kumimoji="0" lang="es-ES_tradnl" sz="3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F76ADAD8-4F64-6789-0C12-08658EAB715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l="-8550" t="-6259" r="-10782" b="-5179"/>
              <a:stretch/>
            </p:blipFill>
            <p:spPr>
              <a:xfrm>
                <a:off x="597574" y="3514906"/>
                <a:ext cx="1571303" cy="205240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</p:pic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0BD7C23-8DF5-D00C-6933-75BF7C597992}"/>
                </a:ext>
              </a:extLst>
            </p:cNvPr>
            <p:cNvGrpSpPr/>
            <p:nvPr/>
          </p:nvGrpSpPr>
          <p:grpSpPr>
            <a:xfrm>
              <a:off x="2178114" y="3586664"/>
              <a:ext cx="2377440" cy="2293594"/>
              <a:chOff x="2144709" y="3082402"/>
              <a:chExt cx="2465250" cy="2527488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4AD0E89B-9E40-6158-13A8-46B39E8269CF}"/>
                  </a:ext>
                </a:extLst>
              </p:cNvPr>
              <p:cNvSpPr/>
              <p:nvPr/>
            </p:nvSpPr>
            <p:spPr>
              <a:xfrm>
                <a:off x="2144710" y="3082402"/>
                <a:ext cx="2465249" cy="20524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_tradnl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A2200B7B-B74E-3F8A-7F19-1E57AA550026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2144709" y="3169324"/>
                <a:ext cx="2465249" cy="2440566"/>
                <a:chOff x="2556025" y="2985797"/>
                <a:chExt cx="3017200" cy="2986996"/>
              </a:xfrm>
            </p:grpSpPr>
            <p:pic>
              <p:nvPicPr>
                <p:cNvPr id="15" name="Picture 14">
                  <a:extLst>
                    <a:ext uri="{FF2B5EF4-FFF2-40B4-BE49-F238E27FC236}">
                      <a16:creationId xmlns:a16="http://schemas.microsoft.com/office/drawing/2014/main" id="{68DFD9FE-D9B5-58D8-D02A-2B185020F69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9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 b="-191"/>
                <a:stretch/>
              </p:blipFill>
              <p:spPr>
                <a:xfrm rot="21262997">
                  <a:off x="2756840" y="3016912"/>
                  <a:ext cx="1336355" cy="2271638"/>
                </a:xfrm>
                <a:prstGeom prst="rect">
                  <a:avLst/>
                </a:prstGeom>
                <a:ln w="12700">
                  <a:solidFill>
                    <a:schemeClr val="bg2"/>
                  </a:solidFill>
                </a:ln>
              </p:spPr>
            </p:pic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B9DFCE68-EC02-D558-947F-D8953C90AB2A}"/>
                    </a:ext>
                  </a:extLst>
                </p:cNvPr>
                <p:cNvSpPr txBox="1"/>
                <p:nvPr/>
              </p:nvSpPr>
              <p:spPr>
                <a:xfrm>
                  <a:off x="2556025" y="5391343"/>
                  <a:ext cx="3017200" cy="58145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55623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462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s-ES_tradnl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Imágenes digitales</a:t>
                  </a:r>
                  <a:endParaRPr kumimoji="0" lang="es-ES_tradnl" sz="3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3B54F6CB-671B-5E23-0D74-3EC4066D5A23}"/>
                    </a:ext>
                  </a:extLst>
                </p:cNvPr>
                <p:cNvSpPr/>
                <p:nvPr/>
              </p:nvSpPr>
              <p:spPr>
                <a:xfrm rot="21156672">
                  <a:off x="2824730" y="3145509"/>
                  <a:ext cx="1178783" cy="684000"/>
                </a:xfrm>
                <a:prstGeom prst="rect">
                  <a:avLst/>
                </a:prstGeom>
                <a:solidFill>
                  <a:srgbClr val="0070C0">
                    <a:alpha val="9804"/>
                  </a:srgbClr>
                </a:solidFill>
                <a:ln w="6350">
                  <a:solidFill>
                    <a:srgbClr val="0070C0"/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ES_tradnl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BA7DDD53-E152-1CA9-C076-0B3DA9E8E9D6}"/>
                    </a:ext>
                  </a:extLst>
                </p:cNvPr>
                <p:cNvSpPr/>
                <p:nvPr/>
              </p:nvSpPr>
              <p:spPr>
                <a:xfrm rot="21156672">
                  <a:off x="2920290" y="3974357"/>
                  <a:ext cx="1178783" cy="684000"/>
                </a:xfrm>
                <a:prstGeom prst="rect">
                  <a:avLst/>
                </a:prstGeom>
                <a:solidFill>
                  <a:srgbClr val="C00000">
                    <a:alpha val="9804"/>
                  </a:srgbClr>
                </a:solidFill>
                <a:ln w="6350">
                  <a:solidFill>
                    <a:srgbClr val="C00000"/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ES_tradnl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pic>
              <p:nvPicPr>
                <p:cNvPr id="19" name="Picture 18">
                  <a:extLst>
                    <a:ext uri="{FF2B5EF4-FFF2-40B4-BE49-F238E27FC236}">
                      <a16:creationId xmlns:a16="http://schemas.microsoft.com/office/drawing/2014/main" id="{78153EEF-8D42-27C1-7930-D2508DCDF6C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0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 b="-269"/>
                <a:stretch/>
              </p:blipFill>
              <p:spPr>
                <a:xfrm rot="307372">
                  <a:off x="4052242" y="2985797"/>
                  <a:ext cx="1281469" cy="2270582"/>
                </a:xfrm>
                <a:prstGeom prst="rect">
                  <a:avLst/>
                </a:prstGeom>
                <a:ln w="12700">
                  <a:solidFill>
                    <a:schemeClr val="bg2"/>
                  </a:solidFill>
                </a:ln>
              </p:spPr>
            </p:pic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24552B43-7D29-4A89-48D1-C2675329DBC8}"/>
                    </a:ext>
                  </a:extLst>
                </p:cNvPr>
                <p:cNvSpPr/>
                <p:nvPr/>
              </p:nvSpPr>
              <p:spPr>
                <a:xfrm rot="286521">
                  <a:off x="4130912" y="3135386"/>
                  <a:ext cx="1178783" cy="684000"/>
                </a:xfrm>
                <a:prstGeom prst="rect">
                  <a:avLst/>
                </a:prstGeom>
                <a:solidFill>
                  <a:srgbClr val="00B050">
                    <a:alpha val="9804"/>
                  </a:srgbClr>
                </a:solidFill>
                <a:ln w="6350">
                  <a:solidFill>
                    <a:srgbClr val="00B050"/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ES_tradnl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FBF8155A-0F44-3958-F7C8-6FDC7B928AF2}"/>
                    </a:ext>
                  </a:extLst>
                </p:cNvPr>
                <p:cNvSpPr/>
                <p:nvPr/>
              </p:nvSpPr>
              <p:spPr>
                <a:xfrm rot="286521">
                  <a:off x="4063306" y="3942410"/>
                  <a:ext cx="1178783" cy="684000"/>
                </a:xfrm>
                <a:prstGeom prst="rect">
                  <a:avLst/>
                </a:prstGeom>
                <a:solidFill>
                  <a:srgbClr val="FFC000">
                    <a:alpha val="9804"/>
                  </a:srgbClr>
                </a:solidFill>
                <a:ln w="6350">
                  <a:solidFill>
                    <a:schemeClr val="accent4">
                      <a:lumMod val="75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ES_tradnl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76D6A9E-F25C-9683-2DDC-48D3D21D016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573057" y="2248947"/>
              <a:ext cx="1453304" cy="1037722"/>
            </a:xfrm>
            <a:prstGeom prst="rect">
              <a:avLst/>
            </a:prstGeom>
          </p:spPr>
        </p:pic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B68C5D8D-42B3-8DA7-8C97-A7097CB26B88}"/>
                </a:ext>
              </a:extLst>
            </p:cNvPr>
            <p:cNvGrpSpPr/>
            <p:nvPr/>
          </p:nvGrpSpPr>
          <p:grpSpPr>
            <a:xfrm>
              <a:off x="1674818" y="4270550"/>
              <a:ext cx="610972" cy="692763"/>
              <a:chOff x="2108914" y="-33978"/>
              <a:chExt cx="1233563" cy="1301617"/>
            </a:xfrm>
          </p:grpSpPr>
          <p:sp>
            <p:nvSpPr>
              <p:cNvPr id="11" name="Right Arrow 10">
                <a:extLst>
                  <a:ext uri="{FF2B5EF4-FFF2-40B4-BE49-F238E27FC236}">
                    <a16:creationId xmlns:a16="http://schemas.microsoft.com/office/drawing/2014/main" id="{67D7B0A9-30D3-3A0D-8EA5-A3E4A9028A44}"/>
                  </a:ext>
                </a:extLst>
              </p:cNvPr>
              <p:cNvSpPr/>
              <p:nvPr/>
            </p:nvSpPr>
            <p:spPr>
              <a:xfrm>
                <a:off x="2232872" y="-33978"/>
                <a:ext cx="1109605" cy="1301617"/>
              </a:xfrm>
              <a:prstGeom prst="rightArrow">
                <a:avLst>
                  <a:gd name="adj1" fmla="val 60000"/>
                  <a:gd name="adj2" fmla="val 50000"/>
                </a:avLst>
              </a:prstGeom>
              <a:ln>
                <a:solidFill>
                  <a:schemeClr val="tx1"/>
                </a:solidFill>
              </a:ln>
            </p:spPr>
            <p:style>
              <a:lnRef idx="0">
                <a:scrgbClr r="0" g="0" b="0"/>
              </a:lnRef>
              <a:fillRef idx="1">
                <a:schemeClr val="dk2">
                  <a:tint val="60000"/>
                  <a:hueOff val="0"/>
                  <a:satOff val="0"/>
                  <a:lumOff val="0"/>
                  <a:alphaOff val="0"/>
                </a:schemeClr>
              </a:fillRef>
              <a:effectRef idx="1">
                <a:schemeClr val="dk2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2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_tradnl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>
                      <a:hueOff val="0"/>
                      <a:satOff val="0"/>
                      <a:lumOff val="0"/>
                      <a:alphaOff val="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" name="Right Arrow 4">
                <a:extLst>
                  <a:ext uri="{FF2B5EF4-FFF2-40B4-BE49-F238E27FC236}">
                    <a16:creationId xmlns:a16="http://schemas.microsoft.com/office/drawing/2014/main" id="{92A5C2E1-E791-1D34-C466-A9B9A44F1364}"/>
                  </a:ext>
                </a:extLst>
              </p:cNvPr>
              <p:cNvSpPr txBox="1"/>
              <p:nvPr/>
            </p:nvSpPr>
            <p:spPr>
              <a:xfrm>
                <a:off x="2108914" y="610752"/>
                <a:ext cx="823428" cy="572350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2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0" tIns="0" rIns="0" bIns="0" numCol="1" spcCol="1270" anchor="ctr" anchorCtr="0">
                <a:noAutofit/>
              </a:bodyPr>
              <a:lstStyle/>
              <a:p>
                <a:pPr marL="0" marR="0" lvl="0" indent="0" algn="ctr" defTabSz="8001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_tradnl" sz="1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18C4354-F001-2E85-DEF6-C32ACDFE5234}"/>
              </a:ext>
            </a:extLst>
          </p:cNvPr>
          <p:cNvSpPr txBox="1"/>
          <p:nvPr/>
        </p:nvSpPr>
        <p:spPr>
          <a:xfrm>
            <a:off x="448371" y="5798761"/>
            <a:ext cx="45384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4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Partes prestadas (cámara y luces) </a:t>
            </a:r>
            <a:br>
              <a:rPr kumimoji="0" lang="es-ES_tradnl" sz="24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s-ES_tradnl" sz="24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 construidas (la cuna del libro)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526391C-C6C6-0BBC-E365-E68892A96254}"/>
              </a:ext>
            </a:extLst>
          </p:cNvPr>
          <p:cNvPicPr>
            <a:picLocks noChangeAspect="1"/>
          </p:cNvPicPr>
          <p:nvPr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664800" y="274246"/>
            <a:ext cx="4635414" cy="300411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D9842D6-436E-FC86-025B-01CE10407DAB}"/>
              </a:ext>
            </a:extLst>
          </p:cNvPr>
          <p:cNvPicPr>
            <a:picLocks noChangeAspect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664800" y="3474618"/>
            <a:ext cx="6078829" cy="2761101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1794AAB6-0111-F708-6A9B-9248F656583A}"/>
              </a:ext>
            </a:extLst>
          </p:cNvPr>
          <p:cNvSpPr txBox="1"/>
          <p:nvPr/>
        </p:nvSpPr>
        <p:spPr>
          <a:xfrm>
            <a:off x="6227249" y="6329847"/>
            <a:ext cx="5516380" cy="4001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 anchor="ctr">
            <a:spAutoFit/>
          </a:bodyPr>
          <a:lstStyle/>
          <a:p>
            <a:pPr algn="r"/>
            <a:r>
              <a:rPr lang="es-ES_tradnl" sz="2000" i="1" noProof="0" dirty="0">
                <a:solidFill>
                  <a:schemeClr val="bg1"/>
                </a:solidFill>
              </a:rPr>
              <a:t>Construido por German Thomae</a:t>
            </a:r>
            <a:endParaRPr lang="es-ES_tradnl" sz="600" i="1" noProof="0" dirty="0"/>
          </a:p>
        </p:txBody>
      </p:sp>
    </p:spTree>
    <p:extLst>
      <p:ext uri="{BB962C8B-B14F-4D97-AF65-F5344CB8AC3E}">
        <p14:creationId xmlns:p14="http://schemas.microsoft.com/office/powerpoint/2010/main" val="9927659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B6685-2AC5-9763-3A83-0827515A9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DB771-A3A6-B39E-9120-4FDB9D5E4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457" y="701227"/>
            <a:ext cx="5172892" cy="2162994"/>
          </a:xfrm>
        </p:spPr>
        <p:txBody>
          <a:bodyPr anchor="t">
            <a:noAutofit/>
          </a:bodyPr>
          <a:lstStyle/>
          <a:p>
            <a:r>
              <a:rPr lang="es-ES_tradnl" sz="4800" noProof="0" dirty="0">
                <a:solidFill>
                  <a:schemeClr val="accent2">
                    <a:lumMod val="75000"/>
                  </a:schemeClr>
                </a:solidFill>
              </a:rPr>
              <a:t>II. Reconocimiento óptico de caracteres musicales (OMR)</a:t>
            </a:r>
            <a:endParaRPr lang="es-ES_tradnl" sz="4800" b="1" noProof="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341039-40F0-95C6-FE50-D6577B290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16BDC-2EEF-D84D-AE1A-346AD4C669A9}" type="slidenum">
              <a:rPr lang="es-ES_tradnl" noProof="0" smtClean="0"/>
              <a:t>16</a:t>
            </a:fld>
            <a:endParaRPr lang="es-ES_tradnl" noProof="0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15E1A1D-4A44-1FD3-1291-4546473F39C8}"/>
              </a:ext>
            </a:extLst>
          </p:cNvPr>
          <p:cNvGrpSpPr>
            <a:grpSpLocks noChangeAspect="1"/>
          </p:cNvGrpSpPr>
          <p:nvPr/>
        </p:nvGrpSpPr>
        <p:grpSpPr>
          <a:xfrm>
            <a:off x="4938668" y="3738659"/>
            <a:ext cx="2743200" cy="2583809"/>
            <a:chOff x="2081047" y="3348639"/>
            <a:chExt cx="2465251" cy="2467659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BCB477A-2AA2-60A5-BA23-023B6FE07845}"/>
                </a:ext>
              </a:extLst>
            </p:cNvPr>
            <p:cNvSpPr/>
            <p:nvPr/>
          </p:nvSpPr>
          <p:spPr>
            <a:xfrm>
              <a:off x="2081049" y="3348639"/>
              <a:ext cx="2465249" cy="20524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_tradn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058D3F2D-2244-02C8-F520-C60811F69CC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081047" y="3435555"/>
              <a:ext cx="2465249" cy="2380743"/>
              <a:chOff x="2478110" y="3311641"/>
              <a:chExt cx="3017200" cy="2913781"/>
            </a:xfrm>
          </p:grpSpPr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B2ADAEFB-213B-88C7-5ED7-E8B5FCC1B28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b="-191"/>
              <a:stretch/>
            </p:blipFill>
            <p:spPr>
              <a:xfrm rot="21262997">
                <a:off x="2678927" y="3342760"/>
                <a:ext cx="1336356" cy="2271637"/>
              </a:xfrm>
              <a:prstGeom prst="rect">
                <a:avLst/>
              </a:prstGeom>
              <a:ln w="12700">
                <a:solidFill>
                  <a:schemeClr val="bg2"/>
                </a:solidFill>
              </a:ln>
            </p:spPr>
          </p:pic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5A89666-940D-D43B-14A4-F6A5768A5BC9}"/>
                  </a:ext>
                </a:extLst>
              </p:cNvPr>
              <p:cNvSpPr txBox="1"/>
              <p:nvPr/>
            </p:nvSpPr>
            <p:spPr>
              <a:xfrm>
                <a:off x="2478110" y="5660998"/>
                <a:ext cx="3017200" cy="56442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S_tradnl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Imágenes digitales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4C3FAEB7-478B-7D22-0ECD-E8CB8E287129}"/>
                  </a:ext>
                </a:extLst>
              </p:cNvPr>
              <p:cNvSpPr/>
              <p:nvPr/>
            </p:nvSpPr>
            <p:spPr>
              <a:xfrm rot="21156672">
                <a:off x="2746816" y="3471362"/>
                <a:ext cx="1178783" cy="684000"/>
              </a:xfrm>
              <a:prstGeom prst="rect">
                <a:avLst/>
              </a:prstGeom>
              <a:solidFill>
                <a:srgbClr val="0070C0">
                  <a:alpha val="9804"/>
                </a:srgbClr>
              </a:solidFill>
              <a:ln w="6350">
                <a:solidFill>
                  <a:srgbClr val="0070C0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_tradnl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6F191ECE-67C0-7013-209A-ABCF216111D0}"/>
                  </a:ext>
                </a:extLst>
              </p:cNvPr>
              <p:cNvSpPr/>
              <p:nvPr/>
            </p:nvSpPr>
            <p:spPr>
              <a:xfrm rot="21156672">
                <a:off x="2842375" y="4300210"/>
                <a:ext cx="1178783" cy="684000"/>
              </a:xfrm>
              <a:prstGeom prst="rect">
                <a:avLst/>
              </a:prstGeom>
              <a:solidFill>
                <a:srgbClr val="C00000">
                  <a:alpha val="9804"/>
                </a:srgbClr>
              </a:solidFill>
              <a:ln w="6350">
                <a:solidFill>
                  <a:srgbClr val="C00000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_tradnl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34" name="Picture 33">
                <a:extLst>
                  <a:ext uri="{FF2B5EF4-FFF2-40B4-BE49-F238E27FC236}">
                    <a16:creationId xmlns:a16="http://schemas.microsoft.com/office/drawing/2014/main" id="{BADF0E82-00EF-8599-7691-B63BE9F017A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b="-269"/>
              <a:stretch/>
            </p:blipFill>
            <p:spPr>
              <a:xfrm rot="307372">
                <a:off x="3974329" y="3311641"/>
                <a:ext cx="1281470" cy="2270583"/>
              </a:xfrm>
              <a:prstGeom prst="rect">
                <a:avLst/>
              </a:prstGeom>
              <a:ln w="12700">
                <a:solidFill>
                  <a:schemeClr val="bg2"/>
                </a:solidFill>
              </a:ln>
            </p:spPr>
          </p:pic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C08D9507-876E-DE1D-37AA-6077E63210C4}"/>
                  </a:ext>
                </a:extLst>
              </p:cNvPr>
              <p:cNvSpPr/>
              <p:nvPr/>
            </p:nvSpPr>
            <p:spPr>
              <a:xfrm rot="286521">
                <a:off x="4052997" y="3461238"/>
                <a:ext cx="1178783" cy="684000"/>
              </a:xfrm>
              <a:prstGeom prst="rect">
                <a:avLst/>
              </a:prstGeom>
              <a:solidFill>
                <a:srgbClr val="00B050">
                  <a:alpha val="9804"/>
                </a:srgbClr>
              </a:solidFill>
              <a:ln w="6350">
                <a:solidFill>
                  <a:srgbClr val="00B050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_tradnl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7EC43286-47C7-B785-4032-86E57A6389BC}"/>
                  </a:ext>
                </a:extLst>
              </p:cNvPr>
              <p:cNvSpPr/>
              <p:nvPr/>
            </p:nvSpPr>
            <p:spPr>
              <a:xfrm rot="286521">
                <a:off x="3985392" y="4268263"/>
                <a:ext cx="1178783" cy="684000"/>
              </a:xfrm>
              <a:prstGeom prst="rect">
                <a:avLst/>
              </a:prstGeom>
              <a:solidFill>
                <a:srgbClr val="FFC000">
                  <a:alpha val="9804"/>
                </a:srgbClr>
              </a:solidFill>
              <a:ln w="6350">
                <a:solidFill>
                  <a:schemeClr val="accent4">
                    <a:lumMod val="75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_tradnl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3CCD08D-7AAD-6B4D-AC2B-E87E5981C4C9}"/>
              </a:ext>
            </a:extLst>
          </p:cNvPr>
          <p:cNvGrpSpPr>
            <a:grpSpLocks noChangeAspect="1"/>
          </p:cNvGrpSpPr>
          <p:nvPr/>
        </p:nvGrpSpPr>
        <p:grpSpPr>
          <a:xfrm>
            <a:off x="7989616" y="3725767"/>
            <a:ext cx="3364184" cy="2630583"/>
            <a:chOff x="5793360" y="3925908"/>
            <a:chExt cx="3365626" cy="2629575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DB37ED0A-CD6C-4126-68AF-35FE2AF2FB15}"/>
                </a:ext>
              </a:extLst>
            </p:cNvPr>
            <p:cNvSpPr txBox="1"/>
            <p:nvPr/>
          </p:nvSpPr>
          <p:spPr>
            <a:xfrm>
              <a:off x="5793360" y="5909400"/>
              <a:ext cx="3365626" cy="64608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Archivo </a:t>
              </a:r>
              <a:r>
                <a:rPr kumimoji="0" lang="es-ES_tradnl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que codifica los </a:t>
              </a:r>
              <a:r>
                <a:rPr kumimoji="0" lang="es-ES_tradnl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símbolos</a:t>
              </a:r>
              <a:r>
                <a:rPr kumimoji="0" lang="es-ES_tradnl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de cada voz en las imágenes</a:t>
              </a:r>
            </a:p>
          </p:txBody>
        </p: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C5BE58C1-3E91-D868-93FE-4EC553CB48B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-744" r="-1756"/>
            <a:stretch/>
          </p:blipFill>
          <p:spPr>
            <a:xfrm>
              <a:off x="5799849" y="3925908"/>
              <a:ext cx="3359137" cy="198603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graphicFrame>
        <p:nvGraphicFramePr>
          <p:cNvPr id="25" name="Content Placeholder 3">
            <a:extLst>
              <a:ext uri="{FF2B5EF4-FFF2-40B4-BE49-F238E27FC236}">
                <a16:creationId xmlns:a16="http://schemas.microsoft.com/office/drawing/2014/main" id="{6E4DAA6E-E3A5-389A-3FE0-BBB8F254718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83851423"/>
              </p:ext>
            </p:extLst>
          </p:nvPr>
        </p:nvGraphicFramePr>
        <p:xfrm>
          <a:off x="6096000" y="1587850"/>
          <a:ext cx="3789759" cy="19972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pic>
        <p:nvPicPr>
          <p:cNvPr id="40" name="Picture 39">
            <a:extLst>
              <a:ext uri="{FF2B5EF4-FFF2-40B4-BE49-F238E27FC236}">
                <a16:creationId xmlns:a16="http://schemas.microsoft.com/office/drawing/2014/main" id="{8BE0E696-18F7-6549-AA06-5C0917080E9F}"/>
              </a:ext>
            </a:extLst>
          </p:cNvPr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48706" y="2698526"/>
            <a:ext cx="1495875" cy="802259"/>
          </a:xfrm>
          <a:prstGeom prst="rect">
            <a:avLst/>
          </a:prstGeom>
        </p:spPr>
      </p:pic>
      <p:sp>
        <p:nvSpPr>
          <p:cNvPr id="43" name="Right Arrow 42">
            <a:extLst>
              <a:ext uri="{FF2B5EF4-FFF2-40B4-BE49-F238E27FC236}">
                <a16:creationId xmlns:a16="http://schemas.microsoft.com/office/drawing/2014/main" id="{C52B6C67-8487-B48D-4DAB-A60399A15AB3}"/>
              </a:ext>
            </a:extLst>
          </p:cNvPr>
          <p:cNvSpPr/>
          <p:nvPr/>
        </p:nvSpPr>
        <p:spPr>
          <a:xfrm>
            <a:off x="7619770" y="4390310"/>
            <a:ext cx="471018" cy="593480"/>
          </a:xfrm>
          <a:prstGeom prst="rightArrow">
            <a:avLst>
              <a:gd name="adj1" fmla="val 60000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1">
            <a:schemeClr val="dk2">
              <a:tint val="60000"/>
              <a:hueOff val="0"/>
              <a:satOff val="0"/>
              <a:lumOff val="0"/>
              <a:alphaOff val="0"/>
            </a:schemeClr>
          </a:fillRef>
          <a:effectRef idx="1">
            <a:schemeClr val="dk2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s-ES_tradnl" noProof="0" dirty="0"/>
          </a:p>
        </p:txBody>
      </p:sp>
    </p:spTree>
    <p:extLst>
      <p:ext uri="{BB962C8B-B14F-4D97-AF65-F5344CB8AC3E}">
        <p14:creationId xmlns:p14="http://schemas.microsoft.com/office/powerpoint/2010/main" val="13255850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96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730CA9F-9DA1-054C-832D-50DDCE4AC85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"/>
          <a:stretch/>
        </p:blipFill>
        <p:spPr>
          <a:xfrm>
            <a:off x="4547937" y="-5"/>
            <a:ext cx="7644062" cy="36814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4AB3F85-6C4F-5A4D-B3A3-F30E7CF7AAB1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"/>
          <a:stretch/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99" name="Rectangle 98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9DA125-71E4-394C-8005-A74594C3A3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15219"/>
            <a:ext cx="5395912" cy="2387600"/>
          </a:xfrm>
        </p:spPr>
        <p:txBody>
          <a:bodyPr>
            <a:normAutofit/>
          </a:bodyPr>
          <a:lstStyle/>
          <a:p>
            <a:pPr algn="l"/>
            <a:r>
              <a:rPr lang="es-ES_tradnl" sz="5000" noProof="0" dirty="0" err="1">
                <a:solidFill>
                  <a:schemeClr val="bg1"/>
                </a:solidFill>
              </a:rPr>
              <a:t>MuRET</a:t>
            </a:r>
            <a:endParaRPr lang="es-ES_tradnl" sz="5000" noProof="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C763A5-A379-5A41-BA51-73A70860F8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902075"/>
            <a:ext cx="5395912" cy="1655762"/>
          </a:xfrm>
        </p:spPr>
        <p:txBody>
          <a:bodyPr>
            <a:normAutofit/>
          </a:bodyPr>
          <a:lstStyle/>
          <a:p>
            <a:pPr algn="l"/>
            <a:r>
              <a:rPr lang="es-ES_tradnl" noProof="0" dirty="0">
                <a:solidFill>
                  <a:schemeClr val="bg1"/>
                </a:solidFill>
              </a:rPr>
              <a:t>Framework de reconocimiento óptico de música con soporte para notación mensural</a:t>
            </a:r>
          </a:p>
        </p:txBody>
      </p:sp>
      <p:cxnSp>
        <p:nvCxnSpPr>
          <p:cNvPr id="104" name="Straight Connector 100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24E9B2-9B0B-614A-8CF2-718463086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ellipse">
            <a:avLst/>
          </a:prstGeo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068FBB84-544C-A04C-A3A4-7697852BFAF3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s-ES_tradnl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089955-4AAF-2F4E-A96E-9C8B7A57652B}"/>
              </a:ext>
            </a:extLst>
          </p:cNvPr>
          <p:cNvSpPr/>
          <p:nvPr/>
        </p:nvSpPr>
        <p:spPr>
          <a:xfrm>
            <a:off x="294841" y="6073523"/>
            <a:ext cx="5688864" cy="46538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Desarrollado por David Rizo, Universidad de Alicante</a:t>
            </a:r>
          </a:p>
        </p:txBody>
      </p:sp>
    </p:spTree>
    <p:extLst>
      <p:ext uri="{BB962C8B-B14F-4D97-AF65-F5344CB8AC3E}">
        <p14:creationId xmlns:p14="http://schemas.microsoft.com/office/powerpoint/2010/main" val="28344607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9377635-E792-B44F-83A6-7AF005669A5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587"/>
          <a:stretch/>
        </p:blipFill>
        <p:spPr>
          <a:xfrm>
            <a:off x="0" y="-34838"/>
            <a:ext cx="11041514" cy="6892838"/>
          </a:xfrm>
          <a:prstGeom prst="rect">
            <a:avLst/>
          </a:prstGeom>
        </p:spPr>
      </p:pic>
      <p:sp>
        <p:nvSpPr>
          <p:cNvPr id="27" name="Rectangle 2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C839EB-504C-FE41-961A-20B16FD8C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068FBB84-544C-A04C-A3A4-7697852BFAF3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s-ES_tradnl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DDC5317-06A9-10C7-3CC3-96427DA50790}"/>
              </a:ext>
            </a:extLst>
          </p:cNvPr>
          <p:cNvSpPr/>
          <p:nvPr/>
        </p:nvSpPr>
        <p:spPr>
          <a:xfrm>
            <a:off x="7764379" y="4941650"/>
            <a:ext cx="4427621" cy="1916349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PREPROCESAMIENTO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400" noProof="0" dirty="0">
                <a:solidFill>
                  <a:prstClr val="black"/>
                </a:solidFill>
                <a:latin typeface="Calibri" panose="020F0502020204030204"/>
              </a:rPr>
              <a:t>Se d</a:t>
            </a:r>
            <a:r>
              <a:rPr kumimoji="0" lang="es-ES_tradnl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etectan automáticamente </a:t>
            </a:r>
            <a:r>
              <a:rPr lang="es-ES_tradnl" sz="2400" noProof="0" dirty="0">
                <a:solidFill>
                  <a:prstClr val="black"/>
                </a:solidFill>
                <a:latin typeface="Calibri" panose="020F0502020204030204"/>
              </a:rPr>
              <a:t>los pentagramas</a:t>
            </a:r>
            <a:endParaRPr kumimoji="0" lang="es-ES_tradnl" sz="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0" lang="es-ES_tradnl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Necesita de entrenamiento</a:t>
            </a:r>
          </a:p>
        </p:txBody>
      </p:sp>
    </p:spTree>
    <p:extLst>
      <p:ext uri="{BB962C8B-B14F-4D97-AF65-F5344CB8AC3E}">
        <p14:creationId xmlns:p14="http://schemas.microsoft.com/office/powerpoint/2010/main" val="20286012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39056A-C5F1-E545-ABB2-AFC1D5B2A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8FBB84-544C-A04C-A3A4-7697852BFAF3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s-ES_tradnl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21B8B61-7E95-D545-817B-705CD5F550E5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0"/>
            <a:ext cx="9369688" cy="6858000"/>
            <a:chOff x="4672361" y="1195391"/>
            <a:chExt cx="6632228" cy="4854358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2CE73BA-4EE7-6A4C-9CC9-2E4A9D3EBE7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672361" y="1195391"/>
              <a:ext cx="6632228" cy="4854358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A70A97C-AC92-DF4E-9384-0BA5D9A898D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672361" y="2971800"/>
              <a:ext cx="1647634" cy="1314450"/>
            </a:xfrm>
            <a:prstGeom prst="rect">
              <a:avLst/>
            </a:prstGeom>
          </p:spPr>
        </p:pic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849CF9BC-7FA1-BF60-FF0D-E5F02B4CA521}"/>
              </a:ext>
            </a:extLst>
          </p:cNvPr>
          <p:cNvSpPr/>
          <p:nvPr/>
        </p:nvSpPr>
        <p:spPr>
          <a:xfrm>
            <a:off x="8149389" y="4973053"/>
            <a:ext cx="4042612" cy="1884948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RECONOCIMIENTO DE SÍMBOLOS MUSICALES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0" lang="es-ES_tradnl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Proceso automático</a:t>
            </a:r>
            <a:endParaRPr kumimoji="0" lang="es-ES_tradnl" sz="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0" lang="es-ES_tradnl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Requiere de entrenamiento</a:t>
            </a:r>
          </a:p>
        </p:txBody>
      </p:sp>
    </p:spTree>
    <p:extLst>
      <p:ext uri="{BB962C8B-B14F-4D97-AF65-F5344CB8AC3E}">
        <p14:creationId xmlns:p14="http://schemas.microsoft.com/office/powerpoint/2010/main" val="16509299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EB154DB-69A9-EA48-90F9-67DD3B2387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4779" y="17942"/>
            <a:ext cx="8107269" cy="6840058"/>
          </a:xfr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C839EB-504C-FE41-961A-20B16FD8C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068FBB84-544C-A04C-A3A4-7697852BFAF3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s-ES_tradnl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alpha val="8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32926B-CDBB-F648-A238-C2F553A4DC18}"/>
              </a:ext>
            </a:extLst>
          </p:cNvPr>
          <p:cNvSpPr/>
          <p:nvPr/>
        </p:nvSpPr>
        <p:spPr>
          <a:xfrm>
            <a:off x="4778785" y="1739751"/>
            <a:ext cx="949661" cy="13665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8EC155-116E-BD4A-8DF3-5969C5C8985B}"/>
              </a:ext>
            </a:extLst>
          </p:cNvPr>
          <p:cNvSpPr/>
          <p:nvPr/>
        </p:nvSpPr>
        <p:spPr>
          <a:xfrm>
            <a:off x="6203575" y="1739751"/>
            <a:ext cx="949661" cy="13665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C8FD5AB-ED22-1140-BE28-EA067144D7EE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77624" y="2231650"/>
            <a:ext cx="1639777" cy="346431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2C8C4CB-E851-B8D6-D22E-D31C9706F6C9}"/>
              </a:ext>
            </a:extLst>
          </p:cNvPr>
          <p:cNvSpPr/>
          <p:nvPr/>
        </p:nvSpPr>
        <p:spPr>
          <a:xfrm>
            <a:off x="7427496" y="4716378"/>
            <a:ext cx="4764506" cy="2141623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CODIFICACIÓN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0" lang="es-ES_tradnl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Seleccionar las páginas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0" lang="es-ES_tradnl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Exportar </a:t>
            </a:r>
            <a:r>
              <a:rPr kumimoji="0" lang="es-ES_tradnl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MEI </a:t>
            </a:r>
            <a:r>
              <a:rPr lang="es-ES_tradnl" sz="2400" b="1" noProof="0" dirty="0">
                <a:solidFill>
                  <a:prstClr val="black"/>
                </a:solidFill>
                <a:latin typeface="Calibri" panose="020F0502020204030204"/>
              </a:rPr>
              <a:t>PARTS </a:t>
            </a:r>
            <a:r>
              <a:rPr lang="es-ES_tradnl" sz="2400" noProof="0" dirty="0">
                <a:solidFill>
                  <a:prstClr val="black"/>
                </a:solidFill>
                <a:latin typeface="Calibri" panose="020F0502020204030204"/>
              </a:rPr>
              <a:t>(codifica los </a:t>
            </a:r>
            <a:r>
              <a:rPr lang="es-ES_tradnl" sz="2400" b="1" noProof="0" dirty="0">
                <a:solidFill>
                  <a:prstClr val="black"/>
                </a:solidFill>
                <a:latin typeface="Calibri" panose="020F0502020204030204"/>
              </a:rPr>
              <a:t>símbolos</a:t>
            </a:r>
            <a:r>
              <a:rPr lang="es-ES_tradnl" sz="2400" noProof="0" dirty="0">
                <a:solidFill>
                  <a:prstClr val="black"/>
                </a:solidFill>
                <a:latin typeface="Calibri" panose="020F0502020204030204"/>
              </a:rPr>
              <a:t> de las </a:t>
            </a:r>
            <a:r>
              <a:rPr lang="es-ES_tradnl" sz="2400" b="1" noProof="0" dirty="0">
                <a:solidFill>
                  <a:prstClr val="black"/>
                </a:solidFill>
                <a:latin typeface="Calibri" panose="020F0502020204030204"/>
              </a:rPr>
              <a:t>partes/voces</a:t>
            </a:r>
            <a:r>
              <a:rPr lang="es-ES_tradnl" sz="2400" noProof="0" dirty="0">
                <a:solidFill>
                  <a:prstClr val="black"/>
                </a:solidFill>
                <a:latin typeface="Calibri" panose="020F0502020204030204"/>
              </a:rPr>
              <a:t>, sin interpretación rítmica)</a:t>
            </a:r>
            <a:endParaRPr kumimoji="0" lang="es-ES_tradnl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09935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510ED-F7A0-502C-4D2A-0AFC62029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3AE08-22C8-90A7-048B-851355366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457" y="701227"/>
            <a:ext cx="4346838" cy="2162994"/>
          </a:xfrm>
        </p:spPr>
        <p:txBody>
          <a:bodyPr anchor="t">
            <a:noAutofit/>
          </a:bodyPr>
          <a:lstStyle/>
          <a:p>
            <a:r>
              <a:rPr lang="es-ES_tradnl" sz="4800" noProof="0" dirty="0">
                <a:solidFill>
                  <a:schemeClr val="accent2">
                    <a:lumMod val="75000"/>
                  </a:schemeClr>
                </a:solidFill>
              </a:rPr>
              <a:t>III. Alineamiento automático de las voces</a:t>
            </a:r>
            <a:endParaRPr lang="es-ES_tradnl" sz="4800" b="1" noProof="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A034C7-3847-3E07-8FE7-A86633EBA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16BDC-2EEF-D84D-AE1A-346AD4C669A9}" type="slidenum">
              <a:rPr lang="es-ES_tradnl" noProof="0" smtClean="0"/>
              <a:t>21</a:t>
            </a:fld>
            <a:endParaRPr lang="es-ES_tradnl" noProof="0" dirty="0"/>
          </a:p>
        </p:txBody>
      </p:sp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5061B236-9CCF-5D50-0A1E-68253667AF9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34361581"/>
              </p:ext>
            </p:extLst>
          </p:nvPr>
        </p:nvGraphicFramePr>
        <p:xfrm>
          <a:off x="6168068" y="897982"/>
          <a:ext cx="4494401" cy="2389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CD4BF9B-3A3B-502D-09E9-CEF83E770807}"/>
              </a:ext>
            </a:extLst>
          </p:cNvPr>
          <p:cNvGrpSpPr/>
          <p:nvPr/>
        </p:nvGrpSpPr>
        <p:grpSpPr>
          <a:xfrm>
            <a:off x="6989261" y="3682554"/>
            <a:ext cx="4731187" cy="2480509"/>
            <a:chOff x="7318591" y="3526152"/>
            <a:chExt cx="4731187" cy="2480509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9C379EBB-7F20-17AE-34B9-AAEA25730BC3}"/>
                </a:ext>
              </a:extLst>
            </p:cNvPr>
            <p:cNvGrpSpPr/>
            <p:nvPr/>
          </p:nvGrpSpPr>
          <p:grpSpPr>
            <a:xfrm>
              <a:off x="7318591" y="3526152"/>
              <a:ext cx="4731187" cy="1574557"/>
              <a:chOff x="8842142" y="3647704"/>
              <a:chExt cx="3360298" cy="1340717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194AE6B8-4340-653B-38EC-530879B69DB7}"/>
                  </a:ext>
                </a:extLst>
              </p:cNvPr>
              <p:cNvGrpSpPr/>
              <p:nvPr/>
            </p:nvGrpSpPr>
            <p:grpSpPr>
              <a:xfrm>
                <a:off x="8863312" y="3647704"/>
                <a:ext cx="3339128" cy="1340717"/>
                <a:chOff x="4786914" y="4236679"/>
                <a:chExt cx="5924630" cy="2230406"/>
              </a:xfrm>
            </p:grpSpPr>
            <p:pic>
              <p:nvPicPr>
                <p:cNvPr id="10" name="Picture 9" descr="A close up of a device&#10;&#10;Description automatically generated">
                  <a:extLst>
                    <a:ext uri="{FF2B5EF4-FFF2-40B4-BE49-F238E27FC236}">
                      <a16:creationId xmlns:a16="http://schemas.microsoft.com/office/drawing/2014/main" id="{C3FAC102-D195-4E53-E0B8-C10686ADBD8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004909" y="4271085"/>
                  <a:ext cx="5447035" cy="2196000"/>
                </a:xfrm>
                <a:prstGeom prst="rect">
                  <a:avLst/>
                </a:prstGeom>
              </p:spPr>
            </p:pic>
            <p:grpSp>
              <p:nvGrpSpPr>
                <p:cNvPr id="11" name="Group 10">
                  <a:extLst>
                    <a:ext uri="{FF2B5EF4-FFF2-40B4-BE49-F238E27FC236}">
                      <a16:creationId xmlns:a16="http://schemas.microsoft.com/office/drawing/2014/main" id="{B1805A02-3C27-CD25-A7DB-97C29BBB7D65}"/>
                    </a:ext>
                  </a:extLst>
                </p:cNvPr>
                <p:cNvGrpSpPr/>
                <p:nvPr/>
              </p:nvGrpSpPr>
              <p:grpSpPr>
                <a:xfrm>
                  <a:off x="4786914" y="4236679"/>
                  <a:ext cx="5924630" cy="2229098"/>
                  <a:chOff x="1150397" y="4163425"/>
                  <a:chExt cx="5617540" cy="1484815"/>
                </a:xfrm>
              </p:grpSpPr>
              <p:sp>
                <p:nvSpPr>
                  <p:cNvPr id="12" name="Rectangle 11">
                    <a:extLst>
                      <a:ext uri="{FF2B5EF4-FFF2-40B4-BE49-F238E27FC236}">
                        <a16:creationId xmlns:a16="http://schemas.microsoft.com/office/drawing/2014/main" id="{3AD23950-04CC-AEBE-DA03-1A5B7AF258B5}"/>
                      </a:ext>
                    </a:extLst>
                  </p:cNvPr>
                  <p:cNvSpPr/>
                  <p:nvPr/>
                </p:nvSpPr>
                <p:spPr>
                  <a:xfrm>
                    <a:off x="1150399" y="4548890"/>
                    <a:ext cx="5617538" cy="353451"/>
                  </a:xfrm>
                  <a:prstGeom prst="rect">
                    <a:avLst/>
                  </a:prstGeom>
                  <a:solidFill>
                    <a:srgbClr val="92D050">
                      <a:alpha val="15000"/>
                    </a:srgbClr>
                  </a:solidFill>
                  <a:ln>
                    <a:noFill/>
                  </a:ln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ES_tradnl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3" name="Rectangle 12">
                    <a:extLst>
                      <a:ext uri="{FF2B5EF4-FFF2-40B4-BE49-F238E27FC236}">
                        <a16:creationId xmlns:a16="http://schemas.microsoft.com/office/drawing/2014/main" id="{27F8EA38-9239-B83C-B4E8-E23237483047}"/>
                      </a:ext>
                    </a:extLst>
                  </p:cNvPr>
                  <p:cNvSpPr/>
                  <p:nvPr/>
                </p:nvSpPr>
                <p:spPr>
                  <a:xfrm>
                    <a:off x="1150397" y="4900598"/>
                    <a:ext cx="5617538" cy="353451"/>
                  </a:xfrm>
                  <a:prstGeom prst="rect">
                    <a:avLst/>
                  </a:prstGeom>
                  <a:solidFill>
                    <a:srgbClr val="CF6C6A">
                      <a:alpha val="15000"/>
                    </a:srgbClr>
                  </a:solidFill>
                  <a:ln>
                    <a:noFill/>
                  </a:ln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ES_tradnl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4" name="Rectangle 13">
                    <a:extLst>
                      <a:ext uri="{FF2B5EF4-FFF2-40B4-BE49-F238E27FC236}">
                        <a16:creationId xmlns:a16="http://schemas.microsoft.com/office/drawing/2014/main" id="{A215DDB0-DA1F-A7F7-875F-08E253E12C68}"/>
                      </a:ext>
                    </a:extLst>
                  </p:cNvPr>
                  <p:cNvSpPr/>
                  <p:nvPr/>
                </p:nvSpPr>
                <p:spPr>
                  <a:xfrm>
                    <a:off x="1150397" y="5256446"/>
                    <a:ext cx="5617538" cy="391794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1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ES_tradnl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2FF1710D-9A0A-8058-1AE2-1901727833CB}"/>
                      </a:ext>
                    </a:extLst>
                  </p:cNvPr>
                  <p:cNvSpPr/>
                  <p:nvPr/>
                </p:nvSpPr>
                <p:spPr>
                  <a:xfrm>
                    <a:off x="1150399" y="4163425"/>
                    <a:ext cx="5617538" cy="388406"/>
                  </a:xfrm>
                  <a:prstGeom prst="rect">
                    <a:avLst/>
                  </a:prstGeom>
                  <a:solidFill>
                    <a:schemeClr val="accent1">
                      <a:alpha val="1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ES_tradnl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608F732-3180-9DF5-C99A-30EC0AE09913}"/>
                  </a:ext>
                </a:extLst>
              </p:cNvPr>
              <p:cNvSpPr/>
              <p:nvPr/>
            </p:nvSpPr>
            <p:spPr>
              <a:xfrm>
                <a:off x="8842142" y="3651127"/>
                <a:ext cx="3349859" cy="132130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_tradnl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02ADB33-0F82-C148-4045-7EF8FE087C96}"/>
                </a:ext>
              </a:extLst>
            </p:cNvPr>
            <p:cNvSpPr txBox="1"/>
            <p:nvPr/>
          </p:nvSpPr>
          <p:spPr>
            <a:xfrm>
              <a:off x="7323455" y="5083331"/>
              <a:ext cx="4713561" cy="92333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Archivo MEI SCORE</a:t>
              </a:r>
              <a:endParaRPr kumimoji="0" lang="es-ES_tradnl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s-ES_tradnl" noProof="0" dirty="0">
                  <a:solidFill>
                    <a:prstClr val="black"/>
                  </a:solidFill>
                  <a:latin typeface="Calibri" panose="020F0502020204030204"/>
                </a:rPr>
                <a:t>con la interpretación de la duración de las notas y alineamiento de las voces en partitura</a:t>
              </a:r>
              <a:endParaRPr kumimoji="0" lang="es-ES_trad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65647D3-F356-EA44-E388-800D6E9E8713}"/>
              </a:ext>
            </a:extLst>
          </p:cNvPr>
          <p:cNvGrpSpPr/>
          <p:nvPr/>
        </p:nvGrpSpPr>
        <p:grpSpPr>
          <a:xfrm>
            <a:off x="3139034" y="3604970"/>
            <a:ext cx="3538841" cy="2662530"/>
            <a:chOff x="5792658" y="3504712"/>
            <a:chExt cx="3474290" cy="2611843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978D0BA-02E1-93B2-D010-4B020FAF8D5A}"/>
                </a:ext>
              </a:extLst>
            </p:cNvPr>
            <p:cNvSpPr txBox="1"/>
            <p:nvPr/>
          </p:nvSpPr>
          <p:spPr>
            <a:xfrm>
              <a:off x="5792658" y="5482528"/>
              <a:ext cx="3474250" cy="63402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Archivo</a:t>
              </a:r>
              <a:r>
                <a:rPr lang="es-ES_tradnl" b="1" noProof="0" dirty="0">
                  <a:solidFill>
                    <a:prstClr val="black"/>
                  </a:solidFill>
                  <a:latin typeface="Calibri" panose="020F0502020204030204"/>
                </a:rPr>
                <a:t> </a:t>
              </a:r>
              <a:r>
                <a:rPr kumimoji="0" lang="es-ES_tradnl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que codifica los </a:t>
              </a:r>
              <a:r>
                <a:rPr kumimoji="0" lang="es-ES_tradnl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símbolos</a:t>
              </a:r>
              <a:r>
                <a:rPr kumimoji="0" lang="es-ES_tradnl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de cada parte o voz en las imágenes</a:t>
              </a:r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DC8F4922-926C-D17F-D856-0FC03E37FC8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-744" r="-1756"/>
            <a:stretch/>
          </p:blipFill>
          <p:spPr>
            <a:xfrm>
              <a:off x="5804473" y="3504712"/>
              <a:ext cx="3462475" cy="198370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325D1C8C-934D-0EF7-EC55-38B7E76AA4F9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22554" y="2487180"/>
            <a:ext cx="2585427" cy="662082"/>
          </a:xfrm>
          <a:prstGeom prst="rect">
            <a:avLst/>
          </a:prstGeom>
        </p:spPr>
      </p:pic>
      <p:sp>
        <p:nvSpPr>
          <p:cNvPr id="43" name="Right Arrow 42">
            <a:extLst>
              <a:ext uri="{FF2B5EF4-FFF2-40B4-BE49-F238E27FC236}">
                <a16:creationId xmlns:a16="http://schemas.microsoft.com/office/drawing/2014/main" id="{EB6956EA-336E-01DB-1935-57B5C4AE8DE2}"/>
              </a:ext>
            </a:extLst>
          </p:cNvPr>
          <p:cNvSpPr/>
          <p:nvPr/>
        </p:nvSpPr>
        <p:spPr>
          <a:xfrm>
            <a:off x="6628264" y="4394891"/>
            <a:ext cx="471018" cy="593480"/>
          </a:xfrm>
          <a:prstGeom prst="rightArrow">
            <a:avLst>
              <a:gd name="adj1" fmla="val 60000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1">
            <a:schemeClr val="dk2">
              <a:tint val="60000"/>
              <a:hueOff val="0"/>
              <a:satOff val="0"/>
              <a:lumOff val="0"/>
              <a:alphaOff val="0"/>
            </a:schemeClr>
          </a:fillRef>
          <a:effectRef idx="1">
            <a:schemeClr val="dk2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s-ES_tradnl" noProof="0" dirty="0"/>
          </a:p>
        </p:txBody>
      </p:sp>
    </p:spTree>
    <p:extLst>
      <p:ext uri="{BB962C8B-B14F-4D97-AF65-F5344CB8AC3E}">
        <p14:creationId xmlns:p14="http://schemas.microsoft.com/office/powerpoint/2010/main" val="26815547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85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8E8564-6BBF-824A-B45B-D3EC144333E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"/>
          <a:stretch/>
        </p:blipFill>
        <p:spPr>
          <a:xfrm>
            <a:off x="4547937" y="-5"/>
            <a:ext cx="7644062" cy="36814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C6A4B9E-B98E-494B-A3E6-5816A1ABDDD2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"/>
          <a:stretch/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92" name="Rectangle 87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9DA125-71E4-394C-8005-A74594C3A3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15219"/>
            <a:ext cx="5395912" cy="2387600"/>
          </a:xfrm>
        </p:spPr>
        <p:txBody>
          <a:bodyPr>
            <a:normAutofit/>
          </a:bodyPr>
          <a:lstStyle/>
          <a:p>
            <a:pPr algn="l"/>
            <a:r>
              <a:rPr lang="en-CA" sz="5000" noProof="0" dirty="0">
                <a:solidFill>
                  <a:schemeClr val="bg1"/>
                </a:solidFill>
              </a:rPr>
              <a:t>Measuring Polyphony Editor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C763A5-A379-5A41-BA51-73A70860F8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681401"/>
            <a:ext cx="5395912" cy="686056"/>
          </a:xfrm>
        </p:spPr>
        <p:txBody>
          <a:bodyPr anchor="ctr">
            <a:normAutofit/>
          </a:bodyPr>
          <a:lstStyle/>
          <a:p>
            <a:pPr algn="l"/>
            <a:r>
              <a:rPr lang="es-ES_tradnl" noProof="0" dirty="0">
                <a:solidFill>
                  <a:schemeClr val="bg1"/>
                </a:solidFill>
              </a:rPr>
              <a:t>Editor en línea de notación mensural</a:t>
            </a: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24E9B2-9B0B-614A-8CF2-718463086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ellipse">
            <a:avLst/>
          </a:prstGeo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068FBB84-544C-A04C-A3A4-7697852BFAF3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s-ES_tradnl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5F057D-D9B1-9B42-99D8-4F87D07F3458}"/>
              </a:ext>
            </a:extLst>
          </p:cNvPr>
          <p:cNvSpPr/>
          <p:nvPr/>
        </p:nvSpPr>
        <p:spPr>
          <a:xfrm>
            <a:off x="833876" y="4370141"/>
            <a:ext cx="4613335" cy="46538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Karen Desmond (PI), </a:t>
            </a:r>
            <a:r>
              <a:rPr kumimoji="0" lang="en-IE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Maynooth University</a:t>
            </a:r>
            <a:endParaRPr kumimoji="0" lang="es-ES_tradnl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8008C7-A5A6-FE3A-2F5A-40A757DBE05C}"/>
              </a:ext>
            </a:extLst>
          </p:cNvPr>
          <p:cNvSpPr/>
          <p:nvPr/>
        </p:nvSpPr>
        <p:spPr>
          <a:xfrm>
            <a:off x="970060" y="4832934"/>
            <a:ext cx="10383739" cy="170404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Desarrollado por las investigadoras: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s-ES_tradnl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Juliette </a:t>
            </a:r>
            <a:r>
              <a:rPr kumimoji="0" lang="es-ES_tradnl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Regimbal</a:t>
            </a:r>
            <a:r>
              <a:rPr kumimoji="0" lang="es-ES_tradnl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(desarrolladora principal)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s-ES_tradnl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Martha E. Thomae </a:t>
            </a: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(desarrolladora del algoritmo de interpretación rítmica y alineamiento de las voces en partitura)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 la colaboración de </a:t>
            </a:r>
            <a:r>
              <a:rPr kumimoji="0" lang="es-ES_tradnl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Laurent </a:t>
            </a:r>
            <a:r>
              <a:rPr kumimoji="0" lang="es-ES_tradnl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Pugin</a:t>
            </a:r>
            <a:r>
              <a:rPr kumimoji="0" lang="es-ES_tradnl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s-ES_tradnl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Verovio</a:t>
            </a: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), </a:t>
            </a:r>
            <a:r>
              <a:rPr kumimoji="0" lang="es-ES_tradnl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Craig </a:t>
            </a:r>
            <a:r>
              <a:rPr kumimoji="0" lang="es-ES_tradnl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Sapp</a:t>
            </a:r>
            <a:r>
              <a:rPr kumimoji="0" lang="es-ES_tradnl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s-ES_tradnl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Humdrum</a:t>
            </a: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y </a:t>
            </a:r>
            <a:r>
              <a:rPr kumimoji="0" lang="es-ES_tradnl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Andrew </a:t>
            </a:r>
            <a:r>
              <a:rPr kumimoji="0" lang="es-ES_tradnl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Hankinson</a:t>
            </a:r>
            <a:r>
              <a:rPr kumimoji="0" lang="es-ES_tradnl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(IIIF)</a:t>
            </a:r>
          </a:p>
        </p:txBody>
      </p:sp>
    </p:spTree>
    <p:extLst>
      <p:ext uri="{BB962C8B-B14F-4D97-AF65-F5344CB8AC3E}">
        <p14:creationId xmlns:p14="http://schemas.microsoft.com/office/powerpoint/2010/main" val="6725529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9B231B-EA54-692A-3207-002A29D41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85">
            <a:extLst>
              <a:ext uri="{FF2B5EF4-FFF2-40B4-BE49-F238E27FC236}">
                <a16:creationId xmlns:a16="http://schemas.microsoft.com/office/drawing/2014/main" id="{81294861-9928-E83D-D5A5-71CE54AEB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FBE3A79-67EE-6A31-49DB-27535DD9A47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"/>
          <a:stretch/>
        </p:blipFill>
        <p:spPr>
          <a:xfrm>
            <a:off x="4547937" y="-5"/>
            <a:ext cx="7644062" cy="36814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FE4CA75-D7BB-4589-E668-24D530BC89C2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"/>
          <a:stretch/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92" name="Rectangle 87">
            <a:extLst>
              <a:ext uri="{FF2B5EF4-FFF2-40B4-BE49-F238E27FC236}">
                <a16:creationId xmlns:a16="http://schemas.microsoft.com/office/drawing/2014/main" id="{6055D4D5-1687-E4DC-E352-B87641A907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7BDD16-6E57-4FC0-326A-0F48CBB748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15219"/>
            <a:ext cx="5395912" cy="2387600"/>
          </a:xfrm>
        </p:spPr>
        <p:txBody>
          <a:bodyPr>
            <a:normAutofit/>
          </a:bodyPr>
          <a:lstStyle/>
          <a:p>
            <a:pPr algn="l"/>
            <a:r>
              <a:rPr lang="en-CA" sz="5000" noProof="0">
                <a:solidFill>
                  <a:schemeClr val="bg1"/>
                </a:solidFill>
              </a:rPr>
              <a:t>Measuring Polyphony Editor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AE4A64-5662-2DE5-2A03-E71B856EBB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7910" y="3544880"/>
            <a:ext cx="5787189" cy="3176595"/>
          </a:xfrm>
        </p:spPr>
        <p:txBody>
          <a:bodyPr anchor="ctr">
            <a:normAutofit fontScale="92500"/>
          </a:bodyPr>
          <a:lstStyle/>
          <a:p>
            <a:pPr algn="l"/>
            <a:r>
              <a:rPr lang="es-ES_tradnl" noProof="0" dirty="0">
                <a:solidFill>
                  <a:schemeClr val="bg1"/>
                </a:solidFill>
              </a:rPr>
              <a:t>Editor en línea para notación mensural, </a:t>
            </a:r>
            <a:br>
              <a:rPr lang="es-ES_tradnl" noProof="0" dirty="0">
                <a:solidFill>
                  <a:schemeClr val="bg1"/>
                </a:solidFill>
              </a:rPr>
            </a:br>
            <a:r>
              <a:rPr lang="es-ES_tradnl" noProof="0" dirty="0">
                <a:solidFill>
                  <a:schemeClr val="bg1"/>
                </a:solidFill>
              </a:rPr>
              <a:t>con </a:t>
            </a:r>
            <a:r>
              <a:rPr lang="es-ES_tradnl" b="1" noProof="0" dirty="0">
                <a:solidFill>
                  <a:schemeClr val="bg1"/>
                </a:solidFill>
              </a:rPr>
              <a:t>dos partes:</a:t>
            </a:r>
          </a:p>
          <a:p>
            <a:pPr marL="457200" indent="-457200" algn="l">
              <a:buAutoNum type="arabicPeriod"/>
            </a:pPr>
            <a:r>
              <a:rPr lang="es-ES_tradnl" b="1" noProof="0" dirty="0">
                <a:solidFill>
                  <a:schemeClr val="accent4"/>
                </a:solidFill>
              </a:rPr>
              <a:t>Editor de Entrada: </a:t>
            </a:r>
            <a:r>
              <a:rPr lang="es-ES_tradnl" b="1" noProof="0" dirty="0">
                <a:solidFill>
                  <a:schemeClr val="bg1"/>
                </a:solidFill>
              </a:rPr>
              <a:t>E</a:t>
            </a:r>
            <a:r>
              <a:rPr lang="es-ES_tradnl" noProof="0" dirty="0">
                <a:solidFill>
                  <a:schemeClr val="bg1"/>
                </a:solidFill>
              </a:rPr>
              <a:t>l usuario ingresa las notas por medio de su teclado de ordenador</a:t>
            </a:r>
          </a:p>
          <a:p>
            <a:pPr marL="457200" indent="-457200" algn="l">
              <a:buAutoNum type="arabicPeriod"/>
            </a:pPr>
            <a:r>
              <a:rPr lang="es-ES_tradnl" b="1" noProof="0" dirty="0">
                <a:solidFill>
                  <a:schemeClr val="accent2"/>
                </a:solidFill>
              </a:rPr>
              <a:t>Editor de Partitura (Score Editor): </a:t>
            </a:r>
            <a:r>
              <a:rPr lang="es-ES_tradnl" noProof="0" dirty="0">
                <a:solidFill>
                  <a:schemeClr val="bg1"/>
                </a:solidFill>
              </a:rPr>
              <a:t>Presenta las notas ingresadas alineadas en partitura de forma automática, siguiendo los principios de imperfección y alteración</a:t>
            </a:r>
            <a:endParaRPr lang="es-ES_tradnl" b="1" noProof="0" dirty="0">
              <a:solidFill>
                <a:schemeClr val="bg1"/>
              </a:solidFill>
            </a:endParaRP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11454235-F783-DF9D-1A22-8E375A7ABD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DE68CC-596D-2104-5577-2BB9D7A8D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ellipse">
            <a:avLst/>
          </a:prstGeo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068FBB84-544C-A04C-A3A4-7697852BFAF3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s-ES_tradnl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82032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0">
            <a:extLst>
              <a:ext uri="{FF2B5EF4-FFF2-40B4-BE49-F238E27FC236}">
                <a16:creationId xmlns:a16="http://schemas.microsoft.com/office/drawing/2014/main" id="{01D0AF59-99C3-4251-AB9A-C966C6AD4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Rectangle 22">
            <a:extLst>
              <a:ext uri="{FF2B5EF4-FFF2-40B4-BE49-F238E27FC236}">
                <a16:creationId xmlns:a16="http://schemas.microsoft.com/office/drawing/2014/main" id="{1855405F-37A2-4869-9154-F8BE3BECE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" name="Content Placeholder 15" descr="A screenshot of a computer&#10;&#10;Description automatically generated">
            <a:extLst>
              <a:ext uri="{FF2B5EF4-FFF2-40B4-BE49-F238E27FC236}">
                <a16:creationId xmlns:a16="http://schemas.microsoft.com/office/drawing/2014/main" id="{757415DE-F3F1-FF6C-956B-9F00036E03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394" y="643467"/>
            <a:ext cx="10129211" cy="557106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53036F-C9D1-9257-0079-BCDDDF910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068FBB84-544C-A04C-A3A4-7697852BFAF3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s-ES_tradnl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01383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0">
            <a:extLst>
              <a:ext uri="{FF2B5EF4-FFF2-40B4-BE49-F238E27FC236}">
                <a16:creationId xmlns:a16="http://schemas.microsoft.com/office/drawing/2014/main" id="{01D0AF59-99C3-4251-AB9A-C966C6AD4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Rectangle 22">
            <a:extLst>
              <a:ext uri="{FF2B5EF4-FFF2-40B4-BE49-F238E27FC236}">
                <a16:creationId xmlns:a16="http://schemas.microsoft.com/office/drawing/2014/main" id="{1855405F-37A2-4869-9154-F8BE3BECE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" name="Content Placeholder 15" descr="A screenshot of a computer&#10;&#10;Description automatically generated">
            <a:extLst>
              <a:ext uri="{FF2B5EF4-FFF2-40B4-BE49-F238E27FC236}">
                <a16:creationId xmlns:a16="http://schemas.microsoft.com/office/drawing/2014/main" id="{757415DE-F3F1-FF6C-956B-9F00036E03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095724" y="664733"/>
            <a:ext cx="16383447" cy="901089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53036F-C9D1-9257-0079-BCDDDF910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068FBB84-544C-A04C-A3A4-7697852BFAF3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s-ES_tradnl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188E9F03-5E80-A7A3-BC86-71D437DD5213}"/>
              </a:ext>
            </a:extLst>
          </p:cNvPr>
          <p:cNvSpPr/>
          <p:nvPr/>
        </p:nvSpPr>
        <p:spPr>
          <a:xfrm flipV="1">
            <a:off x="3040911" y="4085863"/>
            <a:ext cx="5932967" cy="1284790"/>
          </a:xfrm>
          <a:prstGeom prst="ellipse">
            <a:avLst/>
          </a:prstGeom>
          <a:solidFill>
            <a:srgbClr val="4472C4">
              <a:alpha val="14902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1227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1D0AF59-99C3-4251-AB9A-C966C6AD4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55405F-37A2-4869-9154-F8BE3BECE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Content Placeholder 4" descr="A screenshot of a music page&#10;&#10;Description automatically generated">
            <a:extLst>
              <a:ext uri="{FF2B5EF4-FFF2-40B4-BE49-F238E27FC236}">
                <a16:creationId xmlns:a16="http://schemas.microsoft.com/office/drawing/2014/main" id="{60DA03C9-C944-92B0-6EC6-A8A84E0474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394" y="643467"/>
            <a:ext cx="10129211" cy="557106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53036F-C9D1-9257-0079-BCDDDF910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068FBB84-544C-A04C-A3A4-7697852BFAF3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s-ES_tradnl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5AAFCF4-674C-84BC-BCF3-8749CF482376}"/>
              </a:ext>
            </a:extLst>
          </p:cNvPr>
          <p:cNvSpPr/>
          <p:nvPr/>
        </p:nvSpPr>
        <p:spPr>
          <a:xfrm>
            <a:off x="8104909" y="0"/>
            <a:ext cx="4087091" cy="2784764"/>
          </a:xfrm>
          <a:prstGeom prst="rect">
            <a:avLst/>
          </a:prstGeom>
          <a:solidFill>
            <a:schemeClr val="accent4"/>
          </a:solidFill>
          <a:ln w="38100"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EDITOR DE ENTRADA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En este caso, las notas no</a:t>
            </a:r>
            <a:r>
              <a:rPr kumimoji="0" lang="es-ES_tradnl" sz="21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 </a:t>
            </a:r>
            <a:r>
              <a:rPr kumimoji="0" lang="es-ES_tradnl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fueron ingresadas</a:t>
            </a:r>
            <a:r>
              <a:rPr lang="es-ES_tradnl" sz="21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kumimoji="0" lang="es-ES_tradnl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manualmente por medio del teclado</a:t>
            </a:r>
            <a:r>
              <a:rPr kumimoji="0" lang="es-ES_tradnl" sz="21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 </a:t>
            </a:r>
            <a:r>
              <a:rPr kumimoji="0" lang="es-ES_tradnl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del ordenador</a:t>
            </a:r>
            <a:r>
              <a:rPr lang="es-ES_tradnl" sz="21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kumimoji="0" lang="es-ES_tradnl" sz="21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ya que provienen del archivo cargado, el cual contiene los símbolos detectados por el </a:t>
            </a:r>
            <a:r>
              <a:rPr lang="es-ES_tradnl" sz="2100" dirty="0">
                <a:solidFill>
                  <a:prstClr val="black"/>
                </a:solidFill>
                <a:latin typeface="Calibri" panose="020F0502020204030204"/>
              </a:rPr>
              <a:t>software de reconocimiento óptico</a:t>
            </a:r>
            <a:endParaRPr kumimoji="0" lang="es-ES_tradnl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4005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1D0AF59-99C3-4251-AB9A-C966C6AD4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55405F-37A2-4869-9154-F8BE3BECE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Content Placeholder 4" descr="A screenshot of a music page&#10;&#10;Description automatically generated">
            <a:extLst>
              <a:ext uri="{FF2B5EF4-FFF2-40B4-BE49-F238E27FC236}">
                <a16:creationId xmlns:a16="http://schemas.microsoft.com/office/drawing/2014/main" id="{60DA03C9-C944-92B0-6EC6-A8A84E0474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-9531931" y="-5520851"/>
            <a:ext cx="25000822" cy="1375045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53036F-C9D1-9257-0079-BCDDDF910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068FBB84-544C-A04C-A3A4-7697852BFAF3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s-ES_tradnl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D90B6FF-DE65-36E5-CF64-71E0FCDDC10F}"/>
              </a:ext>
            </a:extLst>
          </p:cNvPr>
          <p:cNvSpPr/>
          <p:nvPr/>
        </p:nvSpPr>
        <p:spPr>
          <a:xfrm>
            <a:off x="4892730" y="4425676"/>
            <a:ext cx="3352635" cy="1139552"/>
          </a:xfrm>
          <a:prstGeom prst="roundRect">
            <a:avLst/>
          </a:prstGeom>
          <a:solidFill>
            <a:srgbClr val="4472C4">
              <a:alpha val="15294"/>
            </a:srgbClr>
          </a:solidFill>
          <a:ln w="127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78819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1D0AF59-99C3-4251-AB9A-C966C6AD4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55405F-37A2-4869-9154-F8BE3BECE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Content Placeholder 4" descr="A screenshot of a music book&#10;&#10;Description automatically generated">
            <a:extLst>
              <a:ext uri="{FF2B5EF4-FFF2-40B4-BE49-F238E27FC236}">
                <a16:creationId xmlns:a16="http://schemas.microsoft.com/office/drawing/2014/main" id="{87A87BBE-C96B-799A-FFF3-5775230F86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394" y="643467"/>
            <a:ext cx="10129211" cy="557106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53036F-C9D1-9257-0079-BCDDDF910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068FBB84-544C-A04C-A3A4-7697852BFAF3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s-ES_tradnl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0062514-940F-4A75-8E2C-335775E9DB3D}"/>
              </a:ext>
            </a:extLst>
          </p:cNvPr>
          <p:cNvSpPr/>
          <p:nvPr/>
        </p:nvSpPr>
        <p:spPr>
          <a:xfrm>
            <a:off x="6095999" y="0"/>
            <a:ext cx="6096000" cy="1731523"/>
          </a:xfrm>
          <a:prstGeom prst="rect">
            <a:avLst/>
          </a:prstGeom>
          <a:solidFill>
            <a:schemeClr val="accent2"/>
          </a:solidFill>
          <a:ln w="38100"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EDITOR</a:t>
            </a:r>
            <a:r>
              <a:rPr kumimoji="0" lang="es-ES_tradnl" sz="24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DE PARTITURA (</a:t>
            </a:r>
            <a:r>
              <a:rPr kumimoji="0" lang="es-ES_tradnl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SCORE EDITOR)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Alineamiento automático de las voces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_tradnl" sz="2400" noProof="0" dirty="0">
                <a:solidFill>
                  <a:prstClr val="black"/>
                </a:solidFill>
                <a:latin typeface="Calibri" panose="020F0502020204030204"/>
              </a:rPr>
              <a:t>Ingreso de correcciones editoriales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Exportar a un archivo MEI SCORE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6418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53036F-C9D1-9257-0079-BCDDDF910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068FBB84-544C-A04C-A3A4-7697852BFAF3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s-ES_tradnl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Content Placeholder 4" descr="A screenshot of a music book&#10;&#10;Description automatically generated">
            <a:extLst>
              <a:ext uri="{FF2B5EF4-FFF2-40B4-BE49-F238E27FC236}">
                <a16:creationId xmlns:a16="http://schemas.microsoft.com/office/drawing/2014/main" id="{492C248D-3CB5-C55A-3AF5-920D1FAE2A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343402" y="-5162285"/>
            <a:ext cx="20340000" cy="11187000"/>
          </a:xfrm>
          <a:prstGeom prst="rect">
            <a:avLst/>
          </a:prstGeom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AF686C7-F0E7-352B-91D6-DD2954D7CF2C}"/>
              </a:ext>
            </a:extLst>
          </p:cNvPr>
          <p:cNvSpPr/>
          <p:nvPr/>
        </p:nvSpPr>
        <p:spPr>
          <a:xfrm>
            <a:off x="2233612" y="5486400"/>
            <a:ext cx="2393806" cy="734785"/>
          </a:xfrm>
          <a:prstGeom prst="roundRect">
            <a:avLst/>
          </a:prstGeom>
          <a:solidFill>
            <a:srgbClr val="4472C4">
              <a:alpha val="15294"/>
            </a:srgbClr>
          </a:solidFill>
          <a:ln w="127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D65288-3FB4-D37C-5080-D8DEB2F24A0F}"/>
              </a:ext>
            </a:extLst>
          </p:cNvPr>
          <p:cNvSpPr/>
          <p:nvPr/>
        </p:nvSpPr>
        <p:spPr>
          <a:xfrm>
            <a:off x="6095999" y="0"/>
            <a:ext cx="6096000" cy="1731523"/>
          </a:xfrm>
          <a:prstGeom prst="rect">
            <a:avLst/>
          </a:prstGeom>
          <a:solidFill>
            <a:schemeClr val="accent2"/>
          </a:solidFill>
          <a:ln w="38100"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EDITOR</a:t>
            </a:r>
            <a:r>
              <a:rPr kumimoji="0" lang="es-ES_tradnl" sz="24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DE PARTITURA (</a:t>
            </a:r>
            <a:r>
              <a:rPr kumimoji="0" lang="es-ES_tradnl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SCORE EDITOR)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Alineamiento automático de las voces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_tradnl" sz="2400" b="1" noProof="0" dirty="0">
                <a:solidFill>
                  <a:prstClr val="black"/>
                </a:solidFill>
                <a:latin typeface="Calibri" panose="020F0502020204030204"/>
              </a:rPr>
              <a:t>Ingreso de correcciones editoriales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Exportar a un archivo MEI SCORE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13112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4" descr="A screenshot of a music book&#10;&#10;Description automatically generated">
            <a:extLst>
              <a:ext uri="{FF2B5EF4-FFF2-40B4-BE49-F238E27FC236}">
                <a16:creationId xmlns:a16="http://schemas.microsoft.com/office/drawing/2014/main" id="{E7DB9AAA-F162-5FA7-DD14-82564B99D5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064601" y="273315"/>
            <a:ext cx="20340000" cy="111870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53036F-C9D1-9257-0079-BCDDDF910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068FBB84-544C-A04C-A3A4-7697852BFAF3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s-ES_tradnl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AF686C7-F0E7-352B-91D6-DD2954D7CF2C}"/>
              </a:ext>
            </a:extLst>
          </p:cNvPr>
          <p:cNvSpPr/>
          <p:nvPr/>
        </p:nvSpPr>
        <p:spPr>
          <a:xfrm>
            <a:off x="3247798" y="2694246"/>
            <a:ext cx="1743302" cy="734754"/>
          </a:xfrm>
          <a:prstGeom prst="roundRect">
            <a:avLst/>
          </a:prstGeom>
          <a:solidFill>
            <a:schemeClr val="accent6">
              <a:alpha val="15294"/>
            </a:schemeClr>
          </a:solidFill>
          <a:ln w="12700"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D0D098-0DFA-25C0-475E-F02C79467BE6}"/>
              </a:ext>
            </a:extLst>
          </p:cNvPr>
          <p:cNvSpPr/>
          <p:nvPr/>
        </p:nvSpPr>
        <p:spPr>
          <a:xfrm>
            <a:off x="6095999" y="0"/>
            <a:ext cx="6096000" cy="1731523"/>
          </a:xfrm>
          <a:prstGeom prst="rect">
            <a:avLst/>
          </a:prstGeom>
          <a:solidFill>
            <a:schemeClr val="accent2"/>
          </a:solidFill>
          <a:ln w="38100"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EDITOR</a:t>
            </a:r>
            <a:r>
              <a:rPr kumimoji="0" lang="es-ES_tradnl" sz="24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DE PARTITURA (</a:t>
            </a:r>
            <a:r>
              <a:rPr kumimoji="0" lang="es-ES_tradnl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SCORE EDITOR)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Alineamiento automático de las voces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_tradnl" sz="2400" noProof="0" dirty="0">
                <a:solidFill>
                  <a:prstClr val="black"/>
                </a:solidFill>
                <a:latin typeface="Calibri" panose="020F0502020204030204"/>
              </a:rPr>
              <a:t>Ingreso de correcciones editoriales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Exportar a un archivo MEI SCORE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04773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9E9EF-36FE-D31C-FFA6-DB97E3410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E5CCC-960C-E017-3A9D-2EB1E9E88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0" dirty="0"/>
              <a:t>Metodología: tres pasos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061BA9-9750-9D97-F9D0-6B2D1C843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516BDC-2EEF-D84D-AE1A-346AD4C669A9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s-ES_tradnl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8B4D280D-3B73-9F30-633B-4B4DF2378E7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3021182"/>
              </p:ext>
            </p:extLst>
          </p:nvPr>
        </p:nvGraphicFramePr>
        <p:xfrm>
          <a:off x="467360" y="1790088"/>
          <a:ext cx="11630120" cy="17938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10" name="Group 9">
            <a:extLst>
              <a:ext uri="{FF2B5EF4-FFF2-40B4-BE49-F238E27FC236}">
                <a16:creationId xmlns:a16="http://schemas.microsoft.com/office/drawing/2014/main" id="{6B1EC231-9AF5-E54E-1353-2C49163C4AA2}"/>
              </a:ext>
            </a:extLst>
          </p:cNvPr>
          <p:cNvGrpSpPr/>
          <p:nvPr/>
        </p:nvGrpSpPr>
        <p:grpSpPr>
          <a:xfrm>
            <a:off x="249910" y="3833987"/>
            <a:ext cx="1500600" cy="2197632"/>
            <a:chOff x="522346" y="3781059"/>
            <a:chExt cx="1581814" cy="242091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AF69721-4765-8209-E5B5-40C63DC32D8C}"/>
                </a:ext>
              </a:extLst>
            </p:cNvPr>
            <p:cNvSpPr txBox="1"/>
            <p:nvPr/>
          </p:nvSpPr>
          <p:spPr>
            <a:xfrm>
              <a:off x="522346" y="5832642"/>
              <a:ext cx="1581813" cy="3693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Manuscrito</a:t>
              </a:r>
              <a:endParaRPr kumimoji="0" lang="es-ES_tradnl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7861823-7323-33EF-A869-DE5317EC517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-8550" t="-6259" r="-10782" b="-5179"/>
            <a:stretch/>
          </p:blipFill>
          <p:spPr>
            <a:xfrm>
              <a:off x="532857" y="3781059"/>
              <a:ext cx="1571303" cy="20524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2616EC6-BE80-4B8D-8AE4-3BEF64C3D0EF}"/>
              </a:ext>
            </a:extLst>
          </p:cNvPr>
          <p:cNvGrpSpPr/>
          <p:nvPr/>
        </p:nvGrpSpPr>
        <p:grpSpPr>
          <a:xfrm>
            <a:off x="8587533" y="3805313"/>
            <a:ext cx="3329157" cy="2726853"/>
            <a:chOff x="8842432" y="3617268"/>
            <a:chExt cx="3349568" cy="2891657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138F94A6-BB02-E0E6-0A30-7228D188121D}"/>
                </a:ext>
              </a:extLst>
            </p:cNvPr>
            <p:cNvGrpSpPr/>
            <p:nvPr/>
          </p:nvGrpSpPr>
          <p:grpSpPr>
            <a:xfrm>
              <a:off x="8842432" y="3617268"/>
              <a:ext cx="3349568" cy="1340717"/>
              <a:chOff x="8852872" y="3647704"/>
              <a:chExt cx="3349568" cy="1340717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E72443DA-0731-F9BB-21BF-EEDA00C078C6}"/>
                  </a:ext>
                </a:extLst>
              </p:cNvPr>
              <p:cNvGrpSpPr/>
              <p:nvPr/>
            </p:nvGrpSpPr>
            <p:grpSpPr>
              <a:xfrm>
                <a:off x="8863312" y="3647704"/>
                <a:ext cx="3339128" cy="1340717"/>
                <a:chOff x="4786914" y="4236679"/>
                <a:chExt cx="5924630" cy="2230406"/>
              </a:xfrm>
            </p:grpSpPr>
            <p:pic>
              <p:nvPicPr>
                <p:cNvPr id="18" name="Picture 17" descr="A close up of a device&#10;&#10;Description automatically generated">
                  <a:extLst>
                    <a:ext uri="{FF2B5EF4-FFF2-40B4-BE49-F238E27FC236}">
                      <a16:creationId xmlns:a16="http://schemas.microsoft.com/office/drawing/2014/main" id="{AA9E7F4B-EDD6-D703-929A-97D0B04D933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004909" y="4271085"/>
                  <a:ext cx="5447035" cy="2196000"/>
                </a:xfrm>
                <a:prstGeom prst="rect">
                  <a:avLst/>
                </a:prstGeom>
              </p:spPr>
            </p:pic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1B8A07B7-CC65-0EE9-5450-83FE1148FB9A}"/>
                    </a:ext>
                  </a:extLst>
                </p:cNvPr>
                <p:cNvGrpSpPr/>
                <p:nvPr/>
              </p:nvGrpSpPr>
              <p:grpSpPr>
                <a:xfrm>
                  <a:off x="4786914" y="4236679"/>
                  <a:ext cx="5924630" cy="2229098"/>
                  <a:chOff x="1150397" y="4163425"/>
                  <a:chExt cx="5617540" cy="1484815"/>
                </a:xfrm>
              </p:grpSpPr>
              <p:sp>
                <p:nvSpPr>
                  <p:cNvPr id="20" name="Rectangle 19">
                    <a:extLst>
                      <a:ext uri="{FF2B5EF4-FFF2-40B4-BE49-F238E27FC236}">
                        <a16:creationId xmlns:a16="http://schemas.microsoft.com/office/drawing/2014/main" id="{F165EA1A-3689-869C-7D5F-065541A11BC5}"/>
                      </a:ext>
                    </a:extLst>
                  </p:cNvPr>
                  <p:cNvSpPr/>
                  <p:nvPr/>
                </p:nvSpPr>
                <p:spPr>
                  <a:xfrm>
                    <a:off x="1150399" y="4548890"/>
                    <a:ext cx="5617538" cy="353451"/>
                  </a:xfrm>
                  <a:prstGeom prst="rect">
                    <a:avLst/>
                  </a:prstGeom>
                  <a:solidFill>
                    <a:srgbClr val="92D050">
                      <a:alpha val="15000"/>
                    </a:srgbClr>
                  </a:solidFill>
                  <a:ln>
                    <a:noFill/>
                  </a:ln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ES_tradnl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" name="Rectangle 20">
                    <a:extLst>
                      <a:ext uri="{FF2B5EF4-FFF2-40B4-BE49-F238E27FC236}">
                        <a16:creationId xmlns:a16="http://schemas.microsoft.com/office/drawing/2014/main" id="{1B0A2361-1874-8481-03F5-B10CA46F56F4}"/>
                      </a:ext>
                    </a:extLst>
                  </p:cNvPr>
                  <p:cNvSpPr/>
                  <p:nvPr/>
                </p:nvSpPr>
                <p:spPr>
                  <a:xfrm>
                    <a:off x="1150397" y="4900598"/>
                    <a:ext cx="5617538" cy="353451"/>
                  </a:xfrm>
                  <a:prstGeom prst="rect">
                    <a:avLst/>
                  </a:prstGeom>
                  <a:solidFill>
                    <a:srgbClr val="CF6C6A">
                      <a:alpha val="15000"/>
                    </a:srgbClr>
                  </a:solidFill>
                  <a:ln>
                    <a:noFill/>
                  </a:ln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ES_tradnl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2" name="Rectangle 21">
                    <a:extLst>
                      <a:ext uri="{FF2B5EF4-FFF2-40B4-BE49-F238E27FC236}">
                        <a16:creationId xmlns:a16="http://schemas.microsoft.com/office/drawing/2014/main" id="{F69B38F1-9620-79D0-F349-85636675EEE2}"/>
                      </a:ext>
                    </a:extLst>
                  </p:cNvPr>
                  <p:cNvSpPr/>
                  <p:nvPr/>
                </p:nvSpPr>
                <p:spPr>
                  <a:xfrm>
                    <a:off x="1150397" y="5256446"/>
                    <a:ext cx="5617538" cy="391794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1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ES_tradnl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3" name="Rectangle 22">
                    <a:extLst>
                      <a:ext uri="{FF2B5EF4-FFF2-40B4-BE49-F238E27FC236}">
                        <a16:creationId xmlns:a16="http://schemas.microsoft.com/office/drawing/2014/main" id="{410A7870-1540-6D1D-9BBE-8376BA1D3818}"/>
                      </a:ext>
                    </a:extLst>
                  </p:cNvPr>
                  <p:cNvSpPr/>
                  <p:nvPr/>
                </p:nvSpPr>
                <p:spPr>
                  <a:xfrm>
                    <a:off x="1150399" y="4163425"/>
                    <a:ext cx="5617538" cy="388406"/>
                  </a:xfrm>
                  <a:prstGeom prst="rect">
                    <a:avLst/>
                  </a:prstGeom>
                  <a:solidFill>
                    <a:schemeClr val="accent1">
                      <a:alpha val="1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ES_tradnl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B9DEE8D0-1887-CD92-1CC0-CA4249CC5FE5}"/>
                  </a:ext>
                </a:extLst>
              </p:cNvPr>
              <p:cNvSpPr/>
              <p:nvPr/>
            </p:nvSpPr>
            <p:spPr>
              <a:xfrm>
                <a:off x="8852872" y="3651127"/>
                <a:ext cx="3339128" cy="132130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_tradnl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E20473C-97C5-CD6D-6AAD-1CD1853885AE}"/>
                </a:ext>
              </a:extLst>
            </p:cNvPr>
            <p:cNvSpPr txBox="1"/>
            <p:nvPr/>
          </p:nvSpPr>
          <p:spPr>
            <a:xfrm>
              <a:off x="8842432" y="4942307"/>
              <a:ext cx="3339128" cy="156661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Archivo </a:t>
              </a:r>
              <a:r>
                <a:rPr kumimoji="0" lang="es-ES_tradnl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MEI SCORE</a:t>
              </a:r>
              <a:br>
                <a:rPr kumimoji="0" lang="es-ES_tradnl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</a:br>
              <a:r>
                <a:rPr lang="es-ES_tradnl" noProof="0" dirty="0">
                  <a:solidFill>
                    <a:prstClr val="black"/>
                  </a:solidFill>
                  <a:latin typeface="Calibri" panose="020F0502020204030204"/>
                </a:rPr>
                <a:t>con la interpretación de la duración de las notas </a:t>
              </a:r>
              <a:br>
                <a:rPr lang="es-ES_tradnl" noProof="0" dirty="0">
                  <a:solidFill>
                    <a:prstClr val="black"/>
                  </a:solidFill>
                  <a:latin typeface="Calibri" panose="020F0502020204030204"/>
                </a:rPr>
              </a:br>
              <a:r>
                <a:rPr lang="es-ES_tradnl" noProof="0" dirty="0">
                  <a:solidFill>
                    <a:prstClr val="black"/>
                  </a:solidFill>
                  <a:latin typeface="Calibri" panose="020F0502020204030204"/>
                </a:rPr>
                <a:t>y alineamiento de las voces en partitura</a:t>
              </a:r>
              <a:endParaRPr kumimoji="0" lang="es-ES_trad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F85AEBF2-C12F-2F0B-7B79-D72EAD877114}"/>
              </a:ext>
            </a:extLst>
          </p:cNvPr>
          <p:cNvGrpSpPr/>
          <p:nvPr/>
        </p:nvGrpSpPr>
        <p:grpSpPr>
          <a:xfrm>
            <a:off x="2116720" y="3828267"/>
            <a:ext cx="2377441" cy="2197632"/>
            <a:chOff x="2081047" y="3348639"/>
            <a:chExt cx="2465251" cy="242173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1EEA539-57D0-B0CD-4401-B3B5661548D8}"/>
                </a:ext>
              </a:extLst>
            </p:cNvPr>
            <p:cNvSpPr/>
            <p:nvPr/>
          </p:nvSpPr>
          <p:spPr>
            <a:xfrm>
              <a:off x="2081049" y="3348639"/>
              <a:ext cx="2465249" cy="20524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_tradn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EAFACEC-48B6-281A-F2DC-488C667CE79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081047" y="3435555"/>
              <a:ext cx="2465249" cy="2334823"/>
              <a:chOff x="2478110" y="3311641"/>
              <a:chExt cx="3017200" cy="2857580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8510EE8E-A6F0-B360-9A24-AA3F5193956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b="-191"/>
              <a:stretch/>
            </p:blipFill>
            <p:spPr>
              <a:xfrm rot="21262997">
                <a:off x="2678927" y="3342760"/>
                <a:ext cx="1336356" cy="2271637"/>
              </a:xfrm>
              <a:prstGeom prst="rect">
                <a:avLst/>
              </a:prstGeom>
              <a:ln w="12700">
                <a:solidFill>
                  <a:schemeClr val="bg2"/>
                </a:solidFill>
              </a:ln>
            </p:spPr>
          </p:pic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4DF53EE-59F8-5C73-E4AE-42BCD805151B}"/>
                  </a:ext>
                </a:extLst>
              </p:cNvPr>
              <p:cNvSpPr txBox="1"/>
              <p:nvPr/>
            </p:nvSpPr>
            <p:spPr>
              <a:xfrm>
                <a:off x="2478110" y="5717197"/>
                <a:ext cx="3017200" cy="45202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S_tradnl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Imágenes digitales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5913F2B-7BB4-9E11-8B90-D1857BAAEDD9}"/>
                  </a:ext>
                </a:extLst>
              </p:cNvPr>
              <p:cNvSpPr/>
              <p:nvPr/>
            </p:nvSpPr>
            <p:spPr>
              <a:xfrm rot="21156672">
                <a:off x="2746816" y="3471362"/>
                <a:ext cx="1178783" cy="684000"/>
              </a:xfrm>
              <a:prstGeom prst="rect">
                <a:avLst/>
              </a:prstGeom>
              <a:solidFill>
                <a:srgbClr val="0070C0">
                  <a:alpha val="9804"/>
                </a:srgbClr>
              </a:solidFill>
              <a:ln w="6350">
                <a:solidFill>
                  <a:srgbClr val="0070C0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_tradnl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5AF38EAB-BA85-E3D2-08AC-01F50D1EBC3B}"/>
                  </a:ext>
                </a:extLst>
              </p:cNvPr>
              <p:cNvSpPr/>
              <p:nvPr/>
            </p:nvSpPr>
            <p:spPr>
              <a:xfrm rot="21156672">
                <a:off x="2842375" y="4300210"/>
                <a:ext cx="1178783" cy="684000"/>
              </a:xfrm>
              <a:prstGeom prst="rect">
                <a:avLst/>
              </a:prstGeom>
              <a:solidFill>
                <a:srgbClr val="C00000">
                  <a:alpha val="9804"/>
                </a:srgbClr>
              </a:solidFill>
              <a:ln w="6350">
                <a:solidFill>
                  <a:srgbClr val="C00000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_tradnl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6F8AC791-B06E-ECCB-0113-EE3AA2D46C1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b="-269"/>
              <a:stretch/>
            </p:blipFill>
            <p:spPr>
              <a:xfrm rot="307372">
                <a:off x="3974329" y="3311641"/>
                <a:ext cx="1281470" cy="2270583"/>
              </a:xfrm>
              <a:prstGeom prst="rect">
                <a:avLst/>
              </a:prstGeom>
              <a:ln w="12700">
                <a:solidFill>
                  <a:schemeClr val="bg2"/>
                </a:solidFill>
              </a:ln>
            </p:spPr>
          </p:pic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2FB55E3C-C6E1-D2C9-6A5B-13D08FF1C90D}"/>
                  </a:ext>
                </a:extLst>
              </p:cNvPr>
              <p:cNvSpPr/>
              <p:nvPr/>
            </p:nvSpPr>
            <p:spPr>
              <a:xfrm rot="286521">
                <a:off x="4052997" y="3461238"/>
                <a:ext cx="1178783" cy="684000"/>
              </a:xfrm>
              <a:prstGeom prst="rect">
                <a:avLst/>
              </a:prstGeom>
              <a:solidFill>
                <a:srgbClr val="00B050">
                  <a:alpha val="9804"/>
                </a:srgbClr>
              </a:solidFill>
              <a:ln w="6350">
                <a:solidFill>
                  <a:srgbClr val="00B050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_tradnl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5F230324-C96D-CEE3-215B-CC8C3B89D840}"/>
                  </a:ext>
                </a:extLst>
              </p:cNvPr>
              <p:cNvSpPr/>
              <p:nvPr/>
            </p:nvSpPr>
            <p:spPr>
              <a:xfrm rot="286521">
                <a:off x="3985392" y="4268263"/>
                <a:ext cx="1178783" cy="684000"/>
              </a:xfrm>
              <a:prstGeom prst="rect">
                <a:avLst/>
              </a:prstGeom>
              <a:solidFill>
                <a:srgbClr val="FFC000">
                  <a:alpha val="9804"/>
                </a:srgbClr>
              </a:solidFill>
              <a:ln w="6350">
                <a:solidFill>
                  <a:schemeClr val="accent4">
                    <a:lumMod val="75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_tradnl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1E3B91E-928C-05C3-3105-E31B262ABEEE}"/>
              </a:ext>
            </a:extLst>
          </p:cNvPr>
          <p:cNvGrpSpPr/>
          <p:nvPr/>
        </p:nvGrpSpPr>
        <p:grpSpPr>
          <a:xfrm>
            <a:off x="5089198" y="3828274"/>
            <a:ext cx="3064778" cy="2680301"/>
            <a:chOff x="5798213" y="3770808"/>
            <a:chExt cx="3008874" cy="2629276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7D2EBA8-7D24-3792-C19F-704DB93C850D}"/>
                </a:ext>
              </a:extLst>
            </p:cNvPr>
            <p:cNvSpPr txBox="1"/>
            <p:nvPr/>
          </p:nvSpPr>
          <p:spPr>
            <a:xfrm>
              <a:off x="5798213" y="5494331"/>
              <a:ext cx="3008874" cy="90575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Archivo </a:t>
              </a:r>
              <a:r>
                <a:rPr kumimoji="0" lang="es-ES_tradnl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MEI PARTS</a:t>
              </a:r>
              <a:r>
                <a:rPr kumimoji="0" lang="es-ES_tradnl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  <a:br>
                <a:rPr kumimoji="0" lang="es-ES_tradnl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</a:br>
              <a:r>
                <a:rPr kumimoji="0" lang="es-ES_tradnl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codifica los </a:t>
              </a:r>
              <a:r>
                <a:rPr kumimoji="0" lang="es-ES_tradnl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símbolos</a:t>
              </a:r>
              <a:r>
                <a:rPr kumimoji="0" lang="es-ES_tradnl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de cada parte o voz en las imágenes</a:t>
              </a:r>
            </a:p>
          </p:txBody>
        </p: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6F42B386-5FD6-2B1D-9723-AB76F35B6BC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-744" r="-1756"/>
            <a:stretch/>
          </p:blipFill>
          <p:spPr>
            <a:xfrm>
              <a:off x="5802575" y="3770808"/>
              <a:ext cx="2999659" cy="171760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pic>
        <p:nvPicPr>
          <p:cNvPr id="32" name="Picture 31">
            <a:extLst>
              <a:ext uri="{FF2B5EF4-FFF2-40B4-BE49-F238E27FC236}">
                <a16:creationId xmlns:a16="http://schemas.microsoft.com/office/drawing/2014/main" id="{625C3AB9-D618-7782-CEF0-6397637671EF}"/>
              </a:ext>
            </a:extLst>
          </p:cNvPr>
          <p:cNvPicPr>
            <a:picLocks noChangeAspect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8221" y="2490795"/>
            <a:ext cx="1402743" cy="1001618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FC7F5524-4790-0EF3-3230-F7D67B9A7BBC}"/>
              </a:ext>
            </a:extLst>
          </p:cNvPr>
          <p:cNvPicPr>
            <a:picLocks noChangeAspect="1"/>
          </p:cNvPicPr>
          <p:nvPr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68697" y="2760816"/>
            <a:ext cx="1291162" cy="735724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FC21273A-D237-8BA3-9B2E-2A3A03B49C89}"/>
              </a:ext>
            </a:extLst>
          </p:cNvPr>
          <p:cNvPicPr>
            <a:picLocks noChangeAspect="1"/>
          </p:cNvPicPr>
          <p:nvPr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53017" y="2991604"/>
            <a:ext cx="2058366" cy="527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9855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B891A-44AB-213C-184F-B74829BFD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187C3-22E6-1C66-68F8-9460DFA93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0" dirty="0"/>
              <a:t>Metodología: tres pasos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FF5AFF-AAB2-9EDB-0759-5A5979242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516BDC-2EEF-D84D-AE1A-346AD4C669A9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s-ES_tradnl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083DBFAB-1EC7-CC99-C43B-09E12351D5D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61330268"/>
              </p:ext>
            </p:extLst>
          </p:nvPr>
        </p:nvGraphicFramePr>
        <p:xfrm>
          <a:off x="467360" y="1790088"/>
          <a:ext cx="11630120" cy="17938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10" name="Group 9">
            <a:extLst>
              <a:ext uri="{FF2B5EF4-FFF2-40B4-BE49-F238E27FC236}">
                <a16:creationId xmlns:a16="http://schemas.microsoft.com/office/drawing/2014/main" id="{8A191C1F-5746-4ADC-91E4-2B2891C50547}"/>
              </a:ext>
            </a:extLst>
          </p:cNvPr>
          <p:cNvGrpSpPr/>
          <p:nvPr/>
        </p:nvGrpSpPr>
        <p:grpSpPr>
          <a:xfrm>
            <a:off x="249910" y="3833987"/>
            <a:ext cx="1500600" cy="2197632"/>
            <a:chOff x="522346" y="3781059"/>
            <a:chExt cx="1581814" cy="242091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8415BF5-8879-C99B-400B-4CDE0CC90255}"/>
                </a:ext>
              </a:extLst>
            </p:cNvPr>
            <p:cNvSpPr txBox="1"/>
            <p:nvPr/>
          </p:nvSpPr>
          <p:spPr>
            <a:xfrm>
              <a:off x="522346" y="5832642"/>
              <a:ext cx="1581813" cy="3693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Manuscrito</a:t>
              </a:r>
              <a:endParaRPr kumimoji="0" lang="es-ES_tradnl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F4F6B397-C421-3E35-0204-38331D6D56E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-8550" t="-6259" r="-10782" b="-5179"/>
            <a:stretch/>
          </p:blipFill>
          <p:spPr>
            <a:xfrm>
              <a:off x="532857" y="3781059"/>
              <a:ext cx="1571303" cy="20524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BEC1EF0-401C-DAB8-8553-A1EFDD2C3D47}"/>
              </a:ext>
            </a:extLst>
          </p:cNvPr>
          <p:cNvGrpSpPr/>
          <p:nvPr/>
        </p:nvGrpSpPr>
        <p:grpSpPr>
          <a:xfrm>
            <a:off x="8587533" y="3805313"/>
            <a:ext cx="3329157" cy="2726853"/>
            <a:chOff x="8842432" y="3617268"/>
            <a:chExt cx="3349568" cy="2891657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F01E4708-F725-FDE6-B1C7-AE3133BACCD6}"/>
                </a:ext>
              </a:extLst>
            </p:cNvPr>
            <p:cNvGrpSpPr/>
            <p:nvPr/>
          </p:nvGrpSpPr>
          <p:grpSpPr>
            <a:xfrm>
              <a:off x="8842432" y="3617268"/>
              <a:ext cx="3349568" cy="1340717"/>
              <a:chOff x="8852872" y="3647704"/>
              <a:chExt cx="3349568" cy="1340717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41E8369E-899F-5A52-3299-02628FEF9762}"/>
                  </a:ext>
                </a:extLst>
              </p:cNvPr>
              <p:cNvGrpSpPr/>
              <p:nvPr/>
            </p:nvGrpSpPr>
            <p:grpSpPr>
              <a:xfrm>
                <a:off x="8863312" y="3647704"/>
                <a:ext cx="3339128" cy="1340717"/>
                <a:chOff x="4786914" y="4236679"/>
                <a:chExt cx="5924630" cy="2230406"/>
              </a:xfrm>
            </p:grpSpPr>
            <p:pic>
              <p:nvPicPr>
                <p:cNvPr id="18" name="Picture 17" descr="A close up of a device&#10;&#10;Description automatically generated">
                  <a:extLst>
                    <a:ext uri="{FF2B5EF4-FFF2-40B4-BE49-F238E27FC236}">
                      <a16:creationId xmlns:a16="http://schemas.microsoft.com/office/drawing/2014/main" id="{279230B4-B59A-07A1-C754-C269FE013EB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004909" y="4271085"/>
                  <a:ext cx="5447035" cy="2196000"/>
                </a:xfrm>
                <a:prstGeom prst="rect">
                  <a:avLst/>
                </a:prstGeom>
              </p:spPr>
            </p:pic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CBB2B964-2770-CAF7-441F-004830E2835A}"/>
                    </a:ext>
                  </a:extLst>
                </p:cNvPr>
                <p:cNvGrpSpPr/>
                <p:nvPr/>
              </p:nvGrpSpPr>
              <p:grpSpPr>
                <a:xfrm>
                  <a:off x="4786914" y="4236679"/>
                  <a:ext cx="5924630" cy="2229098"/>
                  <a:chOff x="1150397" y="4163425"/>
                  <a:chExt cx="5617540" cy="1484815"/>
                </a:xfrm>
              </p:grpSpPr>
              <p:sp>
                <p:nvSpPr>
                  <p:cNvPr id="20" name="Rectangle 19">
                    <a:extLst>
                      <a:ext uri="{FF2B5EF4-FFF2-40B4-BE49-F238E27FC236}">
                        <a16:creationId xmlns:a16="http://schemas.microsoft.com/office/drawing/2014/main" id="{9DE1E753-625A-5AA1-A158-95207185E168}"/>
                      </a:ext>
                    </a:extLst>
                  </p:cNvPr>
                  <p:cNvSpPr/>
                  <p:nvPr/>
                </p:nvSpPr>
                <p:spPr>
                  <a:xfrm>
                    <a:off x="1150399" y="4548890"/>
                    <a:ext cx="5617538" cy="353451"/>
                  </a:xfrm>
                  <a:prstGeom prst="rect">
                    <a:avLst/>
                  </a:prstGeom>
                  <a:solidFill>
                    <a:srgbClr val="92D050">
                      <a:alpha val="15000"/>
                    </a:srgbClr>
                  </a:solidFill>
                  <a:ln>
                    <a:noFill/>
                  </a:ln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ES_tradnl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" name="Rectangle 20">
                    <a:extLst>
                      <a:ext uri="{FF2B5EF4-FFF2-40B4-BE49-F238E27FC236}">
                        <a16:creationId xmlns:a16="http://schemas.microsoft.com/office/drawing/2014/main" id="{1A6DD436-3466-0035-F163-EEDB929A993E}"/>
                      </a:ext>
                    </a:extLst>
                  </p:cNvPr>
                  <p:cNvSpPr/>
                  <p:nvPr/>
                </p:nvSpPr>
                <p:spPr>
                  <a:xfrm>
                    <a:off x="1150397" y="4900598"/>
                    <a:ext cx="5617538" cy="353451"/>
                  </a:xfrm>
                  <a:prstGeom prst="rect">
                    <a:avLst/>
                  </a:prstGeom>
                  <a:solidFill>
                    <a:srgbClr val="CF6C6A">
                      <a:alpha val="15000"/>
                    </a:srgbClr>
                  </a:solidFill>
                  <a:ln>
                    <a:noFill/>
                  </a:ln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ES_tradnl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2" name="Rectangle 21">
                    <a:extLst>
                      <a:ext uri="{FF2B5EF4-FFF2-40B4-BE49-F238E27FC236}">
                        <a16:creationId xmlns:a16="http://schemas.microsoft.com/office/drawing/2014/main" id="{7671EA32-E7E8-1DBA-11A3-EF3F052B9CD9}"/>
                      </a:ext>
                    </a:extLst>
                  </p:cNvPr>
                  <p:cNvSpPr/>
                  <p:nvPr/>
                </p:nvSpPr>
                <p:spPr>
                  <a:xfrm>
                    <a:off x="1150397" y="5256446"/>
                    <a:ext cx="5617538" cy="391794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1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ES_tradnl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3" name="Rectangle 22">
                    <a:extLst>
                      <a:ext uri="{FF2B5EF4-FFF2-40B4-BE49-F238E27FC236}">
                        <a16:creationId xmlns:a16="http://schemas.microsoft.com/office/drawing/2014/main" id="{97C7A75F-F39D-4C33-545B-E8AD6B37FD66}"/>
                      </a:ext>
                    </a:extLst>
                  </p:cNvPr>
                  <p:cNvSpPr/>
                  <p:nvPr/>
                </p:nvSpPr>
                <p:spPr>
                  <a:xfrm>
                    <a:off x="1150399" y="4163425"/>
                    <a:ext cx="5617538" cy="388406"/>
                  </a:xfrm>
                  <a:prstGeom prst="rect">
                    <a:avLst/>
                  </a:prstGeom>
                  <a:solidFill>
                    <a:schemeClr val="accent1">
                      <a:alpha val="1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ES_tradnl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7F5FBD0-6014-6E66-E5C6-46368BD43A72}"/>
                  </a:ext>
                </a:extLst>
              </p:cNvPr>
              <p:cNvSpPr/>
              <p:nvPr/>
            </p:nvSpPr>
            <p:spPr>
              <a:xfrm>
                <a:off x="8852872" y="3651127"/>
                <a:ext cx="3339128" cy="132130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_tradnl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55CA87C-4483-EE15-491B-1FB908EEDB3D}"/>
                </a:ext>
              </a:extLst>
            </p:cNvPr>
            <p:cNvSpPr txBox="1"/>
            <p:nvPr/>
          </p:nvSpPr>
          <p:spPr>
            <a:xfrm>
              <a:off x="8842432" y="4942307"/>
              <a:ext cx="3339128" cy="156661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Archivo </a:t>
              </a:r>
              <a:r>
                <a:rPr kumimoji="0" lang="es-ES_tradnl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MEI SCORE</a:t>
              </a:r>
              <a:br>
                <a:rPr kumimoji="0" lang="es-ES_tradnl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</a:br>
              <a:r>
                <a:rPr lang="es-ES_tradnl" noProof="0" dirty="0">
                  <a:solidFill>
                    <a:prstClr val="black"/>
                  </a:solidFill>
                  <a:latin typeface="Calibri" panose="020F0502020204030204"/>
                </a:rPr>
                <a:t>con la interpretación de la duración de las notas </a:t>
              </a:r>
              <a:br>
                <a:rPr lang="es-ES_tradnl" noProof="0" dirty="0">
                  <a:solidFill>
                    <a:prstClr val="black"/>
                  </a:solidFill>
                  <a:latin typeface="Calibri" panose="020F0502020204030204"/>
                </a:rPr>
              </a:br>
              <a:r>
                <a:rPr lang="es-ES_tradnl" noProof="0" dirty="0">
                  <a:solidFill>
                    <a:prstClr val="black"/>
                  </a:solidFill>
                  <a:latin typeface="Calibri" panose="020F0502020204030204"/>
                </a:rPr>
                <a:t>y alineamiento de las voces en partitura</a:t>
              </a:r>
              <a:endParaRPr kumimoji="0" lang="es-ES_trad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CE5E6E2D-E0FA-8D00-F4DE-A106A429B09D}"/>
              </a:ext>
            </a:extLst>
          </p:cNvPr>
          <p:cNvGrpSpPr/>
          <p:nvPr/>
        </p:nvGrpSpPr>
        <p:grpSpPr>
          <a:xfrm>
            <a:off x="2116720" y="3828267"/>
            <a:ext cx="2377441" cy="2197632"/>
            <a:chOff x="2081047" y="3348639"/>
            <a:chExt cx="2465251" cy="242173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A37C562-9405-F4DB-4BAD-96936FA86EEC}"/>
                </a:ext>
              </a:extLst>
            </p:cNvPr>
            <p:cNvSpPr/>
            <p:nvPr/>
          </p:nvSpPr>
          <p:spPr>
            <a:xfrm>
              <a:off x="2081049" y="3348639"/>
              <a:ext cx="2465249" cy="20524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_tradn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595F887-C764-D8C0-2BFF-50D9E8996A8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081047" y="3435555"/>
              <a:ext cx="2465249" cy="2334823"/>
              <a:chOff x="2478110" y="3311641"/>
              <a:chExt cx="3017200" cy="2857580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1CA50DC9-9E0F-3CD5-663F-8FC57DA39D3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b="-191"/>
              <a:stretch/>
            </p:blipFill>
            <p:spPr>
              <a:xfrm rot="21262997">
                <a:off x="2678927" y="3342760"/>
                <a:ext cx="1336356" cy="2271637"/>
              </a:xfrm>
              <a:prstGeom prst="rect">
                <a:avLst/>
              </a:prstGeom>
              <a:ln w="12700">
                <a:solidFill>
                  <a:schemeClr val="bg2"/>
                </a:solidFill>
              </a:ln>
            </p:spPr>
          </p:pic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4368CF3-B0D4-8FE7-77AC-D1F89A6C6256}"/>
                  </a:ext>
                </a:extLst>
              </p:cNvPr>
              <p:cNvSpPr txBox="1"/>
              <p:nvPr/>
            </p:nvSpPr>
            <p:spPr>
              <a:xfrm>
                <a:off x="2478110" y="5717197"/>
                <a:ext cx="3017200" cy="45202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S_tradnl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Imágenes digitales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CE58295-ABE5-8016-610F-4778551C3060}"/>
                  </a:ext>
                </a:extLst>
              </p:cNvPr>
              <p:cNvSpPr/>
              <p:nvPr/>
            </p:nvSpPr>
            <p:spPr>
              <a:xfrm rot="21156672">
                <a:off x="2746816" y="3471362"/>
                <a:ext cx="1178783" cy="684000"/>
              </a:xfrm>
              <a:prstGeom prst="rect">
                <a:avLst/>
              </a:prstGeom>
              <a:solidFill>
                <a:srgbClr val="0070C0">
                  <a:alpha val="9804"/>
                </a:srgbClr>
              </a:solidFill>
              <a:ln w="6350">
                <a:solidFill>
                  <a:srgbClr val="0070C0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_tradnl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9688008D-D8B9-0BD5-689C-9B66C3F4F6F4}"/>
                  </a:ext>
                </a:extLst>
              </p:cNvPr>
              <p:cNvSpPr/>
              <p:nvPr/>
            </p:nvSpPr>
            <p:spPr>
              <a:xfrm rot="21156672">
                <a:off x="2842375" y="4300210"/>
                <a:ext cx="1178783" cy="684000"/>
              </a:xfrm>
              <a:prstGeom prst="rect">
                <a:avLst/>
              </a:prstGeom>
              <a:solidFill>
                <a:srgbClr val="C00000">
                  <a:alpha val="9804"/>
                </a:srgbClr>
              </a:solidFill>
              <a:ln w="6350">
                <a:solidFill>
                  <a:srgbClr val="C00000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_tradnl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6DC4BE1E-662C-2DF1-CA23-118BEEF41B3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b="-269"/>
              <a:stretch/>
            </p:blipFill>
            <p:spPr>
              <a:xfrm rot="307372">
                <a:off x="3974329" y="3311641"/>
                <a:ext cx="1281470" cy="2270583"/>
              </a:xfrm>
              <a:prstGeom prst="rect">
                <a:avLst/>
              </a:prstGeom>
              <a:ln w="12700">
                <a:solidFill>
                  <a:schemeClr val="bg2"/>
                </a:solidFill>
              </a:ln>
            </p:spPr>
          </p:pic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629F569E-CD7A-477F-E4C0-F6BFEF8AB409}"/>
                  </a:ext>
                </a:extLst>
              </p:cNvPr>
              <p:cNvSpPr/>
              <p:nvPr/>
            </p:nvSpPr>
            <p:spPr>
              <a:xfrm rot="286521">
                <a:off x="4052997" y="3461238"/>
                <a:ext cx="1178783" cy="684000"/>
              </a:xfrm>
              <a:prstGeom prst="rect">
                <a:avLst/>
              </a:prstGeom>
              <a:solidFill>
                <a:srgbClr val="00B050">
                  <a:alpha val="9804"/>
                </a:srgbClr>
              </a:solidFill>
              <a:ln w="6350">
                <a:solidFill>
                  <a:srgbClr val="00B050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_tradnl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9A727C2F-3D2E-57BE-1A75-FB6D5B92D911}"/>
                  </a:ext>
                </a:extLst>
              </p:cNvPr>
              <p:cNvSpPr/>
              <p:nvPr/>
            </p:nvSpPr>
            <p:spPr>
              <a:xfrm rot="286521">
                <a:off x="3985392" y="4268263"/>
                <a:ext cx="1178783" cy="684000"/>
              </a:xfrm>
              <a:prstGeom prst="rect">
                <a:avLst/>
              </a:prstGeom>
              <a:solidFill>
                <a:srgbClr val="FFC000">
                  <a:alpha val="9804"/>
                </a:srgbClr>
              </a:solidFill>
              <a:ln w="6350">
                <a:solidFill>
                  <a:schemeClr val="accent4">
                    <a:lumMod val="75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_tradnl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CC10C9D-3D7E-5089-9CEC-4874A4CB25B4}"/>
              </a:ext>
            </a:extLst>
          </p:cNvPr>
          <p:cNvGrpSpPr/>
          <p:nvPr/>
        </p:nvGrpSpPr>
        <p:grpSpPr>
          <a:xfrm>
            <a:off x="5089198" y="3828274"/>
            <a:ext cx="3064778" cy="2680301"/>
            <a:chOff x="5798213" y="3770808"/>
            <a:chExt cx="3008874" cy="2629276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B7EAF68-3E20-551C-3289-2570156FAF10}"/>
                </a:ext>
              </a:extLst>
            </p:cNvPr>
            <p:cNvSpPr txBox="1"/>
            <p:nvPr/>
          </p:nvSpPr>
          <p:spPr>
            <a:xfrm>
              <a:off x="5798213" y="5494331"/>
              <a:ext cx="3008874" cy="90575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Archivo </a:t>
              </a:r>
              <a:r>
                <a:rPr kumimoji="0" lang="es-ES_tradnl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MEI PARTS</a:t>
              </a:r>
              <a:r>
                <a:rPr kumimoji="0" lang="es-ES_tradnl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  <a:br>
                <a:rPr kumimoji="0" lang="es-ES_tradnl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</a:br>
              <a:r>
                <a:rPr kumimoji="0" lang="es-ES_tradnl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codifica los </a:t>
              </a:r>
              <a:r>
                <a:rPr kumimoji="0" lang="es-ES_tradnl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símbolos</a:t>
              </a:r>
              <a:r>
                <a:rPr kumimoji="0" lang="es-ES_tradnl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de cada parte o voz en las imágenes</a:t>
              </a:r>
            </a:p>
          </p:txBody>
        </p: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B43DF562-B557-DB22-F733-7B8C5F7D94D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-744" r="-1756"/>
            <a:stretch/>
          </p:blipFill>
          <p:spPr>
            <a:xfrm>
              <a:off x="5802575" y="3770808"/>
              <a:ext cx="2999659" cy="171760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pic>
        <p:nvPicPr>
          <p:cNvPr id="32" name="Picture 31">
            <a:extLst>
              <a:ext uri="{FF2B5EF4-FFF2-40B4-BE49-F238E27FC236}">
                <a16:creationId xmlns:a16="http://schemas.microsoft.com/office/drawing/2014/main" id="{335B7A5E-E09D-3906-DE0D-E3E10FA64B5E}"/>
              </a:ext>
            </a:extLst>
          </p:cNvPr>
          <p:cNvPicPr>
            <a:picLocks noChangeAspect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8221" y="2490795"/>
            <a:ext cx="1402743" cy="1001618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FD8A964A-CD5B-C87A-BD08-4A1E6FB75CA3}"/>
              </a:ext>
            </a:extLst>
          </p:cNvPr>
          <p:cNvPicPr>
            <a:picLocks noChangeAspect="1"/>
          </p:cNvPicPr>
          <p:nvPr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68697" y="2760816"/>
            <a:ext cx="1291162" cy="735724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BBC068D6-77D8-E7EC-B06F-B597F22219B0}"/>
              </a:ext>
            </a:extLst>
          </p:cNvPr>
          <p:cNvPicPr>
            <a:picLocks noChangeAspect="1"/>
          </p:cNvPicPr>
          <p:nvPr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53017" y="2991604"/>
            <a:ext cx="2058366" cy="527111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511FD461-F601-051D-0EC2-22D3C5439A6B}"/>
              </a:ext>
            </a:extLst>
          </p:cNvPr>
          <p:cNvSpPr/>
          <p:nvPr/>
        </p:nvSpPr>
        <p:spPr>
          <a:xfrm rot="21243462">
            <a:off x="8377907" y="4220323"/>
            <a:ext cx="3814991" cy="1648639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ES" sz="2000" dirty="0">
                <a:solidFill>
                  <a:schemeClr val="bg1"/>
                </a:solidFill>
              </a:rPr>
              <a:t>Herramienta de marcado de posibles errores de contrapunto integrada en el </a:t>
            </a:r>
            <a:br>
              <a:rPr lang="en-ES" sz="2000" dirty="0">
                <a:solidFill>
                  <a:schemeClr val="bg1"/>
                </a:solidFill>
              </a:rPr>
            </a:br>
            <a:r>
              <a:rPr lang="en-ES" sz="2000" dirty="0">
                <a:solidFill>
                  <a:schemeClr val="bg1"/>
                </a:solidFill>
              </a:rPr>
              <a:t>Measuring Polyphony Editor</a:t>
            </a:r>
          </a:p>
        </p:txBody>
      </p:sp>
    </p:spTree>
    <p:extLst>
      <p:ext uri="{BB962C8B-B14F-4D97-AF65-F5344CB8AC3E}">
        <p14:creationId xmlns:p14="http://schemas.microsoft.com/office/powerpoint/2010/main" val="3487453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53036F-C9D1-9257-0079-BCDDDF910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068FBB84-544C-A04C-A3A4-7697852BFAF3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Content Placeholder 4" descr="A screenshot of a music book&#10;&#10;Description automatically generated">
            <a:extLst>
              <a:ext uri="{FF2B5EF4-FFF2-40B4-BE49-F238E27FC236}">
                <a16:creationId xmlns:a16="http://schemas.microsoft.com/office/drawing/2014/main" id="{FDB3BAAB-CCA9-E9D6-F4B7-7AB3D7DD64D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60457" y="832757"/>
            <a:ext cx="10471086" cy="5136605"/>
          </a:xfrm>
          <a:prstGeom prst="roundRect">
            <a:avLst/>
          </a:prstGeom>
          <a:ln>
            <a:solidFill>
              <a:schemeClr val="tx1"/>
            </a:solidFill>
          </a:ln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AE25411-4BE5-2C2A-5234-6F022373C9D6}"/>
              </a:ext>
            </a:extLst>
          </p:cNvPr>
          <p:cNvSpPr/>
          <p:nvPr/>
        </p:nvSpPr>
        <p:spPr>
          <a:xfrm>
            <a:off x="7658099" y="4506684"/>
            <a:ext cx="3673443" cy="979716"/>
          </a:xfrm>
          <a:prstGeom prst="roundRect">
            <a:avLst/>
          </a:prstGeom>
          <a:solidFill>
            <a:schemeClr val="accent2">
              <a:alpha val="15294"/>
            </a:schemeClr>
          </a:solidFill>
          <a:ln w="12700">
            <a:solidFill>
              <a:srgbClr val="E5507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E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highlight>
                <a:srgbClr val="ED7D31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12744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E887161-0CA6-6CA3-688C-16EF24A8CFA0}"/>
              </a:ext>
            </a:extLst>
          </p:cNvPr>
          <p:cNvGrpSpPr/>
          <p:nvPr/>
        </p:nvGrpSpPr>
        <p:grpSpPr>
          <a:xfrm>
            <a:off x="585150" y="1188396"/>
            <a:ext cx="10947476" cy="4143963"/>
            <a:chOff x="585150" y="1190543"/>
            <a:chExt cx="10947476" cy="414396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E977B3C-7B4D-89D6-030C-1490153424B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85150" y="1190543"/>
              <a:ext cx="10947476" cy="4143963"/>
              <a:chOff x="2315043" y="2480955"/>
              <a:chExt cx="7817948" cy="2951774"/>
            </a:xfrm>
          </p:grpSpPr>
          <p:pic>
            <p:nvPicPr>
              <p:cNvPr id="35" name="Picture 34">
                <a:extLst>
                  <a:ext uri="{FF2B5EF4-FFF2-40B4-BE49-F238E27FC236}">
                    <a16:creationId xmlns:a16="http://schemas.microsoft.com/office/drawing/2014/main" id="{773B06E4-A95E-7C62-7C21-845FEC464DC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2315043" y="2480955"/>
                <a:ext cx="7817948" cy="295177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41EFD02F-5F03-38B1-A128-827A8029A8B6}"/>
                  </a:ext>
                </a:extLst>
              </p:cNvPr>
              <p:cNvSpPr/>
              <p:nvPr/>
            </p:nvSpPr>
            <p:spPr>
              <a:xfrm>
                <a:off x="3994150" y="2933700"/>
                <a:ext cx="717550" cy="17145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56BC1AD6-64D2-E7F3-1DCF-8F7039B20B2B}"/>
                  </a:ext>
                </a:extLst>
              </p:cNvPr>
              <p:cNvSpPr/>
              <p:nvPr/>
            </p:nvSpPr>
            <p:spPr>
              <a:xfrm>
                <a:off x="6390806" y="2933700"/>
                <a:ext cx="805521" cy="1651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9A32A3F7-3F17-54A4-0E6B-FF614C0E9620}"/>
                  </a:ext>
                </a:extLst>
              </p:cNvPr>
              <p:cNvSpPr/>
              <p:nvPr/>
            </p:nvSpPr>
            <p:spPr>
              <a:xfrm>
                <a:off x="4095750" y="3752851"/>
                <a:ext cx="717550" cy="17145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9EA03D1A-531A-B7F6-5B2F-4213D226117B}"/>
                  </a:ext>
                </a:extLst>
              </p:cNvPr>
              <p:cNvSpPr/>
              <p:nvPr/>
            </p:nvSpPr>
            <p:spPr>
              <a:xfrm>
                <a:off x="7269944" y="3717926"/>
                <a:ext cx="717550" cy="17145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DF8AB30B-0130-3D8D-CBAC-E583DCB984F6}"/>
                  </a:ext>
                </a:extLst>
              </p:cNvPr>
              <p:cNvSpPr/>
              <p:nvPr/>
            </p:nvSpPr>
            <p:spPr>
              <a:xfrm>
                <a:off x="7628719" y="3698876"/>
                <a:ext cx="717550" cy="17145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E0D0E084-3D6D-38E6-70E3-E938FEAF12B2}"/>
                  </a:ext>
                </a:extLst>
              </p:cNvPr>
              <p:cNvSpPr/>
              <p:nvPr/>
            </p:nvSpPr>
            <p:spPr>
              <a:xfrm>
                <a:off x="3276600" y="4405618"/>
                <a:ext cx="717550" cy="17145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6DB66DE1-C83F-4213-8F90-D45668CDC66D}"/>
                  </a:ext>
                </a:extLst>
              </p:cNvPr>
              <p:cNvSpPr/>
              <p:nvPr/>
            </p:nvSpPr>
            <p:spPr>
              <a:xfrm>
                <a:off x="5593544" y="4426014"/>
                <a:ext cx="717550" cy="17145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74495E1D-E902-0198-FCE5-336D9B3986E2}"/>
                  </a:ext>
                </a:extLst>
              </p:cNvPr>
              <p:cNvSpPr/>
              <p:nvPr/>
            </p:nvSpPr>
            <p:spPr>
              <a:xfrm>
                <a:off x="5865242" y="5105272"/>
                <a:ext cx="717550" cy="17145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80B41049-8609-E708-CF4D-3727776DFEC1}"/>
                  </a:ext>
                </a:extLst>
              </p:cNvPr>
              <p:cNvSpPr/>
              <p:nvPr/>
            </p:nvSpPr>
            <p:spPr>
              <a:xfrm>
                <a:off x="3390900" y="5135255"/>
                <a:ext cx="717550" cy="17145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176248BD-CDF6-CA98-11A5-321085201921}"/>
                  </a:ext>
                </a:extLst>
              </p:cNvPr>
              <p:cNvSpPr/>
              <p:nvPr/>
            </p:nvSpPr>
            <p:spPr>
              <a:xfrm>
                <a:off x="9617950" y="5081831"/>
                <a:ext cx="477056" cy="17145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A60FA3F-AA37-4F4F-58C0-AD80C7C80005}"/>
                </a:ext>
              </a:extLst>
            </p:cNvPr>
            <p:cNvSpPr/>
            <p:nvPr/>
          </p:nvSpPr>
          <p:spPr>
            <a:xfrm>
              <a:off x="8782050" y="1885950"/>
              <a:ext cx="914400" cy="304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E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F8CF363E-1F72-264C-3AE0-5A8CF1B4451C}"/>
                </a:ext>
              </a:extLst>
            </p:cNvPr>
            <p:cNvSpPr/>
            <p:nvPr/>
          </p:nvSpPr>
          <p:spPr>
            <a:xfrm>
              <a:off x="6847530" y="2991778"/>
              <a:ext cx="4453337" cy="304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E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0EDB9A50-5523-DC79-B176-BB201394B6C4}"/>
                </a:ext>
              </a:extLst>
            </p:cNvPr>
            <p:cNvSpPr/>
            <p:nvPr/>
          </p:nvSpPr>
          <p:spPr>
            <a:xfrm>
              <a:off x="6434538" y="3968838"/>
              <a:ext cx="5044898" cy="304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E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A194D8A1-FFFC-CE84-E2E6-9116E6F64C95}"/>
                </a:ext>
              </a:extLst>
            </p:cNvPr>
            <p:cNvSpPr/>
            <p:nvPr/>
          </p:nvSpPr>
          <p:spPr>
            <a:xfrm>
              <a:off x="3096459" y="4994283"/>
              <a:ext cx="8330051" cy="304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ES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2D6697BD-6509-454D-2465-59547CA30893}"/>
              </a:ext>
            </a:extLst>
          </p:cNvPr>
          <p:cNvGrpSpPr>
            <a:grpSpLocks noChangeAspect="1"/>
          </p:cNvGrpSpPr>
          <p:nvPr/>
        </p:nvGrpSpPr>
        <p:grpSpPr>
          <a:xfrm>
            <a:off x="585150" y="1190543"/>
            <a:ext cx="10947476" cy="4143963"/>
            <a:chOff x="2315043" y="2480955"/>
            <a:chExt cx="7817948" cy="295177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B4F1BF1-D843-4691-CCDE-9EF4C2CBCD5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315043" y="2480955"/>
              <a:ext cx="7817948" cy="295177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4AE4134-C724-5A3C-B560-6B0A48DF663E}"/>
                </a:ext>
              </a:extLst>
            </p:cNvPr>
            <p:cNvSpPr/>
            <p:nvPr/>
          </p:nvSpPr>
          <p:spPr>
            <a:xfrm>
              <a:off x="3994150" y="2933700"/>
              <a:ext cx="717550" cy="1714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1AAA879-0D41-10EF-AF08-74A7A1109FA6}"/>
                </a:ext>
              </a:extLst>
            </p:cNvPr>
            <p:cNvSpPr/>
            <p:nvPr/>
          </p:nvSpPr>
          <p:spPr>
            <a:xfrm>
              <a:off x="6390806" y="2933700"/>
              <a:ext cx="805521" cy="1651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D32C885-13D8-1F3D-4D1A-E0B362091420}"/>
                </a:ext>
              </a:extLst>
            </p:cNvPr>
            <p:cNvSpPr/>
            <p:nvPr/>
          </p:nvSpPr>
          <p:spPr>
            <a:xfrm>
              <a:off x="4095750" y="3752851"/>
              <a:ext cx="717550" cy="1714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4290984-6F19-07F9-B44A-7E1AE0832EC6}"/>
                </a:ext>
              </a:extLst>
            </p:cNvPr>
            <p:cNvSpPr/>
            <p:nvPr/>
          </p:nvSpPr>
          <p:spPr>
            <a:xfrm>
              <a:off x="7269944" y="3717926"/>
              <a:ext cx="717550" cy="1714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833EFB0-989A-8DD2-BAEB-8FE34CA397DD}"/>
                </a:ext>
              </a:extLst>
            </p:cNvPr>
            <p:cNvSpPr/>
            <p:nvPr/>
          </p:nvSpPr>
          <p:spPr>
            <a:xfrm>
              <a:off x="7628719" y="3698876"/>
              <a:ext cx="717550" cy="1714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9BF5B74-FCD3-B1EE-A842-F55A8D5B65F7}"/>
                </a:ext>
              </a:extLst>
            </p:cNvPr>
            <p:cNvSpPr/>
            <p:nvPr/>
          </p:nvSpPr>
          <p:spPr>
            <a:xfrm>
              <a:off x="3276600" y="4405618"/>
              <a:ext cx="717550" cy="1714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653C47F-4EB1-E1DD-AA68-1F713A64DAE8}"/>
                </a:ext>
              </a:extLst>
            </p:cNvPr>
            <p:cNvSpPr/>
            <p:nvPr/>
          </p:nvSpPr>
          <p:spPr>
            <a:xfrm>
              <a:off x="5593544" y="4426014"/>
              <a:ext cx="717550" cy="1714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EE3525B-FA91-22C9-67AD-FA1CE95C96DC}"/>
                </a:ext>
              </a:extLst>
            </p:cNvPr>
            <p:cNvSpPr/>
            <p:nvPr/>
          </p:nvSpPr>
          <p:spPr>
            <a:xfrm>
              <a:off x="5865242" y="5105272"/>
              <a:ext cx="717550" cy="1714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AA6DC8A-A6E5-34BF-0207-BF3848F4F3AA}"/>
                </a:ext>
              </a:extLst>
            </p:cNvPr>
            <p:cNvSpPr/>
            <p:nvPr/>
          </p:nvSpPr>
          <p:spPr>
            <a:xfrm>
              <a:off x="3390900" y="5135255"/>
              <a:ext cx="717550" cy="1714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611DC7A-8773-D579-4119-438E56D2EFF3}"/>
                </a:ext>
              </a:extLst>
            </p:cNvPr>
            <p:cNvSpPr/>
            <p:nvPr/>
          </p:nvSpPr>
          <p:spPr>
            <a:xfrm>
              <a:off x="9617950" y="5081831"/>
              <a:ext cx="477056" cy="1714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1B98CBC-D290-258A-1CDD-188FC05CCC34}"/>
              </a:ext>
            </a:extLst>
          </p:cNvPr>
          <p:cNvGrpSpPr>
            <a:grpSpLocks noChangeAspect="1"/>
          </p:cNvGrpSpPr>
          <p:nvPr/>
        </p:nvGrpSpPr>
        <p:grpSpPr>
          <a:xfrm>
            <a:off x="3102822" y="3072977"/>
            <a:ext cx="5594280" cy="2202337"/>
            <a:chOff x="4084320" y="3423685"/>
            <a:chExt cx="5058961" cy="1991595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145E2CD-B68C-6773-A7D7-CE2D124C9DCD}"/>
                </a:ext>
              </a:extLst>
            </p:cNvPr>
            <p:cNvSpPr/>
            <p:nvPr/>
          </p:nvSpPr>
          <p:spPr>
            <a:xfrm>
              <a:off x="4084320" y="5191760"/>
              <a:ext cx="233680" cy="223520"/>
            </a:xfrm>
            <a:prstGeom prst="ellipse">
              <a:avLst/>
            </a:prstGeom>
            <a:solidFill>
              <a:srgbClr val="5B9BD5">
                <a:alpha val="16078"/>
              </a:srgbClr>
            </a:solidFill>
            <a:ln>
              <a:solidFill>
                <a:srgbClr val="0070C0"/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6818099-568E-27E6-9F0D-2C711137020E}"/>
                </a:ext>
              </a:extLst>
            </p:cNvPr>
            <p:cNvSpPr/>
            <p:nvPr/>
          </p:nvSpPr>
          <p:spPr>
            <a:xfrm>
              <a:off x="7145721" y="5172303"/>
              <a:ext cx="233680" cy="223520"/>
            </a:xfrm>
            <a:prstGeom prst="ellipse">
              <a:avLst/>
            </a:prstGeom>
            <a:solidFill>
              <a:srgbClr val="5B9BD5">
                <a:alpha val="16078"/>
              </a:srgbClr>
            </a:solidFill>
            <a:ln>
              <a:solidFill>
                <a:srgbClr val="0070C0"/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FD846823-F2B8-120B-1E96-87E44463DC1A}"/>
                </a:ext>
              </a:extLst>
            </p:cNvPr>
            <p:cNvSpPr/>
            <p:nvPr/>
          </p:nvSpPr>
          <p:spPr>
            <a:xfrm>
              <a:off x="8398561" y="3429535"/>
              <a:ext cx="233680" cy="223520"/>
            </a:xfrm>
            <a:prstGeom prst="ellipse">
              <a:avLst/>
            </a:prstGeom>
            <a:solidFill>
              <a:srgbClr val="5B9BD5">
                <a:alpha val="16078"/>
              </a:srgbClr>
            </a:solidFill>
            <a:ln>
              <a:solidFill>
                <a:srgbClr val="0070C0"/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8599C892-CA0F-F6EC-269D-4575EDF78F22}"/>
                </a:ext>
              </a:extLst>
            </p:cNvPr>
            <p:cNvSpPr/>
            <p:nvPr/>
          </p:nvSpPr>
          <p:spPr>
            <a:xfrm>
              <a:off x="8909601" y="3423685"/>
              <a:ext cx="233680" cy="223520"/>
            </a:xfrm>
            <a:prstGeom prst="ellipse">
              <a:avLst/>
            </a:prstGeom>
            <a:solidFill>
              <a:srgbClr val="5B9BD5">
                <a:alpha val="16078"/>
              </a:srgbClr>
            </a:solidFill>
            <a:ln>
              <a:solidFill>
                <a:srgbClr val="0070C0"/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5860EA77-E93D-18B4-AF21-D3DBC3F922AA}"/>
              </a:ext>
            </a:extLst>
          </p:cNvPr>
          <p:cNvSpPr>
            <a:spLocks noChangeAspect="1"/>
          </p:cNvSpPr>
          <p:nvPr/>
        </p:nvSpPr>
        <p:spPr>
          <a:xfrm>
            <a:off x="6405234" y="4026752"/>
            <a:ext cx="263455" cy="252000"/>
          </a:xfrm>
          <a:prstGeom prst="ellipse">
            <a:avLst/>
          </a:prstGeom>
          <a:solidFill>
            <a:schemeClr val="accent6">
              <a:alpha val="16078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5A859B0-3FA2-6A47-EDC0-11F10051D783}"/>
              </a:ext>
            </a:extLst>
          </p:cNvPr>
          <p:cNvSpPr>
            <a:spLocks noChangeAspect="1"/>
          </p:cNvSpPr>
          <p:nvPr/>
        </p:nvSpPr>
        <p:spPr>
          <a:xfrm>
            <a:off x="6757652" y="3077032"/>
            <a:ext cx="263455" cy="252000"/>
          </a:xfrm>
          <a:prstGeom prst="ellipse">
            <a:avLst/>
          </a:prstGeom>
          <a:solidFill>
            <a:srgbClr val="E3766F">
              <a:alpha val="16078"/>
            </a:srgbClr>
          </a:solidFill>
          <a:ln>
            <a:solidFill>
              <a:srgbClr val="E3766F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7F13DB5-7DE5-0710-CA1B-A573D55C6DE7}"/>
              </a:ext>
            </a:extLst>
          </p:cNvPr>
          <p:cNvSpPr>
            <a:spLocks noChangeAspect="1"/>
          </p:cNvSpPr>
          <p:nvPr/>
        </p:nvSpPr>
        <p:spPr>
          <a:xfrm>
            <a:off x="10103589" y="4026752"/>
            <a:ext cx="263455" cy="252000"/>
          </a:xfrm>
          <a:prstGeom prst="ellipse">
            <a:avLst/>
          </a:prstGeom>
          <a:solidFill>
            <a:srgbClr val="7030A0">
              <a:alpha val="16078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3A96D6B-0380-3AC1-9BFD-02062881973F}"/>
              </a:ext>
            </a:extLst>
          </p:cNvPr>
          <p:cNvGrpSpPr/>
          <p:nvPr/>
        </p:nvGrpSpPr>
        <p:grpSpPr>
          <a:xfrm>
            <a:off x="8861081" y="1942038"/>
            <a:ext cx="2224562" cy="3327730"/>
            <a:chOff x="8898193" y="2274331"/>
            <a:chExt cx="2224562" cy="3327730"/>
          </a:xfrm>
        </p:grpSpPr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726C7B08-FF07-AE0C-A88E-0E446D40FDF5}"/>
                </a:ext>
              </a:extLst>
            </p:cNvPr>
            <p:cNvSpPr/>
            <p:nvPr/>
          </p:nvSpPr>
          <p:spPr>
            <a:xfrm>
              <a:off x="8917858" y="5314061"/>
              <a:ext cx="252000" cy="288000"/>
            </a:xfrm>
            <a:prstGeom prst="roundRect">
              <a:avLst/>
            </a:prstGeom>
            <a:solidFill>
              <a:srgbClr val="A6A6A6">
                <a:alpha val="14902"/>
              </a:srgb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4FFA816C-2E45-A377-1764-B1FB49428212}"/>
                </a:ext>
              </a:extLst>
            </p:cNvPr>
            <p:cNvSpPr/>
            <p:nvPr/>
          </p:nvSpPr>
          <p:spPr>
            <a:xfrm>
              <a:off x="8898193" y="2274331"/>
              <a:ext cx="252000" cy="288000"/>
            </a:xfrm>
            <a:prstGeom prst="roundRect">
              <a:avLst/>
            </a:prstGeom>
            <a:solidFill>
              <a:srgbClr val="A6A6A6">
                <a:alpha val="14902"/>
              </a:srgb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Rounded Rectangle 28">
              <a:extLst>
                <a:ext uri="{FF2B5EF4-FFF2-40B4-BE49-F238E27FC236}">
                  <a16:creationId xmlns:a16="http://schemas.microsoft.com/office/drawing/2014/main" id="{B37F58B8-E6B8-94A5-8777-A573D3767371}"/>
                </a:ext>
              </a:extLst>
            </p:cNvPr>
            <p:cNvSpPr/>
            <p:nvPr/>
          </p:nvSpPr>
          <p:spPr>
            <a:xfrm>
              <a:off x="10996755" y="3400443"/>
              <a:ext cx="126000" cy="288000"/>
            </a:xfrm>
            <a:prstGeom prst="roundRect">
              <a:avLst/>
            </a:prstGeom>
            <a:solidFill>
              <a:srgbClr val="A6A6A6">
                <a:alpha val="14902"/>
              </a:srgb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1BF36056-0FF4-B66F-804C-04FC0D94D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0207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1845F5A-061D-4825-9AE9-D7794091C6C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itle 9">
            <a:extLst>
              <a:ext uri="{FF2B5EF4-FFF2-40B4-BE49-F238E27FC236}">
                <a16:creationId xmlns:a16="http://schemas.microsoft.com/office/drawing/2014/main" id="{31173B0D-044D-66DF-5F5C-A7F763FCBF68}"/>
              </a:ext>
            </a:extLst>
          </p:cNvPr>
          <p:cNvSpPr txBox="1">
            <a:spLocks/>
          </p:cNvSpPr>
          <p:nvPr/>
        </p:nvSpPr>
        <p:spPr>
          <a:xfrm>
            <a:off x="197494" y="5028142"/>
            <a:ext cx="5130941" cy="1275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P/p:   </a:t>
            </a:r>
            <a:r>
              <a:rPr kumimoji="0" lang="es-ES_tradnl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Nota de paso (passing </a:t>
            </a:r>
            <a:r>
              <a:rPr kumimoji="0" lang="es-ES_tradnl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tone</a:t>
            </a:r>
            <a:r>
              <a:rPr kumimoji="0" lang="es-ES_tradnl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N/n:   </a:t>
            </a:r>
            <a:r>
              <a:rPr kumimoji="0" lang="es-ES_tradnl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Nota vecina (</a:t>
            </a:r>
            <a:r>
              <a:rPr kumimoji="0" lang="es-ES_tradnl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neighbour</a:t>
            </a:r>
            <a:r>
              <a:rPr kumimoji="0" lang="es-ES_tradnl" sz="14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 </a:t>
            </a:r>
            <a:r>
              <a:rPr kumimoji="0" lang="es-ES_tradnl" sz="1400" b="0" i="0" u="none" strike="noStrike" kern="1200" cap="none" spc="0" normalizeH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tone</a:t>
            </a:r>
            <a:r>
              <a:rPr kumimoji="0" lang="es-ES_tradnl" sz="14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)</a:t>
            </a:r>
            <a:endParaRPr kumimoji="0" lang="es-ES_tradnl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s:        </a:t>
            </a:r>
            <a:r>
              <a:rPr kumimoji="0" lang="es-ES_tradnl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Suspensión (</a:t>
            </a:r>
            <a:r>
              <a:rPr kumimoji="0" lang="es-ES_tradnl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suspension</a:t>
            </a:r>
            <a:r>
              <a:rPr kumimoji="0" lang="es-ES_tradnl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g:</a:t>
            </a:r>
            <a:r>
              <a:rPr kumimoji="0" lang="es-ES_tradnl" sz="140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       </a:t>
            </a:r>
            <a:r>
              <a:rPr kumimoji="0" lang="es-ES_tradnl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Agente de la suspensión (</a:t>
            </a:r>
            <a:r>
              <a:rPr kumimoji="0" lang="es-ES_tradnl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agent</a:t>
            </a:r>
            <a:r>
              <a:rPr kumimoji="0" lang="es-ES_tradnl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 </a:t>
            </a:r>
            <a:r>
              <a:rPr kumimoji="0" lang="es-ES_tradnl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of</a:t>
            </a:r>
            <a:r>
              <a:rPr kumimoji="0" lang="es-ES_tradnl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 </a:t>
            </a:r>
            <a:r>
              <a:rPr kumimoji="0" lang="es-ES_tradnl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the</a:t>
            </a:r>
            <a:r>
              <a:rPr kumimoji="0" lang="es-ES_tradnl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 </a:t>
            </a:r>
            <a:r>
              <a:rPr kumimoji="0" lang="es-ES_tradnl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suspension</a:t>
            </a:r>
            <a:r>
              <a:rPr kumimoji="0" lang="es-ES_tradnl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400" b="1" i="0" u="none" strike="noStrike" kern="1200" cap="none" spc="0" normalizeH="0" baseline="0" noProof="0" dirty="0">
                <a:ln>
                  <a:noFill/>
                </a:ln>
                <a:solidFill>
                  <a:srgbClr val="FF8B00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Z/z:</a:t>
            </a:r>
            <a:r>
              <a:rPr kumimoji="0" lang="es-ES_tradnl" sz="1400" i="0" u="none" strike="noStrike" kern="1200" cap="none" spc="0" normalizeH="0" baseline="0" noProof="0" dirty="0">
                <a:ln>
                  <a:noFill/>
                </a:ln>
                <a:solidFill>
                  <a:srgbClr val="FF8B00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     </a:t>
            </a:r>
            <a:r>
              <a:rPr kumimoji="0" lang="es-ES_tradnl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Sin clasificación (2</a:t>
            </a:r>
            <a:r>
              <a:rPr kumimoji="0" lang="es-ES_tradnl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nd</a:t>
            </a:r>
            <a:r>
              <a:rPr kumimoji="0" lang="es-ES_tradnl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 </a:t>
            </a:r>
            <a:r>
              <a:rPr kumimoji="0" lang="es-ES_tradnl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or</a:t>
            </a:r>
            <a:r>
              <a:rPr kumimoji="0" lang="es-ES_tradnl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 7</a:t>
            </a:r>
            <a:r>
              <a:rPr kumimoji="0" lang="es-ES_tradnl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th</a:t>
            </a:r>
            <a:r>
              <a:rPr kumimoji="0" lang="es-ES_tradnl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 / 4</a:t>
            </a:r>
            <a:r>
              <a:rPr kumimoji="0" lang="es-ES_tradnl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th</a:t>
            </a:r>
            <a:r>
              <a:rPr kumimoji="0" lang="es-ES_tradnl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400" b="1" i="0" u="none" strike="noStrike" kern="1200" cap="none" spc="0" normalizeH="0" baseline="0" noProof="0" dirty="0">
                <a:ln>
                  <a:noFill/>
                </a:ln>
                <a:solidFill>
                  <a:srgbClr val="FF8B00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l:</a:t>
            </a:r>
            <a:r>
              <a:rPr kumimoji="0" lang="es-ES_tradnl" sz="1400" i="0" u="none" strike="noStrike" kern="1200" cap="none" spc="0" normalizeH="0" baseline="0" noProof="0" dirty="0">
                <a:ln>
                  <a:noFill/>
                </a:ln>
                <a:solidFill>
                  <a:srgbClr val="FF8B00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         </a:t>
            </a:r>
            <a:r>
              <a:rPr kumimoji="0" lang="es-ES_tradnl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Sin</a:t>
            </a:r>
            <a:r>
              <a:rPr kumimoji="0" lang="es-ES_tradnl" sz="140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 clasificación pero en movimiento paralelo</a:t>
            </a:r>
            <a:endParaRPr kumimoji="0" lang="es-ES_tradnl" sz="1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+mj-ea"/>
              <a:cs typeface="+mj-cs"/>
            </a:endParaRPr>
          </a:p>
        </p:txBody>
      </p:sp>
      <p:sp>
        <p:nvSpPr>
          <p:cNvPr id="27" name="Title 9">
            <a:extLst>
              <a:ext uri="{FF2B5EF4-FFF2-40B4-BE49-F238E27FC236}">
                <a16:creationId xmlns:a16="http://schemas.microsoft.com/office/drawing/2014/main" id="{D9671FE6-24FE-801F-2325-9C2E83639D5D}"/>
              </a:ext>
            </a:extLst>
          </p:cNvPr>
          <p:cNvSpPr txBox="1">
            <a:spLocks/>
          </p:cNvSpPr>
          <p:nvPr/>
        </p:nvSpPr>
        <p:spPr>
          <a:xfrm>
            <a:off x="5205966" y="5307232"/>
            <a:ext cx="6763140" cy="127599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Measuring</a:t>
            </a:r>
            <a:r>
              <a:rPr kumimoji="0" lang="es-ES_tradnl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 </a:t>
            </a:r>
            <a:r>
              <a:rPr kumimoji="0" lang="es-ES_tradnl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Polyphony</a:t>
            </a:r>
            <a:r>
              <a:rPr kumimoji="0" lang="es-ES_tradnl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 Editor con disonancias </a:t>
            </a:r>
            <a:r>
              <a:rPr kumimoji="0" lang="es-ES_tradnl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“conocidas” </a:t>
            </a:r>
            <a:r>
              <a:rPr lang="es-ES_tradnl" sz="2000" b="1" dirty="0">
                <a:solidFill>
                  <a:prstClr val="black"/>
                </a:solidFill>
                <a:latin typeface="Century Gothic" panose="020B0502020202020204" pitchFamily="34" charset="0"/>
              </a:rPr>
              <a:t>vs</a:t>
            </a:r>
            <a:r>
              <a:rPr kumimoji="0" lang="es-ES_tradnl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 </a:t>
            </a:r>
            <a:r>
              <a:rPr kumimoji="0" lang="es-ES_tradnl" sz="2000" b="1" i="0" u="none" strike="noStrike" kern="1200" cap="none" spc="0" normalizeH="0" baseline="0" noProof="0" dirty="0">
                <a:ln>
                  <a:noFill/>
                </a:ln>
                <a:solidFill>
                  <a:srgbClr val="FF8B00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“desconocidas”</a:t>
            </a:r>
            <a:endParaRPr kumimoji="0" lang="es-ES_tradnl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(</a:t>
            </a:r>
            <a:r>
              <a:rPr kumimoji="0" lang="es-ES_trad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las </a:t>
            </a:r>
            <a:r>
              <a:rPr kumimoji="0" lang="es-ES_tradnl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etiquestas</a:t>
            </a:r>
            <a:r>
              <a:rPr kumimoji="0" lang="es-ES_trad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 vienen del </a:t>
            </a:r>
            <a:r>
              <a:rPr kumimoji="0" lang="es-ES_tradnl" sz="18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highlight>
                  <a:srgbClr val="C0C0C0"/>
                </a:highlight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humlib’s</a:t>
            </a:r>
            <a:r>
              <a:rPr kumimoji="0" lang="es-ES_tradnl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C0C0C0"/>
                </a:highlight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 </a:t>
            </a:r>
            <a:r>
              <a:rPr kumimoji="0" lang="es-ES_tradnl" sz="18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highlight>
                  <a:srgbClr val="C0C0C0"/>
                </a:highlight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dissonant</a:t>
            </a:r>
            <a:r>
              <a:rPr kumimoji="0" lang="es-ES_tradnl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C0C0C0"/>
                </a:highlight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 </a:t>
            </a:r>
            <a:r>
              <a:rPr kumimoji="0" lang="es-ES_tradnl" sz="18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highlight>
                  <a:srgbClr val="C0C0C0"/>
                </a:highlight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filter</a:t>
            </a:r>
            <a:r>
              <a:rPr kumimoji="0" lang="es-ES_tradnl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,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200" b="0" i="1" u="none" strike="noStrike" kern="1200" cap="none" spc="-2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_tradnl" sz="1400" spc="-50" dirty="0">
                <a:solidFill>
                  <a:prstClr val="black"/>
                </a:solidFill>
                <a:highlight>
                  <a:srgbClr val="C0C0C0"/>
                </a:highlight>
                <a:latin typeface="Century Gothic" panose="020B0502020202020204" pitchFamily="34" charset="0"/>
              </a:rPr>
              <a:t>  d</a:t>
            </a:r>
            <a:r>
              <a:rPr kumimoji="0" lang="es-ES_tradnl" sz="1400" b="0" i="0" u="none" strike="noStrike" kern="1200" cap="none" spc="-50" normalizeH="0" noProof="0" dirty="0" err="1">
                <a:ln>
                  <a:noFill/>
                </a:ln>
                <a:solidFill>
                  <a:prstClr val="black"/>
                </a:solidFill>
                <a:effectLst/>
                <a:highlight>
                  <a:srgbClr val="C0C0C0"/>
                </a:highlight>
                <a:uLnTx/>
                <a:uFillTx/>
                <a:latin typeface="Century Gothic" panose="020B0502020202020204" pitchFamily="34" charset="0"/>
              </a:rPr>
              <a:t>esarrollado</a:t>
            </a:r>
            <a:r>
              <a:rPr kumimoji="0" lang="es-ES_tradnl" sz="1400" b="0" i="0" u="none" strike="noStrike" kern="1200" cap="none" spc="-50" normalizeH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C0C0C0"/>
                </a:highlight>
                <a:uLnTx/>
                <a:uFillTx/>
                <a:latin typeface="Century Gothic" panose="020B0502020202020204" pitchFamily="34" charset="0"/>
              </a:rPr>
              <a:t> por Alex Morgan and Craig </a:t>
            </a:r>
            <a:r>
              <a:rPr kumimoji="0" lang="es-ES_tradnl" sz="1400" b="0" i="0" u="none" strike="noStrike" kern="1200" cap="none" spc="-50" normalizeH="0" noProof="0" dirty="0" err="1">
                <a:ln>
                  <a:noFill/>
                </a:ln>
                <a:solidFill>
                  <a:prstClr val="black"/>
                </a:solidFill>
                <a:effectLst/>
                <a:highlight>
                  <a:srgbClr val="C0C0C0"/>
                </a:highlight>
                <a:uLnTx/>
                <a:uFillTx/>
                <a:latin typeface="Century Gothic" panose="020B0502020202020204" pitchFamily="34" charset="0"/>
              </a:rPr>
              <a:t>Sapp</a:t>
            </a:r>
            <a:r>
              <a:rPr kumimoji="0" lang="es-ES_tradnl" sz="1400" b="0" i="0" u="none" strike="noStrike" kern="1200" cap="none" spc="-50" normalizeH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C0C0C0"/>
                </a:highlight>
                <a:uLnTx/>
                <a:uFillTx/>
                <a:latin typeface="Century Gothic" panose="020B0502020202020204" pitchFamily="34" charset="0"/>
              </a:rPr>
              <a:t> para el </a:t>
            </a:r>
            <a:r>
              <a:rPr kumimoji="0" lang="es-ES_tradnl" sz="1400" b="0" i="0" u="none" strike="noStrike" kern="1200" cap="none" spc="-50" normalizeH="0" noProof="0" dirty="0" err="1">
                <a:ln>
                  <a:noFill/>
                </a:ln>
                <a:solidFill>
                  <a:prstClr val="black"/>
                </a:solidFill>
                <a:effectLst/>
                <a:highlight>
                  <a:srgbClr val="C0C0C0"/>
                </a:highlight>
                <a:uLnTx/>
                <a:uFillTx/>
                <a:latin typeface="Century Gothic" panose="020B0502020202020204" pitchFamily="34" charset="0"/>
              </a:rPr>
              <a:t>Josquin</a:t>
            </a:r>
            <a:r>
              <a:rPr kumimoji="0" lang="es-ES_tradnl" sz="1400" b="0" i="0" u="none" strike="noStrike" kern="1200" cap="none" spc="-50" normalizeH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C0C0C0"/>
                </a:highlight>
                <a:uLnTx/>
                <a:uFillTx/>
                <a:latin typeface="Century Gothic" panose="020B0502020202020204" pitchFamily="34" charset="0"/>
              </a:rPr>
              <a:t> </a:t>
            </a:r>
            <a:r>
              <a:rPr kumimoji="0" lang="es-ES_tradnl" sz="1400" b="0" i="0" u="none" strike="noStrike" kern="1200" cap="none" spc="-50" normalizeH="0" noProof="0" dirty="0" err="1">
                <a:ln>
                  <a:noFill/>
                </a:ln>
                <a:solidFill>
                  <a:prstClr val="black"/>
                </a:solidFill>
                <a:effectLst/>
                <a:highlight>
                  <a:srgbClr val="C0C0C0"/>
                </a:highlight>
                <a:uLnTx/>
                <a:uFillTx/>
                <a:latin typeface="Century Gothic" panose="020B0502020202020204" pitchFamily="34" charset="0"/>
              </a:rPr>
              <a:t>Research</a:t>
            </a:r>
            <a:r>
              <a:rPr kumimoji="0" lang="es-ES_tradnl" sz="1400" b="0" i="0" u="none" strike="noStrike" kern="1200" cap="none" spc="-50" normalizeH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C0C0C0"/>
                </a:highlight>
                <a:uLnTx/>
                <a:uFillTx/>
                <a:latin typeface="Century Gothic" panose="020B0502020202020204" pitchFamily="34" charset="0"/>
              </a:rPr>
              <a:t> Project</a:t>
            </a:r>
            <a:r>
              <a:rPr kumimoji="0" lang="es-ES_tradnl" sz="1600" b="0" i="0" u="none" strike="noStrike" kern="1200" cap="none" spc="-5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37957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6" grpId="0" animBg="1"/>
      <p:bldP spid="34" grpId="0" animBg="1"/>
      <p:bldP spid="2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26CE2-43D0-E0ED-9D2E-FC13302AD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DA89B-5A27-B707-8604-FF1C0F06C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9770"/>
            <a:ext cx="10515600" cy="91579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z="5200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Metodología</a:t>
            </a:r>
          </a:p>
        </p:txBody>
      </p:sp>
      <p:pic>
        <p:nvPicPr>
          <p:cNvPr id="8" name="Picture 7" descr="A diagram of a music recognition system&#10;&#10;Description automatically generated">
            <a:extLst>
              <a:ext uri="{FF2B5EF4-FFF2-40B4-BE49-F238E27FC236}">
                <a16:creationId xmlns:a16="http://schemas.microsoft.com/office/drawing/2014/main" id="{C1066706-8462-DD75-3E07-6785A1DA98F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222606" y="1403920"/>
            <a:ext cx="11743739" cy="487407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190863-8C5D-3252-0C29-B65F5C9DA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 indent="0" fontAlgn="auto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02516BDC-2EEF-D84D-AE1A-346AD4C669A9}" type="slidenum">
              <a:rPr kumimoji="0" lang="es-ES_tradnl" b="0" i="0" u="none" strike="noStrike" cap="none" spc="0" normalizeH="0" baseline="0" noProof="0" smtClean="0">
                <a:ln>
                  <a:noFill/>
                </a:ln>
                <a:effectLst/>
                <a:uLnTx/>
                <a:uFillTx/>
              </a:rPr>
              <a:pPr marR="0" lvl="0" indent="0" fontAlgn="auto"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s-ES_tradnl" b="0" i="0" u="none" strike="noStrike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0547016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3C3C1-4CCD-057A-36FB-2DD0DACDE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 Placeholder 33">
            <a:extLst>
              <a:ext uri="{FF2B5EF4-FFF2-40B4-BE49-F238E27FC236}">
                <a16:creationId xmlns:a16="http://schemas.microsoft.com/office/drawing/2014/main" id="{C9F173B4-25AF-5991-CF3B-75470B534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ED1E608-4ABA-A44A-8E4D-08C78B798BF4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s-ES_tradnl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21430899-8C58-3EF1-F831-329A847E311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1449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noProof="0" dirty="0"/>
              <a:t>Resultados y Contribuciones</a:t>
            </a:r>
            <a:endParaRPr lang="es-ES_tradnl" noProof="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B0E6EB2-CCFF-D638-9BD0-5A18CB04DC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3567" y="1510041"/>
            <a:ext cx="10515600" cy="1530296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es-ES_tradnl" sz="2400" b="1" noProof="0" dirty="0"/>
              <a:t>1.  Archivos:</a:t>
            </a:r>
          </a:p>
          <a:p>
            <a:r>
              <a:rPr lang="es-ES_tradnl" sz="2400" noProof="0" dirty="0"/>
              <a:t>Imágenes digitales</a:t>
            </a:r>
          </a:p>
          <a:p>
            <a:r>
              <a:rPr lang="es-ES_tradnl" sz="2400" noProof="0" dirty="0"/>
              <a:t>Los archivos MEI legibles para el ordenador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3DE037A-00BF-F3CF-8B5C-B1737F247C09}"/>
              </a:ext>
            </a:extLst>
          </p:cNvPr>
          <p:cNvGrpSpPr>
            <a:grpSpLocks noChangeAspect="1"/>
          </p:cNvGrpSpPr>
          <p:nvPr/>
        </p:nvGrpSpPr>
        <p:grpSpPr>
          <a:xfrm>
            <a:off x="965057" y="3209479"/>
            <a:ext cx="3197694" cy="2898426"/>
            <a:chOff x="2081047" y="3348639"/>
            <a:chExt cx="2465251" cy="2374693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6CCCD8B-BB61-E86C-EAE2-D63E693B8152}"/>
                </a:ext>
              </a:extLst>
            </p:cNvPr>
            <p:cNvSpPr/>
            <p:nvPr/>
          </p:nvSpPr>
          <p:spPr>
            <a:xfrm>
              <a:off x="2081049" y="3348639"/>
              <a:ext cx="2465249" cy="20524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_tradn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F7EF6971-A3FB-EB7E-A094-D70F2627314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081047" y="3435555"/>
              <a:ext cx="2465249" cy="2287777"/>
              <a:chOff x="2478110" y="3311641"/>
              <a:chExt cx="3017200" cy="2800000"/>
            </a:xfrm>
          </p:grpSpPr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326FE9D9-501D-5216-2EE1-C4A8DA7E034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b="-191"/>
              <a:stretch/>
            </p:blipFill>
            <p:spPr>
              <a:xfrm rot="21262997">
                <a:off x="2678927" y="3342760"/>
                <a:ext cx="1336356" cy="2271637"/>
              </a:xfrm>
              <a:prstGeom prst="rect">
                <a:avLst/>
              </a:prstGeom>
              <a:ln w="12700">
                <a:solidFill>
                  <a:schemeClr val="bg2"/>
                </a:solidFill>
              </a:ln>
            </p:spPr>
          </p:pic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AC4D133-5639-5780-2845-826A8B50E023}"/>
                  </a:ext>
                </a:extLst>
              </p:cNvPr>
              <p:cNvSpPr txBox="1"/>
              <p:nvPr/>
            </p:nvSpPr>
            <p:spPr>
              <a:xfrm>
                <a:off x="2478110" y="5710434"/>
                <a:ext cx="3017200" cy="401207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S_tradnl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Imágenes digitales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AFACD878-C680-1662-615F-DFD0192302BC}"/>
                  </a:ext>
                </a:extLst>
              </p:cNvPr>
              <p:cNvSpPr/>
              <p:nvPr/>
            </p:nvSpPr>
            <p:spPr>
              <a:xfrm rot="21156672">
                <a:off x="2746816" y="3471362"/>
                <a:ext cx="1178783" cy="684000"/>
              </a:xfrm>
              <a:prstGeom prst="rect">
                <a:avLst/>
              </a:prstGeom>
              <a:solidFill>
                <a:srgbClr val="0070C0">
                  <a:alpha val="9804"/>
                </a:srgbClr>
              </a:solidFill>
              <a:ln w="6350">
                <a:solidFill>
                  <a:srgbClr val="0070C0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_tradnl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59FCAE0C-115E-585C-50F6-4C792BA33172}"/>
                  </a:ext>
                </a:extLst>
              </p:cNvPr>
              <p:cNvSpPr/>
              <p:nvPr/>
            </p:nvSpPr>
            <p:spPr>
              <a:xfrm rot="21156672">
                <a:off x="2842375" y="4300210"/>
                <a:ext cx="1178783" cy="684000"/>
              </a:xfrm>
              <a:prstGeom prst="rect">
                <a:avLst/>
              </a:prstGeom>
              <a:solidFill>
                <a:srgbClr val="C00000">
                  <a:alpha val="9804"/>
                </a:srgbClr>
              </a:solidFill>
              <a:ln w="6350">
                <a:solidFill>
                  <a:srgbClr val="C00000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_tradnl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995D1376-C803-30FF-8A4F-22942A84C42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b="-269"/>
              <a:stretch/>
            </p:blipFill>
            <p:spPr>
              <a:xfrm rot="307372">
                <a:off x="3974329" y="3311641"/>
                <a:ext cx="1281470" cy="2270583"/>
              </a:xfrm>
              <a:prstGeom prst="rect">
                <a:avLst/>
              </a:prstGeom>
              <a:ln w="12700">
                <a:solidFill>
                  <a:schemeClr val="bg2"/>
                </a:solidFill>
              </a:ln>
            </p:spPr>
          </p:pic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0A4656E1-EFC3-312E-1DD1-C0E411D5203D}"/>
                  </a:ext>
                </a:extLst>
              </p:cNvPr>
              <p:cNvSpPr/>
              <p:nvPr/>
            </p:nvSpPr>
            <p:spPr>
              <a:xfrm rot="286521">
                <a:off x="4052997" y="3461238"/>
                <a:ext cx="1178783" cy="684000"/>
              </a:xfrm>
              <a:prstGeom prst="rect">
                <a:avLst/>
              </a:prstGeom>
              <a:solidFill>
                <a:srgbClr val="00B050">
                  <a:alpha val="9804"/>
                </a:srgbClr>
              </a:solidFill>
              <a:ln w="6350">
                <a:solidFill>
                  <a:srgbClr val="00B050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_tradnl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0CD1DCBF-EDD2-FCE8-589F-491CC2E5EB47}"/>
                  </a:ext>
                </a:extLst>
              </p:cNvPr>
              <p:cNvSpPr/>
              <p:nvPr/>
            </p:nvSpPr>
            <p:spPr>
              <a:xfrm rot="286521">
                <a:off x="3985392" y="4268263"/>
                <a:ext cx="1178783" cy="684000"/>
              </a:xfrm>
              <a:prstGeom prst="rect">
                <a:avLst/>
              </a:prstGeom>
              <a:solidFill>
                <a:srgbClr val="FFC000">
                  <a:alpha val="9804"/>
                </a:srgbClr>
              </a:solidFill>
              <a:ln w="6350">
                <a:solidFill>
                  <a:schemeClr val="accent4">
                    <a:lumMod val="75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_tradnl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B1941C9-E302-9D2A-1998-4540923334CD}"/>
              </a:ext>
            </a:extLst>
          </p:cNvPr>
          <p:cNvGrpSpPr/>
          <p:nvPr/>
        </p:nvGrpSpPr>
        <p:grpSpPr>
          <a:xfrm>
            <a:off x="4921055" y="3195888"/>
            <a:ext cx="5672367" cy="2893209"/>
            <a:chOff x="3652944" y="4140626"/>
            <a:chExt cx="4755963" cy="2498920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38C93E1D-A37E-F44F-4E5B-A78F9D7AB64E}"/>
                </a:ext>
              </a:extLst>
            </p:cNvPr>
            <p:cNvGrpSpPr/>
            <p:nvPr/>
          </p:nvGrpSpPr>
          <p:grpSpPr>
            <a:xfrm>
              <a:off x="3656907" y="4140626"/>
              <a:ext cx="4752000" cy="1643687"/>
              <a:chOff x="8852872" y="3647704"/>
              <a:chExt cx="3349568" cy="1340717"/>
            </a:xfrm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C751586F-66EB-4EA5-4406-55DC57CF9220}"/>
                  </a:ext>
                </a:extLst>
              </p:cNvPr>
              <p:cNvGrpSpPr/>
              <p:nvPr/>
            </p:nvGrpSpPr>
            <p:grpSpPr>
              <a:xfrm>
                <a:off x="8863312" y="3647704"/>
                <a:ext cx="3339128" cy="1340717"/>
                <a:chOff x="4786914" y="4236679"/>
                <a:chExt cx="5924630" cy="2230406"/>
              </a:xfrm>
            </p:grpSpPr>
            <p:pic>
              <p:nvPicPr>
                <p:cNvPr id="32" name="Picture 31" descr="A close up of a device&#10;&#10;Description automatically generated">
                  <a:extLst>
                    <a:ext uri="{FF2B5EF4-FFF2-40B4-BE49-F238E27FC236}">
                      <a16:creationId xmlns:a16="http://schemas.microsoft.com/office/drawing/2014/main" id="{82CFC09B-F3C2-62CE-81E9-EC539EC96D7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004909" y="4271085"/>
                  <a:ext cx="5447035" cy="2196000"/>
                </a:xfrm>
                <a:prstGeom prst="rect">
                  <a:avLst/>
                </a:prstGeom>
              </p:spPr>
            </p:pic>
            <p:grpSp>
              <p:nvGrpSpPr>
                <p:cNvPr id="33" name="Group 32">
                  <a:extLst>
                    <a:ext uri="{FF2B5EF4-FFF2-40B4-BE49-F238E27FC236}">
                      <a16:creationId xmlns:a16="http://schemas.microsoft.com/office/drawing/2014/main" id="{CD0FCDD4-723E-260B-D325-928874709361}"/>
                    </a:ext>
                  </a:extLst>
                </p:cNvPr>
                <p:cNvGrpSpPr/>
                <p:nvPr/>
              </p:nvGrpSpPr>
              <p:grpSpPr>
                <a:xfrm>
                  <a:off x="4786914" y="4236679"/>
                  <a:ext cx="5924630" cy="2229098"/>
                  <a:chOff x="1150397" y="4163425"/>
                  <a:chExt cx="5617540" cy="1484815"/>
                </a:xfrm>
              </p:grpSpPr>
              <p:sp>
                <p:nvSpPr>
                  <p:cNvPr id="36" name="Rectangle 35">
                    <a:extLst>
                      <a:ext uri="{FF2B5EF4-FFF2-40B4-BE49-F238E27FC236}">
                        <a16:creationId xmlns:a16="http://schemas.microsoft.com/office/drawing/2014/main" id="{2D59286B-0CC1-78C1-0379-2EBD465D0C18}"/>
                      </a:ext>
                    </a:extLst>
                  </p:cNvPr>
                  <p:cNvSpPr/>
                  <p:nvPr/>
                </p:nvSpPr>
                <p:spPr>
                  <a:xfrm>
                    <a:off x="1150399" y="4548890"/>
                    <a:ext cx="5617538" cy="353451"/>
                  </a:xfrm>
                  <a:prstGeom prst="rect">
                    <a:avLst/>
                  </a:prstGeom>
                  <a:solidFill>
                    <a:srgbClr val="92D050">
                      <a:alpha val="15000"/>
                    </a:srgbClr>
                  </a:solidFill>
                  <a:ln>
                    <a:noFill/>
                  </a:ln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ES_tradnl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7" name="Rectangle 36">
                    <a:extLst>
                      <a:ext uri="{FF2B5EF4-FFF2-40B4-BE49-F238E27FC236}">
                        <a16:creationId xmlns:a16="http://schemas.microsoft.com/office/drawing/2014/main" id="{A6C7EB8E-8044-A73A-A83D-0B2651742C26}"/>
                      </a:ext>
                    </a:extLst>
                  </p:cNvPr>
                  <p:cNvSpPr/>
                  <p:nvPr/>
                </p:nvSpPr>
                <p:spPr>
                  <a:xfrm>
                    <a:off x="1150397" y="4900598"/>
                    <a:ext cx="5617538" cy="353451"/>
                  </a:xfrm>
                  <a:prstGeom prst="rect">
                    <a:avLst/>
                  </a:prstGeom>
                  <a:solidFill>
                    <a:srgbClr val="CF6C6A">
                      <a:alpha val="15000"/>
                    </a:srgbClr>
                  </a:solidFill>
                  <a:ln>
                    <a:noFill/>
                  </a:ln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ES_tradnl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8" name="Rectangle 37">
                    <a:extLst>
                      <a:ext uri="{FF2B5EF4-FFF2-40B4-BE49-F238E27FC236}">
                        <a16:creationId xmlns:a16="http://schemas.microsoft.com/office/drawing/2014/main" id="{E4E02FCA-7D64-4BFB-BB58-137BC2798D19}"/>
                      </a:ext>
                    </a:extLst>
                  </p:cNvPr>
                  <p:cNvSpPr/>
                  <p:nvPr/>
                </p:nvSpPr>
                <p:spPr>
                  <a:xfrm>
                    <a:off x="1150397" y="5256446"/>
                    <a:ext cx="5617538" cy="391794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1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ES_tradnl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1" name="Rectangle 40">
                    <a:extLst>
                      <a:ext uri="{FF2B5EF4-FFF2-40B4-BE49-F238E27FC236}">
                        <a16:creationId xmlns:a16="http://schemas.microsoft.com/office/drawing/2014/main" id="{B4A491A2-BDFE-F8F9-16A0-9760AEE5DADE}"/>
                      </a:ext>
                    </a:extLst>
                  </p:cNvPr>
                  <p:cNvSpPr/>
                  <p:nvPr/>
                </p:nvSpPr>
                <p:spPr>
                  <a:xfrm>
                    <a:off x="1150399" y="4163425"/>
                    <a:ext cx="5617538" cy="388406"/>
                  </a:xfrm>
                  <a:prstGeom prst="rect">
                    <a:avLst/>
                  </a:prstGeom>
                  <a:solidFill>
                    <a:schemeClr val="accent1">
                      <a:alpha val="1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ES_tradnl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1F28D734-3643-E8F7-FA9D-A2BCC18F8B29}"/>
                  </a:ext>
                </a:extLst>
              </p:cNvPr>
              <p:cNvSpPr/>
              <p:nvPr/>
            </p:nvSpPr>
            <p:spPr>
              <a:xfrm>
                <a:off x="8852872" y="3651127"/>
                <a:ext cx="3339128" cy="132130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2000" noProof="0" dirty="0"/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5860612-560E-F3EE-F2DD-A3482A09D044}"/>
                </a:ext>
              </a:extLst>
            </p:cNvPr>
            <p:cNvSpPr txBox="1"/>
            <p:nvPr/>
          </p:nvSpPr>
          <p:spPr>
            <a:xfrm>
              <a:off x="3652944" y="5762298"/>
              <a:ext cx="4734985" cy="87724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Archivo </a:t>
              </a:r>
              <a:r>
                <a:rPr kumimoji="0" lang="es-ES_tradnl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MEI SCORE</a:t>
              </a:r>
              <a:br>
                <a:rPr kumimoji="0" lang="es-ES_tradnl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</a:br>
              <a:r>
                <a:rPr lang="es-ES_tradnl" sz="2000" noProof="0" dirty="0">
                  <a:solidFill>
                    <a:prstClr val="black"/>
                  </a:solidFill>
                  <a:latin typeface="Calibri" panose="020F0502020204030204"/>
                </a:rPr>
                <a:t>con la interpretación de la duración de las notas </a:t>
              </a:r>
              <a:br>
                <a:rPr lang="es-ES_tradnl" sz="2000" noProof="0" dirty="0">
                  <a:solidFill>
                    <a:prstClr val="black"/>
                  </a:solidFill>
                  <a:latin typeface="Calibri" panose="020F0502020204030204"/>
                </a:rPr>
              </a:br>
              <a:r>
                <a:rPr lang="es-ES_tradnl" sz="2000" noProof="0" dirty="0">
                  <a:solidFill>
                    <a:prstClr val="black"/>
                  </a:solidFill>
                  <a:latin typeface="Calibri" panose="020F0502020204030204"/>
                </a:rPr>
                <a:t>y alineamiento de las voces en partitura</a:t>
              </a:r>
              <a:endParaRPr kumimoji="0" lang="es-ES_tradnl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423006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13E12-D308-584B-0C56-4B8ADDBE4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 Placeholder 33">
            <a:extLst>
              <a:ext uri="{FF2B5EF4-FFF2-40B4-BE49-F238E27FC236}">
                <a16:creationId xmlns:a16="http://schemas.microsoft.com/office/drawing/2014/main" id="{3FFED937-7B4E-4AB4-7A0E-EAF3F2F99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ED1E608-4ABA-A44A-8E4D-08C78B798BF4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s-ES_tradnl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DDA08E93-8F2C-13F8-EC6B-2F7C54AEE77D}"/>
              </a:ext>
            </a:extLst>
          </p:cNvPr>
          <p:cNvSpPr txBox="1">
            <a:spLocks/>
          </p:cNvSpPr>
          <p:nvPr/>
        </p:nvSpPr>
        <p:spPr>
          <a:xfrm>
            <a:off x="838200" y="1584536"/>
            <a:ext cx="7231997" cy="46373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Arial" panose="020B0604020202020204" pitchFamily="34" charset="0"/>
              <a:buAutoNum type="arabicPeriod" startAt="2"/>
            </a:pPr>
            <a:r>
              <a:rPr lang="es-ES_tradnl" sz="2400" b="1" noProof="0" dirty="0"/>
              <a:t>Proceso y herramientas: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s-ES_tradnl" noProof="0" dirty="0"/>
              <a:t> Permite la </a:t>
            </a:r>
            <a:r>
              <a:rPr lang="es-ES_tradnl" noProof="0" dirty="0">
                <a:solidFill>
                  <a:srgbClr val="7030A0"/>
                </a:solidFill>
              </a:rPr>
              <a:t>transcripción semiautomática </a:t>
            </a:r>
            <a:r>
              <a:rPr lang="es-ES_tradnl" noProof="0" dirty="0"/>
              <a:t>de la música mensural en partitura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s-ES_tradnl" noProof="0" dirty="0"/>
              <a:t> </a:t>
            </a:r>
            <a:r>
              <a:rPr lang="es-ES_tradnl" noProof="0" dirty="0">
                <a:solidFill>
                  <a:srgbClr val="7030A0"/>
                </a:solidFill>
              </a:rPr>
              <a:t>Aplicable</a:t>
            </a:r>
            <a:r>
              <a:rPr lang="es-ES_tradnl" noProof="0" dirty="0"/>
              <a:t> a otros documentos de notación mensural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s-ES_tradnl" noProof="0" dirty="0"/>
              <a:t> Se procuró hacerlo accesible para </a:t>
            </a:r>
            <a:r>
              <a:rPr lang="es-ES_tradnl" noProof="0" dirty="0">
                <a:solidFill>
                  <a:srgbClr val="7030A0"/>
                </a:solidFill>
              </a:rPr>
              <a:t>instituciones con pocos recursos</a:t>
            </a:r>
            <a:r>
              <a:rPr lang="es-ES_tradnl" noProof="0" dirty="0"/>
              <a:t> usando software libre, en línea y gratuito, y armando el escáner de libro con partes prestadas</a:t>
            </a:r>
            <a:endParaRPr lang="es-ES_tradnl" b="1" noProof="0" dirty="0"/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A932B427-80F8-EEA8-4682-885F0349B17D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1449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noProof="0" dirty="0"/>
              <a:t>Resultados y Contribuciones</a:t>
            </a:r>
            <a:endParaRPr lang="es-ES_tradnl" noProof="0" dirty="0">
              <a:solidFill>
                <a:schemeClr val="accent5">
                  <a:lumMod val="75000"/>
                </a:schemeClr>
              </a:solidFill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415D6EE4-2D73-C963-CB5E-EA5ACD6AB079}"/>
              </a:ext>
            </a:extLst>
          </p:cNvPr>
          <p:cNvGrpSpPr>
            <a:grpSpLocks noChangeAspect="1"/>
          </p:cNvGrpSpPr>
          <p:nvPr/>
        </p:nvGrpSpPr>
        <p:grpSpPr>
          <a:xfrm>
            <a:off x="8454189" y="580406"/>
            <a:ext cx="2899611" cy="5641502"/>
            <a:chOff x="4823180" y="1483710"/>
            <a:chExt cx="2574604" cy="5009166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D8841530-DF04-B273-84BA-F3C947A411FA}"/>
                </a:ext>
              </a:extLst>
            </p:cNvPr>
            <p:cNvSpPr/>
            <p:nvPr/>
          </p:nvSpPr>
          <p:spPr>
            <a:xfrm>
              <a:off x="4823180" y="1483710"/>
              <a:ext cx="2574604" cy="5009166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285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  <p:pic>
          <p:nvPicPr>
            <p:cNvPr id="40" name="Picture 39" descr="A diagram of a music recognition system&#10;&#10;Description automatically generated">
              <a:extLst>
                <a:ext uri="{FF2B5EF4-FFF2-40B4-BE49-F238E27FC236}">
                  <a16:creationId xmlns:a16="http://schemas.microsoft.com/office/drawing/2014/main" id="{5A0ABB74-71F0-956E-3614-263B005A0B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243332" y="1597307"/>
              <a:ext cx="1689903" cy="1696404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ln w="19050">
              <a:solidFill>
                <a:schemeClr val="bg2">
                  <a:lumMod val="25000"/>
                </a:schemeClr>
              </a:solidFill>
            </a:ln>
          </p:spPr>
        </p:pic>
        <p:pic>
          <p:nvPicPr>
            <p:cNvPr id="45" name="Picture 44" descr="A diagram of a music recognition system&#10;&#10;Description automatically generated">
              <a:extLst>
                <a:ext uri="{FF2B5EF4-FFF2-40B4-BE49-F238E27FC236}">
                  <a16:creationId xmlns:a16="http://schemas.microsoft.com/office/drawing/2014/main" id="{02BD8C96-F5F4-31CD-C4D9-AA457E336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946778" y="3380976"/>
              <a:ext cx="2298443" cy="1451607"/>
            </a:xfrm>
            <a:prstGeom prst="roundRect">
              <a:avLst/>
            </a:prstGeom>
            <a:ln w="19050">
              <a:solidFill>
                <a:schemeClr val="bg2">
                  <a:lumMod val="25000"/>
                </a:schemeClr>
              </a:solidFill>
            </a:ln>
          </p:spPr>
        </p:pic>
        <p:pic>
          <p:nvPicPr>
            <p:cNvPr id="46" name="Picture 45" descr="A diagram of a music recognition system&#10;&#10;Description automatically generated">
              <a:extLst>
                <a:ext uri="{FF2B5EF4-FFF2-40B4-BE49-F238E27FC236}">
                  <a16:creationId xmlns:a16="http://schemas.microsoft.com/office/drawing/2014/main" id="{7828CD81-6404-45DE-444F-B03D53C8299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912585" y="4919848"/>
              <a:ext cx="2395794" cy="1443716"/>
            </a:xfrm>
            <a:prstGeom prst="roundRect">
              <a:avLst/>
            </a:prstGeom>
            <a:ln w="19050">
              <a:solidFill>
                <a:schemeClr val="bg2">
                  <a:lumMod val="25000"/>
                </a:schemeClr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16904323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98188-0981-CB46-9A0B-D75F46DBA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750"/>
            <a:ext cx="10515600" cy="928447"/>
          </a:xfrm>
        </p:spPr>
        <p:txBody>
          <a:bodyPr/>
          <a:lstStyle/>
          <a:p>
            <a:r>
              <a:rPr lang="es-ES_tradnl" i="0" noProof="0" dirty="0"/>
              <a:t>Agradecimientos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E51209-8D7E-1B47-B094-63617A699F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0197"/>
            <a:ext cx="10515600" cy="5166053"/>
          </a:xfrm>
        </p:spPr>
        <p:txBody>
          <a:bodyPr anchor="ctr">
            <a:noAutofit/>
          </a:bodyPr>
          <a:lstStyle/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s-ES_tradnl" sz="2000" noProof="0" dirty="0"/>
              <a:t>Este proyecto multidisciplinario no podría </a:t>
            </a:r>
            <a:r>
              <a:rPr lang="es-ES_tradnl" sz="2000" dirty="0"/>
              <a:t>haber sido realizado sin la colaboración de</a:t>
            </a:r>
            <a:r>
              <a:rPr lang="es-ES_tradnl" sz="2000" noProof="0" dirty="0"/>
              <a:t> varias personas e instituciones, incluidos:</a:t>
            </a:r>
            <a:endParaRPr lang="es-ES_tradnl" sz="2000" b="1" noProof="0" dirty="0"/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s-ES_tradnl" sz="1800" b="1" noProof="0" dirty="0"/>
              <a:t>Archivo Histórico Arquidiocesano de Guatemala (AHAG) </a:t>
            </a:r>
            <a:r>
              <a:rPr lang="es-ES_tradnl" sz="1800" noProof="0" dirty="0" err="1"/>
              <a:t>for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granting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permission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for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the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project</a:t>
            </a:r>
            <a:endParaRPr lang="es-ES_tradnl" sz="1800" noProof="0" dirty="0"/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s-ES_tradnl" sz="1800" b="1" noProof="0" dirty="0"/>
              <a:t>Omar Morales Abril</a:t>
            </a:r>
            <a:r>
              <a:rPr lang="es-ES_tradnl" sz="1800" noProof="0" dirty="0"/>
              <a:t>, </a:t>
            </a:r>
            <a:r>
              <a:rPr lang="es-ES_tradnl" sz="1800" noProof="0" dirty="0" err="1"/>
              <a:t>Guatemalan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musicologist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that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provided</a:t>
            </a:r>
            <a:r>
              <a:rPr lang="es-ES_tradnl" sz="1800" noProof="0" dirty="0"/>
              <a:t> me </a:t>
            </a:r>
            <a:r>
              <a:rPr lang="es-ES_tradnl" sz="1800" noProof="0" dirty="0" err="1"/>
              <a:t>with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advice</a:t>
            </a:r>
            <a:r>
              <a:rPr lang="es-ES_tradnl" sz="1800" noProof="0" dirty="0"/>
              <a:t> and </a:t>
            </a:r>
            <a:r>
              <a:rPr lang="es-ES_tradnl" sz="1800" noProof="0" dirty="0" err="1"/>
              <a:t>information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about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the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choirbooks</a:t>
            </a:r>
            <a:endParaRPr lang="es-ES_tradnl" sz="1800" noProof="0" dirty="0"/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s-ES_tradnl" sz="1800" b="1" noProof="0" dirty="0"/>
              <a:t>Alejandro Conde</a:t>
            </a:r>
            <a:r>
              <a:rPr lang="es-ES_tradnl" sz="1800" noProof="0" dirty="0"/>
              <a:t>, </a:t>
            </a:r>
            <a:r>
              <a:rPr lang="es-ES_tradnl" sz="1800" noProof="0" dirty="0" err="1"/>
              <a:t>AHAG’s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archivist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that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supported</a:t>
            </a:r>
            <a:r>
              <a:rPr lang="es-ES_tradnl" sz="1800" noProof="0" dirty="0"/>
              <a:t> and </a:t>
            </a:r>
            <a:r>
              <a:rPr lang="es-ES_tradnl" sz="1800" noProof="0" dirty="0" err="1"/>
              <a:t>facilitated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the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project</a:t>
            </a:r>
            <a:endParaRPr lang="es-ES_tradnl" sz="1800" noProof="0" dirty="0"/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s-ES_tradnl" sz="1800" b="1" noProof="0" dirty="0"/>
              <a:t>José German Thomae Villela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for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constructing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the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cradle</a:t>
            </a:r>
            <a:endParaRPr lang="es-ES_tradnl" sz="1800" noProof="0" dirty="0"/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s-ES_tradnl" sz="1800" b="1" noProof="0" dirty="0" err="1"/>
              <a:t>Darryl</a:t>
            </a:r>
            <a:r>
              <a:rPr lang="es-ES_tradnl" sz="1800" b="1" noProof="0" dirty="0"/>
              <a:t> Cameron </a:t>
            </a:r>
            <a:r>
              <a:rPr lang="es-ES_tradnl" sz="1800" noProof="0" dirty="0" err="1"/>
              <a:t>for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lending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the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copystand</a:t>
            </a:r>
            <a:endParaRPr lang="es-ES_tradnl" sz="1800" noProof="0" dirty="0"/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s-ES_tradnl" sz="1800" b="1" noProof="0" dirty="0"/>
              <a:t>Daniel Hernández-Salazar </a:t>
            </a:r>
            <a:r>
              <a:rPr lang="es-ES_tradnl" sz="1800" noProof="0" dirty="0" err="1"/>
              <a:t>for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setting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the</a:t>
            </a:r>
            <a:r>
              <a:rPr lang="es-ES_tradnl" sz="1800" noProof="0" dirty="0"/>
              <a:t> camera </a:t>
            </a:r>
            <a:r>
              <a:rPr lang="es-ES_tradnl" sz="1800" noProof="0" dirty="0" err="1"/>
              <a:t>parameters</a:t>
            </a:r>
            <a:endParaRPr lang="es-ES_tradnl" sz="1800" noProof="0" dirty="0"/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s-ES_tradnl" sz="1800" b="1" noProof="0" dirty="0" err="1"/>
              <a:t>Distributed</a:t>
            </a:r>
            <a:r>
              <a:rPr lang="es-ES_tradnl" sz="1800" b="1" noProof="0" dirty="0"/>
              <a:t> Digital Music Archives and </a:t>
            </a:r>
            <a:r>
              <a:rPr lang="es-ES_tradnl" sz="1800" b="1" noProof="0" dirty="0" err="1"/>
              <a:t>Libraries</a:t>
            </a:r>
            <a:r>
              <a:rPr lang="es-ES_tradnl" sz="1800" b="1" noProof="0" dirty="0"/>
              <a:t> (DDMAL) </a:t>
            </a:r>
            <a:r>
              <a:rPr lang="es-ES_tradnl" sz="1800" b="1" noProof="0" dirty="0" err="1"/>
              <a:t>Lab</a:t>
            </a:r>
            <a:r>
              <a:rPr lang="es-ES_tradnl" sz="1800" b="1" noProof="0" dirty="0"/>
              <a:t> at McGill </a:t>
            </a:r>
            <a:r>
              <a:rPr lang="es-ES_tradnl" sz="1800" b="1" noProof="0" dirty="0" err="1"/>
              <a:t>University</a:t>
            </a:r>
            <a:r>
              <a:rPr lang="es-ES_tradnl" sz="1800" b="1" noProof="0" dirty="0"/>
              <a:t> </a:t>
            </a:r>
            <a:r>
              <a:rPr lang="es-ES_tradnl" sz="1800" noProof="0" dirty="0" err="1"/>
              <a:t>for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lending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the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lights</a:t>
            </a:r>
            <a:r>
              <a:rPr lang="es-ES_tradnl" sz="1800" noProof="0" dirty="0"/>
              <a:t> and </a:t>
            </a:r>
            <a:r>
              <a:rPr lang="es-ES_tradnl" sz="1800" noProof="0" dirty="0" err="1"/>
              <a:t>other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parts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of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the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equipment</a:t>
            </a:r>
            <a:endParaRPr lang="es-ES_tradnl" sz="1800" b="1" noProof="0" dirty="0"/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s-ES_tradnl" sz="1800" b="1" noProof="0" dirty="0"/>
              <a:t>Marvin </a:t>
            </a:r>
            <a:r>
              <a:rPr lang="es-ES_tradnl" sz="1800" b="1" noProof="0" dirty="0" err="1"/>
              <a:t>Duchow</a:t>
            </a:r>
            <a:r>
              <a:rPr lang="es-ES_tradnl" sz="1800" b="1" noProof="0" dirty="0"/>
              <a:t> Music Library at McGill </a:t>
            </a:r>
            <a:r>
              <a:rPr lang="es-ES_tradnl" sz="1800" b="1" noProof="0" dirty="0" err="1"/>
              <a:t>University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for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lending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the</a:t>
            </a:r>
            <a:r>
              <a:rPr lang="es-ES_tradnl" sz="1800" noProof="0" dirty="0"/>
              <a:t> camera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s-ES_tradnl" sz="1800" b="1" noProof="0" dirty="0"/>
              <a:t>Centro de Rescate, Estudio y Análisis Científico del Arte (CREA) </a:t>
            </a:r>
            <a:r>
              <a:rPr lang="es-ES_tradnl" sz="1800" noProof="0" dirty="0" err="1"/>
              <a:t>for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the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conservation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assessment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of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the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collection</a:t>
            </a:r>
            <a:r>
              <a:rPr lang="es-ES_tradnl" sz="1800" noProof="0" dirty="0"/>
              <a:t> and </a:t>
            </a:r>
            <a:r>
              <a:rPr lang="es-ES_tradnl" sz="1800" noProof="0" dirty="0" err="1"/>
              <a:t>the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conservation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treatment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of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the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choirbook</a:t>
            </a:r>
            <a:endParaRPr lang="es-ES_tradnl" sz="1800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64711E-C719-D544-A33B-6A1285FE3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8FBB84-544C-A04C-A3A4-7697852BFAF3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s-ES_tradnl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04645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98188-0981-CB46-9A0B-D75F46DBA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64053"/>
          </a:xfrm>
        </p:spPr>
        <p:txBody>
          <a:bodyPr/>
          <a:lstStyle/>
          <a:p>
            <a:r>
              <a:rPr lang="es-ES_tradnl" noProof="0" dirty="0"/>
              <a:t>Agradecimientos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E51209-8D7E-1B47-B094-63617A699F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5167"/>
            <a:ext cx="10515600" cy="4961183"/>
          </a:xfrm>
        </p:spPr>
        <p:txBody>
          <a:bodyPr anchor="ctr">
            <a:normAutofit lnSpcReduction="10000"/>
          </a:bodyPr>
          <a:lstStyle/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s-ES_tradnl" sz="1800" b="1" noProof="0" dirty="0"/>
              <a:t>Julia Craig-</a:t>
            </a:r>
            <a:r>
              <a:rPr lang="es-ES_tradnl" sz="1800" b="1" noProof="0" dirty="0" err="1"/>
              <a:t>McFeely</a:t>
            </a:r>
            <a:r>
              <a:rPr lang="es-ES_tradnl" sz="1800" b="1" noProof="0" dirty="0"/>
              <a:t> </a:t>
            </a:r>
            <a:r>
              <a:rPr lang="es-ES_tradnl" sz="1800" noProof="0" dirty="0"/>
              <a:t>and </a:t>
            </a:r>
            <a:r>
              <a:rPr lang="es-ES_tradnl" sz="1800" b="1" noProof="0" dirty="0"/>
              <a:t>Lynda </a:t>
            </a:r>
            <a:r>
              <a:rPr lang="es-ES_tradnl" sz="1800" b="1" noProof="0" dirty="0" err="1"/>
              <a:t>Sayce</a:t>
            </a:r>
            <a:r>
              <a:rPr lang="es-ES_tradnl" sz="1800" b="1" noProof="0" dirty="0"/>
              <a:t> </a:t>
            </a:r>
            <a:r>
              <a:rPr lang="es-ES_tradnl" sz="1800" noProof="0" dirty="0"/>
              <a:t>(DIAMM), </a:t>
            </a:r>
            <a:r>
              <a:rPr lang="es-ES_tradnl" sz="1800" b="1" noProof="0" dirty="0"/>
              <a:t>Jessica </a:t>
            </a:r>
            <a:r>
              <a:rPr lang="es-ES_tradnl" sz="1800" b="1" noProof="0" dirty="0" err="1"/>
              <a:t>Régimbald</a:t>
            </a:r>
            <a:r>
              <a:rPr lang="es-ES_tradnl" sz="1800" noProof="0" dirty="0"/>
              <a:t>, </a:t>
            </a:r>
            <a:r>
              <a:rPr lang="es-ES_tradnl" sz="1800" b="1" noProof="0" dirty="0"/>
              <a:t>Marie-Chantal </a:t>
            </a:r>
            <a:r>
              <a:rPr lang="es-ES_tradnl" sz="1800" b="1" noProof="0" dirty="0" err="1"/>
              <a:t>Anctil</a:t>
            </a:r>
            <a:r>
              <a:rPr lang="es-ES_tradnl" sz="1800" noProof="0" dirty="0"/>
              <a:t>, and </a:t>
            </a:r>
            <a:r>
              <a:rPr lang="es-ES_tradnl" sz="1800" b="1" noProof="0" dirty="0"/>
              <a:t>Michel Legendre </a:t>
            </a:r>
            <a:r>
              <a:rPr lang="es-ES_tradnl" sz="1800" noProof="0" dirty="0"/>
              <a:t>(</a:t>
            </a:r>
            <a:r>
              <a:rPr lang="es-ES_tradnl" sz="1800" noProof="0" dirty="0" err="1"/>
              <a:t>BAnQ</a:t>
            </a:r>
            <a:r>
              <a:rPr lang="es-ES_tradnl" sz="1800" noProof="0" dirty="0"/>
              <a:t>), and </a:t>
            </a:r>
            <a:r>
              <a:rPr lang="es-ES_tradnl" sz="1800" b="1" noProof="0" dirty="0"/>
              <a:t>Gregory Houston </a:t>
            </a:r>
            <a:r>
              <a:rPr lang="es-ES_tradnl" sz="1800" noProof="0" dirty="0"/>
              <a:t>(McGill Library) </a:t>
            </a:r>
            <a:r>
              <a:rPr lang="es-ES_tradnl" sz="1800" noProof="0" dirty="0" err="1"/>
              <a:t>for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their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advice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regarding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digitization</a:t>
            </a:r>
            <a:r>
              <a:rPr lang="es-ES_tradnl" sz="1800" noProof="0" dirty="0"/>
              <a:t> and </a:t>
            </a:r>
            <a:r>
              <a:rPr lang="es-ES_tradnl" sz="1800" noProof="0" dirty="0" err="1"/>
              <a:t>conservation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of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special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collections</a:t>
            </a:r>
            <a:endParaRPr lang="es-ES_tradnl" sz="1800" noProof="0" dirty="0"/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s-ES_tradnl" sz="1800" b="1" noProof="0" dirty="0"/>
              <a:t>David Rizo</a:t>
            </a:r>
            <a:r>
              <a:rPr lang="es-ES_tradnl" sz="1800" noProof="0" dirty="0"/>
              <a:t>, </a:t>
            </a:r>
            <a:r>
              <a:rPr lang="es-ES_tradnl" sz="1800" b="1" noProof="0" dirty="0"/>
              <a:t>Karen Desmond</a:t>
            </a:r>
            <a:r>
              <a:rPr lang="es-ES_tradnl" sz="1800" noProof="0" dirty="0"/>
              <a:t>, and </a:t>
            </a:r>
            <a:r>
              <a:rPr lang="es-ES_tradnl" sz="1800" b="1" noProof="0" dirty="0"/>
              <a:t>Juliette </a:t>
            </a:r>
            <a:r>
              <a:rPr lang="es-ES_tradnl" sz="1800" b="1" noProof="0" dirty="0" err="1"/>
              <a:t>Regimbal</a:t>
            </a:r>
            <a:r>
              <a:rPr lang="es-ES_tradnl" sz="1800" b="1" noProof="0" dirty="0"/>
              <a:t> </a:t>
            </a:r>
            <a:br>
              <a:rPr lang="es-ES_tradnl" sz="1800" b="1" noProof="0" dirty="0"/>
            </a:br>
            <a:r>
              <a:rPr lang="es-ES_tradnl" sz="1800" noProof="0" dirty="0" err="1"/>
              <a:t>who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made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possible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for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MuRET</a:t>
            </a:r>
            <a:r>
              <a:rPr lang="es-ES_tradnl" sz="1800" noProof="0" dirty="0"/>
              <a:t> and </a:t>
            </a:r>
            <a:r>
              <a:rPr lang="es-ES_tradnl" sz="1800" noProof="0" dirty="0" err="1"/>
              <a:t>the</a:t>
            </a:r>
            <a:r>
              <a:rPr lang="es-ES_tradnl" sz="1800" noProof="0" dirty="0"/>
              <a:t> MP-Editor </a:t>
            </a:r>
            <a:r>
              <a:rPr lang="es-ES_tradnl" sz="1800" noProof="0" dirty="0" err="1"/>
              <a:t>to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communicate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with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one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another</a:t>
            </a:r>
            <a:endParaRPr lang="es-ES_tradnl" sz="1800" noProof="0" dirty="0"/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s-ES_tradnl" sz="1800" b="1" noProof="0" dirty="0"/>
              <a:t>Craig Stuart </a:t>
            </a:r>
            <a:r>
              <a:rPr lang="es-ES_tradnl" sz="1800" b="1" noProof="0" dirty="0" err="1"/>
              <a:t>Sapp</a:t>
            </a:r>
            <a:r>
              <a:rPr lang="es-ES_tradnl" sz="1800" b="1" noProof="0" dirty="0"/>
              <a:t> </a:t>
            </a:r>
            <a:r>
              <a:rPr lang="es-ES_tradnl" sz="1800" noProof="0" dirty="0" err="1"/>
              <a:t>whose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work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allowed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for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the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dissonance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labels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to</a:t>
            </a:r>
            <a:r>
              <a:rPr lang="es-ES_tradnl" sz="1800" noProof="0" dirty="0"/>
              <a:t> be </a:t>
            </a:r>
            <a:r>
              <a:rPr lang="es-ES_tradnl" sz="1800" noProof="0" dirty="0" err="1"/>
              <a:t>displayed</a:t>
            </a:r>
            <a:r>
              <a:rPr lang="es-ES_tradnl" sz="1800" noProof="0" dirty="0"/>
              <a:t> in </a:t>
            </a:r>
            <a:r>
              <a:rPr lang="es-ES_tradnl" sz="1800" noProof="0" dirty="0" err="1"/>
              <a:t>the</a:t>
            </a:r>
            <a:r>
              <a:rPr lang="es-ES_tradnl" sz="1800" noProof="0" dirty="0"/>
              <a:t> MP-Editor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s-ES_tradnl" sz="1800" b="1" noProof="0" dirty="0"/>
              <a:t>Jorge Calvo-Zaragoza</a:t>
            </a:r>
            <a:r>
              <a:rPr lang="es-ES_tradnl" sz="1800" noProof="0" dirty="0"/>
              <a:t>, </a:t>
            </a:r>
            <a:r>
              <a:rPr lang="es-ES_tradnl" sz="1800" b="1" noProof="0" dirty="0"/>
              <a:t>Francisco Castellanos</a:t>
            </a:r>
            <a:r>
              <a:rPr lang="es-ES_tradnl" sz="1800" noProof="0" dirty="0"/>
              <a:t>, </a:t>
            </a:r>
            <a:r>
              <a:rPr lang="es-ES_tradnl" sz="1800" b="1" noProof="0" dirty="0"/>
              <a:t>Antonio Ríos Vila</a:t>
            </a:r>
            <a:r>
              <a:rPr lang="es-ES_tradnl" sz="1800" noProof="0" dirty="0"/>
              <a:t>, </a:t>
            </a:r>
            <a:r>
              <a:rPr lang="es-ES_tradnl" sz="1800" b="1" noProof="0" dirty="0"/>
              <a:t>and José Manuel </a:t>
            </a:r>
            <a:r>
              <a:rPr lang="es-ES_tradnl" sz="1800" b="1" noProof="0" dirty="0" err="1"/>
              <a:t>Iñesta</a:t>
            </a:r>
            <a:r>
              <a:rPr lang="es-ES_tradnl" sz="1800" b="1" noProof="0" dirty="0"/>
              <a:t> </a:t>
            </a:r>
            <a:r>
              <a:rPr lang="es-ES_tradnl" sz="1800" noProof="0" dirty="0" err="1"/>
              <a:t>who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developed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the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models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used</a:t>
            </a:r>
            <a:r>
              <a:rPr lang="es-ES_tradnl" sz="1800" noProof="0" dirty="0"/>
              <a:t> in </a:t>
            </a:r>
            <a:r>
              <a:rPr lang="es-ES_tradnl" sz="1800" noProof="0" dirty="0" err="1"/>
              <a:t>MuRET</a:t>
            </a:r>
            <a:endParaRPr lang="es-ES_tradnl" sz="1800" noProof="0" dirty="0"/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s-ES_tradnl" sz="1800" b="1" noProof="0" dirty="0"/>
              <a:t>Laurent </a:t>
            </a:r>
            <a:r>
              <a:rPr lang="es-ES_tradnl" sz="1800" b="1" noProof="0" dirty="0" err="1"/>
              <a:t>Pugin</a:t>
            </a:r>
            <a:r>
              <a:rPr lang="es-ES_tradnl" sz="1800" b="1" noProof="0" dirty="0"/>
              <a:t> </a:t>
            </a:r>
            <a:r>
              <a:rPr lang="es-ES_tradnl" sz="1800" noProof="0" dirty="0" err="1"/>
              <a:t>for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his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work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on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Verovio</a:t>
            </a:r>
            <a:endParaRPr lang="es-ES_tradnl" sz="1800" noProof="0" dirty="0"/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s-ES_tradnl" sz="1800" b="1" noProof="0" dirty="0"/>
              <a:t>Alexander Morgan </a:t>
            </a:r>
            <a:r>
              <a:rPr lang="es-ES_tradnl" sz="1800" noProof="0" dirty="0" err="1"/>
              <a:t>for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his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Renaissance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dissonance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labeler</a:t>
            </a:r>
            <a:r>
              <a:rPr lang="es-ES_tradnl" sz="1800" noProof="0" dirty="0"/>
              <a:t> script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s-ES_tradnl" sz="1800" b="1" noProof="0" dirty="0"/>
              <a:t>Peter Schubert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for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his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expert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advice</a:t>
            </a:r>
            <a:r>
              <a:rPr lang="es-ES_tradnl" sz="1800" noProof="0" dirty="0"/>
              <a:t> in </a:t>
            </a:r>
            <a:r>
              <a:rPr lang="es-ES_tradnl" sz="1800" noProof="0" dirty="0" err="1"/>
              <a:t>counterpoint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matters</a:t>
            </a:r>
            <a:endParaRPr lang="es-ES_tradnl" sz="1800" noProof="0" dirty="0"/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s-ES_tradnl" sz="1800" b="1" noProof="0" dirty="0" err="1"/>
              <a:t>Geneviève</a:t>
            </a:r>
            <a:r>
              <a:rPr lang="es-ES_tradnl" sz="1800" b="1" noProof="0" dirty="0"/>
              <a:t> Gates-</a:t>
            </a:r>
            <a:r>
              <a:rPr lang="es-ES_tradnl" sz="1800" b="1" noProof="0" dirty="0" err="1"/>
              <a:t>Panneton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for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her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work</a:t>
            </a:r>
            <a:r>
              <a:rPr lang="es-ES_tradnl" sz="1800" noProof="0" dirty="0"/>
              <a:t> in </a:t>
            </a:r>
            <a:r>
              <a:rPr lang="es-ES_tradnl" sz="1800" noProof="0" dirty="0" err="1"/>
              <a:t>the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experiment</a:t>
            </a:r>
            <a:endParaRPr lang="es-ES_tradnl" sz="1800" noProof="0" dirty="0"/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s-ES_tradnl" sz="1800" b="1" noProof="0" dirty="0"/>
              <a:t>Ellis Reyes </a:t>
            </a:r>
            <a:r>
              <a:rPr lang="es-ES_tradnl" sz="1800" b="1" noProof="0" dirty="0" err="1"/>
              <a:t>for</a:t>
            </a:r>
            <a:r>
              <a:rPr lang="es-ES_tradnl" sz="1800" b="1" noProof="0" dirty="0"/>
              <a:t> </a:t>
            </a:r>
            <a:r>
              <a:rPr lang="es-ES_tradnl" sz="1800" noProof="0" dirty="0" err="1"/>
              <a:t>the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revision</a:t>
            </a:r>
            <a:r>
              <a:rPr lang="es-ES_tradnl" sz="1800" noProof="0" dirty="0"/>
              <a:t> he </a:t>
            </a:r>
            <a:r>
              <a:rPr lang="es-ES_tradnl" sz="1800" noProof="0" dirty="0" err="1"/>
              <a:t>is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conducting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for</a:t>
            </a:r>
            <a:r>
              <a:rPr lang="es-ES_tradnl" sz="1800" noProof="0" dirty="0"/>
              <a:t> </a:t>
            </a:r>
            <a:r>
              <a:rPr lang="es-ES_tradnl" sz="1800" noProof="0" dirty="0" err="1"/>
              <a:t>the</a:t>
            </a:r>
            <a:r>
              <a:rPr lang="es-ES_tradnl" sz="1800" noProof="0" dirty="0"/>
              <a:t> full </a:t>
            </a:r>
            <a:r>
              <a:rPr lang="es-ES_tradnl" sz="1800" noProof="0" dirty="0" err="1"/>
              <a:t>encoded</a:t>
            </a:r>
            <a:r>
              <a:rPr lang="es-ES_tradnl" sz="1800" noProof="0" dirty="0"/>
              <a:t> corpus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s-ES_tradnl" sz="1800" noProof="0" dirty="0" err="1"/>
              <a:t>My</a:t>
            </a:r>
            <a:r>
              <a:rPr lang="es-ES_tradnl" sz="1800" noProof="0" dirty="0">
                <a:solidFill>
                  <a:schemeClr val="accent6"/>
                </a:solidFill>
              </a:rPr>
              <a:t> </a:t>
            </a:r>
            <a:r>
              <a:rPr lang="es-ES_tradnl" sz="1800" b="1" noProof="0" dirty="0" err="1">
                <a:solidFill>
                  <a:srgbClr val="9744D9"/>
                </a:solidFill>
              </a:rPr>
              <a:t>supervisors</a:t>
            </a:r>
            <a:r>
              <a:rPr lang="es-ES_tradnl" sz="1800" noProof="0" dirty="0"/>
              <a:t>: </a:t>
            </a:r>
            <a:r>
              <a:rPr lang="es-ES_tradnl" sz="1800" b="1" noProof="0" dirty="0"/>
              <a:t>Julie Cumming </a:t>
            </a:r>
            <a:r>
              <a:rPr lang="es-ES_tradnl" sz="1800" noProof="0" dirty="0"/>
              <a:t>and</a:t>
            </a:r>
            <a:r>
              <a:rPr lang="es-ES_tradnl" sz="1800" b="1" noProof="0" dirty="0"/>
              <a:t> </a:t>
            </a:r>
            <a:r>
              <a:rPr lang="es-ES_tradnl" sz="1800" b="1" noProof="0" dirty="0" err="1"/>
              <a:t>Ichiro</a:t>
            </a:r>
            <a:r>
              <a:rPr lang="es-ES_tradnl" sz="1800" b="1" noProof="0" dirty="0"/>
              <a:t> </a:t>
            </a:r>
            <a:r>
              <a:rPr lang="es-ES_tradnl" sz="1800" b="1" noProof="0" dirty="0" err="1"/>
              <a:t>Fujinaga</a:t>
            </a:r>
            <a:endParaRPr lang="es-ES_tradnl" sz="1800" b="1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64711E-C719-D544-A33B-6A1285FE3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8FBB84-544C-A04C-A3A4-7697852BFAF3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s-ES_tradnl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67221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hape 408">
            <a:extLst>
              <a:ext uri="{FF2B5EF4-FFF2-40B4-BE49-F238E27FC236}">
                <a16:creationId xmlns:a16="http://schemas.microsoft.com/office/drawing/2014/main" id="{1445CD71-4C77-8042-927C-A21AA137884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4658" y="3414018"/>
            <a:ext cx="4185637" cy="5199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Shape 409">
            <a:extLst>
              <a:ext uri="{FF2B5EF4-FFF2-40B4-BE49-F238E27FC236}">
                <a16:creationId xmlns:a16="http://schemas.microsoft.com/office/drawing/2014/main" id="{1A2C92EF-EB3C-8B4F-8CE5-801B5EB8315E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8518" y="968153"/>
            <a:ext cx="1036067" cy="1036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Shape 410">
            <a:extLst>
              <a:ext uri="{FF2B5EF4-FFF2-40B4-BE49-F238E27FC236}">
                <a16:creationId xmlns:a16="http://schemas.microsoft.com/office/drawing/2014/main" id="{55BBB775-680E-EF45-9BD7-9E62B7D82B96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6522" y="4142324"/>
            <a:ext cx="6939972" cy="183148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14C9E47-A1A3-6A4D-A406-E0DF70D23E48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6861" y="1887359"/>
            <a:ext cx="1679816" cy="585536"/>
          </a:xfrm>
          <a:prstGeom prst="rect">
            <a:avLst/>
          </a:prstGeom>
        </p:spPr>
      </p:pic>
      <p:pic>
        <p:nvPicPr>
          <p:cNvPr id="15" name="Picture 14" descr="A close up of a sign&#10;&#10;Description automatically generated">
            <a:extLst>
              <a:ext uri="{FF2B5EF4-FFF2-40B4-BE49-F238E27FC236}">
                <a16:creationId xmlns:a16="http://schemas.microsoft.com/office/drawing/2014/main" id="{ABCC5163-1267-9843-B14F-1613468442FA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6861" y="2603900"/>
            <a:ext cx="3668870" cy="710535"/>
          </a:xfrm>
          <a:prstGeom prst="rect">
            <a:avLst/>
          </a:prstGeom>
        </p:spPr>
      </p:pic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7C7E63FB-842B-2B4E-B4C0-415952FF2AF6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34555" y="2003204"/>
            <a:ext cx="1143856" cy="529716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5FA003-B40D-0444-9472-7CCF9262E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11121EB-6836-6045-B9C2-40FF927C016F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s-ES_tradnl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Picture 10" descr="Text&#10;&#10;Description automatically generated with medium confidence">
            <a:extLst>
              <a:ext uri="{FF2B5EF4-FFF2-40B4-BE49-F238E27FC236}">
                <a16:creationId xmlns:a16="http://schemas.microsoft.com/office/drawing/2014/main" id="{F99CCAE6-AE96-3E47-B13E-EE85CE233DBF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27588" y="2625885"/>
            <a:ext cx="2680335" cy="661685"/>
          </a:xfrm>
          <a:prstGeom prst="rect">
            <a:avLst/>
          </a:prstGeom>
        </p:spPr>
      </p:pic>
      <p:pic>
        <p:nvPicPr>
          <p:cNvPr id="16" name="Picture 15" descr="Icon&#10;&#10;Description automatically generated">
            <a:extLst>
              <a:ext uri="{FF2B5EF4-FFF2-40B4-BE49-F238E27FC236}">
                <a16:creationId xmlns:a16="http://schemas.microsoft.com/office/drawing/2014/main" id="{E95FE33A-2F5C-DD42-A403-AF9D0F60233F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"/>
          <a:stretch/>
        </p:blipFill>
        <p:spPr>
          <a:xfrm>
            <a:off x="1796575" y="1089625"/>
            <a:ext cx="754918" cy="66168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ED2C24F-1E99-D345-8570-7DDBBFA7AB2C}"/>
              </a:ext>
            </a:extLst>
          </p:cNvPr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83837" y="1098767"/>
            <a:ext cx="2166265" cy="64898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143B5B8-B37E-DFD1-0859-A2BC6110D09E}"/>
              </a:ext>
            </a:extLst>
          </p:cNvPr>
          <p:cNvPicPr>
            <a:picLocks noChangeAspect="1"/>
          </p:cNvPicPr>
          <p:nvPr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6860" y="3414018"/>
            <a:ext cx="1844633" cy="58634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D41C5F6-3FAB-B25A-621B-134E5D367A90}"/>
              </a:ext>
            </a:extLst>
          </p:cNvPr>
          <p:cNvPicPr>
            <a:picLocks noChangeAspect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43206" y="3421094"/>
            <a:ext cx="2077059" cy="5863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29A6BA7-58E9-2A6E-59AD-BACE5B9DDF01}"/>
              </a:ext>
            </a:extLst>
          </p:cNvPr>
          <p:cNvPicPr>
            <a:picLocks noChangeAspect="1"/>
          </p:cNvPicPr>
          <p:nvPr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01297" y="4147293"/>
            <a:ext cx="2483842" cy="75934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2CCCBD3-E4C5-5F8D-DD27-C8ACC5EE297C}"/>
              </a:ext>
            </a:extLst>
          </p:cNvPr>
          <p:cNvPicPr>
            <a:picLocks noChangeAspect="1"/>
          </p:cNvPicPr>
          <p:nvPr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01297" y="5187453"/>
            <a:ext cx="2483842" cy="78635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8169538-1707-6C2B-3A43-638D59A0A66A}"/>
              </a:ext>
            </a:extLst>
          </p:cNvPr>
          <p:cNvPicPr>
            <a:picLocks noChangeAspect="1"/>
          </p:cNvPicPr>
          <p:nvPr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33074" y="3077515"/>
            <a:ext cx="2075511" cy="1004985"/>
          </a:xfrm>
          <a:prstGeom prst="rect">
            <a:avLst/>
          </a:prstGeom>
        </p:spPr>
      </p:pic>
      <p:sp>
        <p:nvSpPr>
          <p:cNvPr id="19" name="Shape 406">
            <a:extLst>
              <a:ext uri="{FF2B5EF4-FFF2-40B4-BE49-F238E27FC236}">
                <a16:creationId xmlns:a16="http://schemas.microsoft.com/office/drawing/2014/main" id="{F91BD44E-F12C-31FC-BD85-AECA878E61B9}"/>
              </a:ext>
            </a:extLst>
          </p:cNvPr>
          <p:cNvSpPr txBox="1">
            <a:spLocks/>
          </p:cNvSpPr>
          <p:nvPr/>
        </p:nvSpPr>
        <p:spPr>
          <a:xfrm>
            <a:off x="5213603" y="685367"/>
            <a:ext cx="6569411" cy="1566426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>
            <a:outerShdw blurRad="50800" dist="127000" dir="8100000" algn="tr" rotWithShape="0">
              <a:prstClr val="black">
                <a:alpha val="40000"/>
              </a:prstClr>
            </a:outerShdw>
            <a:softEdge rad="31750"/>
          </a:effectLst>
        </p:spPr>
        <p:txBody>
          <a:bodyPr vert="horz" lIns="121900" tIns="121900" rIns="121900" bIns="121900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6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¡Muchas gracias!</a:t>
            </a:r>
          </a:p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  <a:hlinkClick r:id="rId17"/>
              </a:rPr>
              <a:t>marthathomae@fcsh.unl.pt</a:t>
            </a:r>
            <a:endParaRPr kumimoji="0" lang="es-ES_tradnl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  <a:hlinkClick r:id="rId18"/>
              </a:rPr>
              <a:t>https://martha-thomae.github.io/projects/guatemala.html</a:t>
            </a:r>
            <a:endParaRPr kumimoji="0" lang="es-ES_tradnl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29545550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iezMinutos-3" id="{0DBDD7C7-FA2A-F243-BE83-72EF23E59496}" vid="{AB19EAD0-B201-C840-AD39-8A90B48AFCA2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ezMinutos-3" id="{0DBDD7C7-FA2A-F243-BE83-72EF23E59496}" vid="{65181429-D2C8-464A-AE9D-5117F563EA3E}"/>
    </a:ext>
  </a:extLst>
</a:theme>
</file>

<file path=ppt/theme/theme3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ezMinutos-3" id="{0DBDD7C7-FA2A-F243-BE83-72EF23E59496}" vid="{6B038D98-F4EB-644F-9311-B1430B131785}"/>
    </a:ext>
  </a:extLst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ezMinutos-3" id="{0DBDD7C7-FA2A-F243-BE83-72EF23E59496}" vid="{3CC460D5-4223-0844-A87D-2A7359B1F6A4}"/>
    </a:ext>
  </a:extLst>
</a:theme>
</file>

<file path=ppt/theme/theme5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ezMinutos-3" id="{0DBDD7C7-FA2A-F243-BE83-72EF23E59496}" vid="{373E344E-6595-F747-83BE-C7A80AF58D17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1_Office Theme</Template>
  <TotalTime>140</TotalTime>
  <Words>2927</Words>
  <Application>Microsoft Macintosh PowerPoint</Application>
  <PresentationFormat>Widescreen</PresentationFormat>
  <Paragraphs>419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40</vt:i4>
      </vt:variant>
    </vt:vector>
  </HeadingPairs>
  <TitlesOfParts>
    <vt:vector size="54" baseType="lpstr">
      <vt:lpstr>Aptos</vt:lpstr>
      <vt:lpstr>Aptos Display</vt:lpstr>
      <vt:lpstr>Arial</vt:lpstr>
      <vt:lpstr>Avenir Next Medium</vt:lpstr>
      <vt:lpstr>Bookman Old Style</vt:lpstr>
      <vt:lpstr>Calibri</vt:lpstr>
      <vt:lpstr>Calibri Light</vt:lpstr>
      <vt:lpstr>Century Gothic</vt:lpstr>
      <vt:lpstr>Wingdings</vt:lpstr>
      <vt:lpstr>1_Office Theme</vt:lpstr>
      <vt:lpstr>2_Office Theme</vt:lpstr>
      <vt:lpstr>4_Office Theme</vt:lpstr>
      <vt:lpstr>3_Office Theme</vt:lpstr>
      <vt:lpstr>5_Office Theme</vt:lpstr>
      <vt:lpstr>Libros de polifonía de la Catedral Metropolitana de Guatemala, su digitalización y codificación como partituras</vt:lpstr>
      <vt:lpstr>Libros de polifonía de la Catedral de la Ciudad de Guatemala</vt:lpstr>
      <vt:lpstr>Libros de polifonía de la Catedral de la Ciudad de Guatemala</vt:lpstr>
      <vt:lpstr>PowerPoint Presentation</vt:lpstr>
      <vt:lpstr>PowerPoint Presentation</vt:lpstr>
      <vt:lpstr>PowerPoint Presentation</vt:lpstr>
      <vt:lpstr>Motivación</vt:lpstr>
      <vt:lpstr>Motivación</vt:lpstr>
      <vt:lpstr>Motivación</vt:lpstr>
      <vt:lpstr>Motivación</vt:lpstr>
      <vt:lpstr>Metodología: tres pasos</vt:lpstr>
      <vt:lpstr>Metodología: tres pasos</vt:lpstr>
      <vt:lpstr>Metodología: tres pasos</vt:lpstr>
      <vt:lpstr>I. Digitalización Construcción de un escáner de libro</vt:lpstr>
      <vt:lpstr>I. Digitalización Construcción de un escáner de libro</vt:lpstr>
      <vt:lpstr>II. Reconocimiento óptico de caracteres musicales (OMR)</vt:lpstr>
      <vt:lpstr>MuRET</vt:lpstr>
      <vt:lpstr>PowerPoint Presentation</vt:lpstr>
      <vt:lpstr>PowerPoint Presentation</vt:lpstr>
      <vt:lpstr>PowerPoint Presentation</vt:lpstr>
      <vt:lpstr>III. Alineamiento automático de las voces</vt:lpstr>
      <vt:lpstr>Measuring Polyphony Editor</vt:lpstr>
      <vt:lpstr>Measuring Polyphony Editor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Metodología: tres pasos</vt:lpstr>
      <vt:lpstr>Metodología: tres pasos</vt:lpstr>
      <vt:lpstr>PowerPoint Presentation</vt:lpstr>
      <vt:lpstr>PowerPoint Presentation</vt:lpstr>
      <vt:lpstr>Metodología</vt:lpstr>
      <vt:lpstr>PowerPoint Presentation</vt:lpstr>
      <vt:lpstr>PowerPoint Presentation</vt:lpstr>
      <vt:lpstr>Agradecimientos</vt:lpstr>
      <vt:lpstr>Agradecimientos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Martha Thomae Elias, Miss</dc:creator>
  <cp:lastModifiedBy>Martha Thomae Elias, Miss</cp:lastModifiedBy>
  <cp:revision>31</cp:revision>
  <cp:lastPrinted>2024-10-25T22:08:16Z</cp:lastPrinted>
  <dcterms:created xsi:type="dcterms:W3CDTF">2024-10-24T11:46:27Z</dcterms:created>
  <dcterms:modified xsi:type="dcterms:W3CDTF">2024-10-25T22:56:00Z</dcterms:modified>
</cp:coreProperties>
</file>