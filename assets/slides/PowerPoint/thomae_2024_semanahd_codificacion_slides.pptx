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4" r:id="rId3"/>
    <p:sldId id="259" r:id="rId4"/>
    <p:sldId id="262" r:id="rId5"/>
    <p:sldId id="264" r:id="rId6"/>
    <p:sldId id="268" r:id="rId7"/>
    <p:sldId id="269" r:id="rId8"/>
    <p:sldId id="266" r:id="rId9"/>
    <p:sldId id="271" r:id="rId10"/>
    <p:sldId id="270" r:id="rId11"/>
    <p:sldId id="272" r:id="rId12"/>
    <p:sldId id="426" r:id="rId13"/>
    <p:sldId id="273" r:id="rId14"/>
    <p:sldId id="275" r:id="rId15"/>
    <p:sldId id="276" r:id="rId16"/>
    <p:sldId id="277" r:id="rId17"/>
    <p:sldId id="278" r:id="rId18"/>
    <p:sldId id="280" r:id="rId19"/>
    <p:sldId id="428" r:id="rId20"/>
    <p:sldId id="281" r:id="rId21"/>
    <p:sldId id="429" r:id="rId22"/>
    <p:sldId id="282" r:id="rId23"/>
    <p:sldId id="430" r:id="rId24"/>
    <p:sldId id="425" r:id="rId25"/>
    <p:sldId id="43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A842"/>
    <a:srgbClr val="FA2765"/>
    <a:srgbClr val="D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60"/>
    <p:restoredTop sz="77823"/>
  </p:normalViewPr>
  <p:slideViewPr>
    <p:cSldViewPr snapToGrid="0">
      <p:cViewPr varScale="1">
        <p:scale>
          <a:sx n="98" d="100"/>
          <a:sy n="98" d="100"/>
        </p:scale>
        <p:origin x="1432" y="192"/>
      </p:cViewPr>
      <p:guideLst/>
    </p:cSldViewPr>
  </p:slideViewPr>
  <p:notesTextViewPr>
    <p:cViewPr>
      <p:scale>
        <a:sx n="1" d="1"/>
        <a:sy n="1" d="1"/>
      </p:scale>
      <p:origin x="0" y="-436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80AE49-904E-A545-8392-2DB050EA8A4D}" type="datetimeFigureOut">
              <a:rPr lang="en-US" smtClean="0"/>
              <a:t>5/24/24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413E3-D7D5-FA47-AC82-B3DDF4FE7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71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413E3-D7D5-FA47-AC82-B3DDF4FE71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8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Exportar</a:t>
            </a:r>
            <a:r>
              <a:rPr lang="en-US" dirty="0"/>
              <a:t> </a:t>
            </a:r>
            <a:r>
              <a:rPr lang="en-US" dirty="0" err="1"/>
              <a:t>MusicXML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413E3-D7D5-FA47-AC82-B3DDF4FE71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90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Importar</a:t>
            </a:r>
            <a:r>
              <a:rPr lang="en-US" dirty="0"/>
              <a:t> </a:t>
            </a:r>
            <a:r>
              <a:rPr lang="en-US" dirty="0" err="1"/>
              <a:t>MusicXML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413E3-D7D5-FA47-AC82-B3DDF4FE71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68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0" i="0" u="none" strike="noStrike" dirty="0" err="1">
                <a:solidFill>
                  <a:srgbClr val="177C12"/>
                </a:solidFill>
                <a:effectLst/>
                <a:latin typeface="ui-sans-serif"/>
              </a:rPr>
              <a:t>Usa</a:t>
            </a:r>
            <a:r>
              <a:rPr lang="en-CA" b="0" i="0" u="none" strike="noStrike" dirty="0">
                <a:solidFill>
                  <a:srgbClr val="177C12"/>
                </a:solidFill>
                <a:effectLst/>
                <a:latin typeface="ui-sans-serif"/>
              </a:rPr>
              <a:t> un </a:t>
            </a:r>
            <a:r>
              <a:rPr lang="en-CA" b="0" i="0" u="none" strike="noStrike" dirty="0" err="1">
                <a:solidFill>
                  <a:srgbClr val="177C12"/>
                </a:solidFill>
                <a:effectLst/>
                <a:latin typeface="ui-sans-serif"/>
              </a:rPr>
              <a:t>lenguaje</a:t>
            </a:r>
            <a:r>
              <a:rPr lang="en-CA" b="0" i="0" u="none" strike="noStrike" dirty="0">
                <a:solidFill>
                  <a:srgbClr val="177C12"/>
                </a:solidFill>
                <a:effectLst/>
                <a:latin typeface="ui-sans-serif"/>
              </a:rPr>
              <a:t> de </a:t>
            </a:r>
            <a:r>
              <a:rPr lang="en-CA" b="0" i="0" u="none" strike="noStrike" dirty="0" err="1">
                <a:solidFill>
                  <a:srgbClr val="177C12"/>
                </a:solidFill>
                <a:effectLst/>
                <a:latin typeface="ui-sans-serif"/>
              </a:rPr>
              <a:t>etiquetado</a:t>
            </a:r>
            <a:r>
              <a:rPr lang="en-CA" b="0" i="0" u="none" strike="noStrike" dirty="0">
                <a:solidFill>
                  <a:srgbClr val="177C12"/>
                </a:solidFill>
                <a:effectLst/>
                <a:latin typeface="ui-sans-serif"/>
              </a:rPr>
              <a:t> (pitch, step, octave, duration) con </a:t>
            </a:r>
            <a:r>
              <a:rPr lang="en-CA" b="0" i="0" u="none" strike="noStrike" dirty="0" err="1">
                <a:solidFill>
                  <a:srgbClr val="177C12"/>
                </a:solidFill>
                <a:effectLst/>
                <a:latin typeface="ui-sans-serif"/>
              </a:rPr>
              <a:t>una</a:t>
            </a:r>
            <a:r>
              <a:rPr lang="en-CA" b="0" i="0" u="none" strike="noStrike" dirty="0">
                <a:solidFill>
                  <a:srgbClr val="177C12"/>
                </a:solidFill>
                <a:effectLst/>
                <a:latin typeface="ui-sans-serif"/>
              </a:rPr>
              <a:t> </a:t>
            </a:r>
            <a:r>
              <a:rPr lang="en-CA" b="0" i="0" u="none" strike="noStrike" dirty="0" err="1">
                <a:solidFill>
                  <a:srgbClr val="177C12"/>
                </a:solidFill>
                <a:effectLst/>
                <a:latin typeface="ui-sans-serif"/>
              </a:rPr>
              <a:t>estructura</a:t>
            </a:r>
            <a:r>
              <a:rPr lang="en-CA" b="0" i="0" u="none" strike="noStrike" dirty="0">
                <a:solidFill>
                  <a:srgbClr val="177C12"/>
                </a:solidFill>
                <a:effectLst/>
                <a:latin typeface="ui-sans-serif"/>
              </a:rPr>
              <a:t> </a:t>
            </a:r>
            <a:r>
              <a:rPr lang="en-CA" b="0" i="0" u="none" strike="noStrike" dirty="0" err="1">
                <a:solidFill>
                  <a:srgbClr val="177C12"/>
                </a:solidFill>
                <a:effectLst/>
                <a:latin typeface="ui-sans-serif"/>
              </a:rPr>
              <a:t>jerárquica</a:t>
            </a:r>
            <a:r>
              <a:rPr lang="en-CA" b="0" i="0" u="none" strike="noStrike" dirty="0">
                <a:solidFill>
                  <a:srgbClr val="177C12"/>
                </a:solidFill>
                <a:effectLst/>
                <a:latin typeface="ui-sans-serif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413E3-D7D5-FA47-AC82-B3DDF4FE71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2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413E3-D7D5-FA47-AC82-B3DDF4FE71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54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[2] no solo </a:t>
            </a:r>
            <a:r>
              <a:rPr lang="en-US" dirty="0" err="1"/>
              <a:t>el</a:t>
            </a:r>
            <a:r>
              <a:rPr lang="en-US" dirty="0"/>
              <a:t> compositor, la </a:t>
            </a:r>
            <a:r>
              <a:rPr lang="en-US" dirty="0" err="1"/>
              <a:t>fecha</a:t>
            </a:r>
            <a:r>
              <a:rPr lang="en-US" dirty="0"/>
              <a:t> de </a:t>
            </a:r>
            <a:r>
              <a:rPr lang="en-US" dirty="0" err="1"/>
              <a:t>composición</a:t>
            </a:r>
            <a:r>
              <a:rPr lang="en-US" dirty="0"/>
              <a:t> y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nombre</a:t>
            </a:r>
            <a:r>
              <a:rPr lang="en-US" dirty="0"/>
              <a:t> de la </a:t>
            </a:r>
            <a:r>
              <a:rPr lang="en-US" dirty="0" err="1"/>
              <a:t>obra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413E3-D7D5-FA47-AC82-B3DDF4FE716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40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[2] no solo </a:t>
            </a:r>
            <a:r>
              <a:rPr lang="en-US" dirty="0" err="1"/>
              <a:t>el</a:t>
            </a:r>
            <a:r>
              <a:rPr lang="en-US" dirty="0"/>
              <a:t> compositor, la </a:t>
            </a:r>
            <a:r>
              <a:rPr lang="en-US" dirty="0" err="1"/>
              <a:t>fecha</a:t>
            </a:r>
            <a:r>
              <a:rPr lang="en-US" dirty="0"/>
              <a:t> de </a:t>
            </a:r>
            <a:r>
              <a:rPr lang="en-US" dirty="0" err="1"/>
              <a:t>composición</a:t>
            </a:r>
            <a:r>
              <a:rPr lang="en-US" dirty="0"/>
              <a:t> y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nombre</a:t>
            </a:r>
            <a:r>
              <a:rPr lang="en-US" dirty="0"/>
              <a:t> de la </a:t>
            </a:r>
            <a:r>
              <a:rPr lang="en-US" dirty="0" err="1"/>
              <a:t>obra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D413E3-D7D5-FA47-AC82-B3DDF4FE716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919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413E3-D7D5-FA47-AC82-B3DDF4FE716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50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Parrafo</a:t>
            </a:r>
            <a:r>
              <a:rPr lang="en-US" dirty="0"/>
              <a:t> 1, mas info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capitulo</a:t>
            </a:r>
            <a:r>
              <a:rPr lang="en-US" dirty="0"/>
              <a:t> de las directrices, y 3</a:t>
            </a:r>
          </a:p>
          <a:p>
            <a:r>
              <a:rPr lang="en-US" b="1" dirty="0"/>
              <a:t>----1 /2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parrafos</a:t>
            </a:r>
            <a:r>
              <a:rPr lang="en-US" dirty="0"/>
              <a:t> hasta la </a:t>
            </a:r>
            <a:r>
              <a:rPr lang="en-US" dirty="0" err="1"/>
              <a:t>tarea</a:t>
            </a:r>
            <a:r>
              <a:rPr lang="en-US" dirty="0"/>
              <a:t> (inclusive)</a:t>
            </a:r>
          </a:p>
          <a:p>
            <a:r>
              <a:rPr lang="en-US" b="1" dirty="0"/>
              <a:t>----2 /3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“ESPACIOS DE NOMBRE” + TODO - EXCEPTO UN PARENTESIS: “</a:t>
            </a:r>
            <a:r>
              <a:rPr lang="en-US" dirty="0" err="1"/>
              <a:t>espacios</a:t>
            </a:r>
            <a:r>
              <a:rPr lang="en-US" dirty="0"/>
              <a:t> de </a:t>
            </a:r>
            <a:r>
              <a:rPr lang="en-US" dirty="0" err="1"/>
              <a:t>nombre</a:t>
            </a:r>
            <a:r>
              <a:rPr lang="en-US" dirty="0"/>
              <a:t>’ + </a:t>
            </a:r>
            <a:r>
              <a:rPr lang="en-US" dirty="0" err="1"/>
              <a:t>parrafo</a:t>
            </a:r>
            <a:r>
              <a:rPr lang="en-US" dirty="0"/>
              <a:t> 1 (</a:t>
            </a:r>
            <a:r>
              <a:rPr lang="en-US" dirty="0" err="1"/>
              <a:t>tecnico</a:t>
            </a:r>
            <a:r>
              <a:rPr lang="en-US" dirty="0"/>
              <a:t> y ultima </a:t>
            </a:r>
            <a:r>
              <a:rPr lang="en-US" dirty="0" err="1"/>
              <a:t>linea</a:t>
            </a:r>
            <a:r>
              <a:rPr lang="en-US" dirty="0"/>
              <a:t>) + 2ndo + 3ro (sin </a:t>
            </a:r>
            <a:r>
              <a:rPr lang="en-US" dirty="0" err="1"/>
              <a:t>xpath</a:t>
            </a:r>
            <a:r>
              <a:rPr lang="en-US" dirty="0"/>
              <a:t> </a:t>
            </a:r>
            <a:r>
              <a:rPr lang="en-US" dirty="0" err="1"/>
              <a:t>parentesis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lugar</a:t>
            </a:r>
            <a:r>
              <a:rPr lang="en-US" dirty="0"/>
              <a:t> de </a:t>
            </a:r>
            <a:r>
              <a:rPr lang="en-US" dirty="0" err="1"/>
              <a:t>eso</a:t>
            </a:r>
            <a:r>
              <a:rPr lang="en-US" dirty="0"/>
              <a:t> “</a:t>
            </a:r>
            <a:r>
              <a:rPr lang="en-US" dirty="0" err="1"/>
              <a:t>atributs</a:t>
            </a:r>
            <a:r>
              <a:rPr lang="en-US" dirty="0"/>
              <a:t> y </a:t>
            </a:r>
            <a:r>
              <a:rPr lang="en-US" dirty="0" err="1"/>
              <a:t>elementos</a:t>
            </a:r>
            <a:r>
              <a:rPr lang="en-US" dirty="0"/>
              <a:t>”), </a:t>
            </a:r>
            <a:r>
              <a:rPr lang="en-US" dirty="0" err="1"/>
              <a:t>mientras</a:t>
            </a:r>
            <a:r>
              <a:rPr lang="en-US" dirty="0"/>
              <a:t> das </a:t>
            </a:r>
            <a:r>
              <a:rPr lang="en-US" dirty="0" err="1"/>
              <a:t>ejemplos</a:t>
            </a:r>
            <a:r>
              <a:rPr lang="en-US" dirty="0"/>
              <a:t> + </a:t>
            </a:r>
            <a:r>
              <a:rPr lang="en-US" dirty="0" err="1"/>
              <a:t>tarea</a:t>
            </a:r>
            <a:r>
              <a:rPr lang="en-US" dirty="0"/>
              <a:t> PISTA!!! --- </a:t>
            </a:r>
            <a:r>
              <a:rPr lang="en-US" dirty="0" err="1"/>
              <a:t>boton</a:t>
            </a:r>
            <a:r>
              <a:rPr lang="en-US" dirty="0"/>
              <a:t> de </a:t>
            </a:r>
            <a:r>
              <a:rPr lang="en-US" dirty="0" err="1"/>
              <a:t>continuar</a:t>
            </a:r>
            <a:r>
              <a:rPr lang="en-US" dirty="0"/>
              <a:t> </a:t>
            </a:r>
            <a:r>
              <a:rPr lang="en-US" dirty="0" err="1"/>
              <a:t>abilitado</a:t>
            </a:r>
            <a:r>
              <a:rPr lang="en-US" dirty="0"/>
              <a:t> ---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apuntando</a:t>
            </a:r>
            <a:r>
              <a:rPr lang="en-US" dirty="0"/>
              <a:t> al </a:t>
            </a:r>
            <a:r>
              <a:rPr lang="en-US" dirty="0" err="1"/>
              <a:t>espacio</a:t>
            </a:r>
            <a:r>
              <a:rPr lang="en-US" dirty="0"/>
              <a:t> de </a:t>
            </a:r>
            <a:r>
              <a:rPr lang="en-US" dirty="0" err="1"/>
              <a:t>nombres</a:t>
            </a:r>
            <a:r>
              <a:rPr lang="en-US" dirty="0"/>
              <a:t> de </a:t>
            </a:r>
            <a:r>
              <a:rPr lang="en-US" dirty="0" err="1"/>
              <a:t>mei</a:t>
            </a:r>
            <a:r>
              <a:rPr lang="en-US" dirty="0"/>
              <a:t>, </a:t>
            </a:r>
            <a:r>
              <a:rPr lang="en-US" dirty="0" err="1"/>
              <a:t>permite</a:t>
            </a:r>
            <a:r>
              <a:rPr lang="en-US" dirty="0"/>
              <a:t> que </a:t>
            </a:r>
            <a:r>
              <a:rPr lang="en-US" dirty="0" err="1"/>
              <a:t>entienda</a:t>
            </a:r>
            <a:r>
              <a:rPr lang="en-US" dirty="0"/>
              <a:t> que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codigo</a:t>
            </a:r>
            <a:r>
              <a:rPr lang="en-US" dirty="0"/>
              <a:t> </a:t>
            </a:r>
            <a:r>
              <a:rPr lang="en-US" dirty="0" err="1"/>
              <a:t>entrante</a:t>
            </a:r>
            <a:r>
              <a:rPr lang="en-US" dirty="0"/>
              <a:t> es de </a:t>
            </a:r>
            <a:r>
              <a:rPr lang="en-US" dirty="0" err="1"/>
              <a:t>mei</a:t>
            </a:r>
            <a:r>
              <a:rPr lang="en-US" dirty="0"/>
              <a:t> (</a:t>
            </a:r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pondria</a:t>
            </a:r>
            <a:r>
              <a:rPr lang="en-US" dirty="0"/>
              <a:t> ser de </a:t>
            </a:r>
            <a:r>
              <a:rPr lang="en-US" dirty="0" err="1"/>
              <a:t>musicxml</a:t>
            </a:r>
            <a:r>
              <a:rPr lang="en-US" dirty="0"/>
              <a:t> u </a:t>
            </a:r>
            <a:r>
              <a:rPr lang="en-US" dirty="0" err="1"/>
              <a:t>otra</a:t>
            </a:r>
            <a:r>
              <a:rPr lang="en-US" dirty="0"/>
              <a:t> </a:t>
            </a:r>
            <a:r>
              <a:rPr lang="en-US" dirty="0" err="1"/>
              <a:t>convencion</a:t>
            </a:r>
            <a:r>
              <a:rPr lang="en-US" dirty="0"/>
              <a:t>)</a:t>
            </a:r>
          </a:p>
          <a:p>
            <a:r>
              <a:rPr lang="en-US" b="1" dirty="0"/>
              <a:t>-----3 /4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Pistas</a:t>
            </a:r>
            <a:r>
              <a:rPr lang="en-US" dirty="0"/>
              <a:t> </a:t>
            </a:r>
            <a:r>
              <a:rPr lang="en-US" dirty="0" err="1"/>
              <a:t>activadas</a:t>
            </a:r>
            <a:r>
              <a:rPr lang="en-US" dirty="0"/>
              <a:t> para </a:t>
            </a:r>
            <a:r>
              <a:rPr lang="en-US" dirty="0" err="1"/>
              <a:t>seguir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Todo con </a:t>
            </a:r>
            <a:r>
              <a:rPr lang="en-US" dirty="0" err="1"/>
              <a:t>meiHead</a:t>
            </a:r>
            <a:r>
              <a:rPr lang="en-US" dirty="0"/>
              <a:t> y music mas </a:t>
            </a:r>
            <a:r>
              <a:rPr lang="en-US" dirty="0" err="1"/>
              <a:t>explicado</a:t>
            </a:r>
            <a:r>
              <a:rPr lang="en-US" dirty="0"/>
              <a:t> a </a:t>
            </a:r>
            <a:r>
              <a:rPr lang="en-US" dirty="0" err="1"/>
              <a:t>pedazos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 </a:t>
            </a:r>
            <a:r>
              <a:rPr lang="en-US" dirty="0" err="1"/>
              <a:t>compartir</a:t>
            </a:r>
            <a:r>
              <a:rPr lang="en-US" dirty="0"/>
              <a:t> </a:t>
            </a:r>
            <a:r>
              <a:rPr lang="en-US" dirty="0" err="1"/>
              <a:t>pantalla</a:t>
            </a:r>
            <a:r>
              <a:rPr lang="en-US" dirty="0"/>
              <a:t> </a:t>
            </a:r>
            <a:r>
              <a:rPr lang="en-US" dirty="0" err="1"/>
              <a:t>alguien</a:t>
            </a:r>
            <a:r>
              <a:rPr lang="en-US" dirty="0"/>
              <a:t> mas para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ejercicio</a:t>
            </a:r>
            <a:endParaRPr lang="en-US" dirty="0"/>
          </a:p>
          <a:p>
            <a:r>
              <a:rPr lang="en-US" b="1" dirty="0"/>
              <a:t>-----4 /5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tambien</a:t>
            </a:r>
            <a:r>
              <a:rPr lang="en-US" dirty="0"/>
              <a:t> </a:t>
            </a:r>
            <a:r>
              <a:rPr lang="en-US" dirty="0" err="1"/>
              <a:t>compartido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la </a:t>
            </a:r>
            <a:r>
              <a:rPr lang="en-US" dirty="0" err="1"/>
              <a:t>misma</a:t>
            </a:r>
            <a:r>
              <a:rPr lang="en-US" dirty="0"/>
              <a:t> persona</a:t>
            </a:r>
          </a:p>
          <a:p>
            <a:r>
              <a:rPr lang="en-US" b="1" dirty="0"/>
              <a:t>-----5 /6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Primer </a:t>
            </a:r>
            <a:r>
              <a:rPr lang="en-US" dirty="0" err="1"/>
              <a:t>archivo</a:t>
            </a:r>
            <a:r>
              <a:rPr lang="en-US" dirty="0"/>
              <a:t> MEI, </a:t>
            </a:r>
            <a:r>
              <a:rPr lang="en-US" dirty="0" err="1"/>
              <a:t>el</a:t>
            </a:r>
            <a:r>
              <a:rPr lang="en-US" dirty="0"/>
              <a:t> mas </a:t>
            </a:r>
            <a:r>
              <a:rPr lang="en-US" dirty="0" err="1"/>
              <a:t>minimalista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que </a:t>
            </a:r>
            <a:r>
              <a:rPr lang="en-US" dirty="0" err="1"/>
              <a:t>sigue</a:t>
            </a:r>
            <a:r>
              <a:rPr lang="en-US" dirty="0"/>
              <a:t> </a:t>
            </a:r>
            <a:r>
              <a:rPr lang="en-US" dirty="0" err="1"/>
              <a:t>siendo</a:t>
            </a:r>
            <a:r>
              <a:rPr lang="en-US" dirty="0"/>
              <a:t> un </a:t>
            </a:r>
            <a:r>
              <a:rPr lang="en-US" dirty="0" err="1"/>
              <a:t>archivo</a:t>
            </a:r>
            <a:r>
              <a:rPr lang="en-US" dirty="0"/>
              <a:t> MEI </a:t>
            </a:r>
            <a:r>
              <a:rPr lang="en-US" dirty="0" err="1"/>
              <a:t>valido</a:t>
            </a:r>
            <a:r>
              <a:rPr lang="en-US" dirty="0"/>
              <a:t>, que se </a:t>
            </a:r>
            <a:r>
              <a:rPr lang="en-US" dirty="0" err="1"/>
              <a:t>conforma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esquema</a:t>
            </a:r>
            <a:r>
              <a:rPr lang="en-US" dirty="0"/>
              <a:t> / con las </a:t>
            </a:r>
            <a:r>
              <a:rPr lang="en-US" dirty="0" err="1"/>
              <a:t>reglas</a:t>
            </a:r>
            <a:r>
              <a:rPr lang="en-US" dirty="0"/>
              <a:t> de MEI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Solo hay que </a:t>
            </a:r>
            <a:r>
              <a:rPr lang="en-US" dirty="0" err="1"/>
              <a:t>adaptarse</a:t>
            </a:r>
            <a:r>
              <a:rPr lang="en-US" dirty="0"/>
              <a:t> a la </a:t>
            </a:r>
            <a:r>
              <a:rPr lang="en-US" dirty="0" err="1"/>
              <a:t>estructura</a:t>
            </a:r>
            <a:r>
              <a:rPr lang="en-US" dirty="0"/>
              <a:t>, de </a:t>
            </a:r>
            <a:r>
              <a:rPr lang="en-US" dirty="0" err="1"/>
              <a:t>abrir</a:t>
            </a:r>
            <a:r>
              <a:rPr lang="en-US" dirty="0"/>
              <a:t> y </a:t>
            </a:r>
            <a:r>
              <a:rPr lang="en-US" dirty="0" err="1"/>
              <a:t>cerrar</a:t>
            </a:r>
            <a:r>
              <a:rPr lang="en-US" dirty="0"/>
              <a:t> </a:t>
            </a:r>
            <a:r>
              <a:rPr lang="en-US" dirty="0" err="1"/>
              <a:t>etiquetas</a:t>
            </a:r>
            <a:r>
              <a:rPr lang="en-US" dirty="0"/>
              <a:t>, y </a:t>
            </a:r>
            <a:r>
              <a:rPr lang="en-US" dirty="0" err="1"/>
              <a:t>cuales</a:t>
            </a:r>
            <a:r>
              <a:rPr lang="en-US" dirty="0"/>
              <a:t> </a:t>
            </a:r>
            <a:r>
              <a:rPr lang="en-US" dirty="0" err="1"/>
              <a:t>etiquetas</a:t>
            </a:r>
            <a:r>
              <a:rPr lang="en-US" dirty="0"/>
              <a:t> van </a:t>
            </a:r>
            <a:r>
              <a:rPr lang="en-US" dirty="0" err="1"/>
              <a:t>dentro</a:t>
            </a:r>
            <a:r>
              <a:rPr lang="en-US" dirty="0"/>
              <a:t> de </a:t>
            </a:r>
            <a:r>
              <a:rPr lang="en-US" dirty="0" err="1"/>
              <a:t>otras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/>
              <a:t>Principios</a:t>
            </a:r>
            <a:r>
              <a:rPr lang="en-US" dirty="0"/>
              <a:t> de XML, que son la base de MEI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ULTIMO PUNTITO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==== SIGUIENTE TUTORIAL =====</a:t>
            </a:r>
          </a:p>
          <a:p>
            <a:endParaRPr lang="en-US" dirty="0"/>
          </a:p>
          <a:p>
            <a:r>
              <a:rPr lang="en-US" dirty="0" err="1"/>
              <a:t>Empiezo</a:t>
            </a:r>
            <a:r>
              <a:rPr lang="en-US" dirty="0"/>
              <a:t> </a:t>
            </a:r>
            <a:r>
              <a:rPr lang="en-US" dirty="0" err="1"/>
              <a:t>yo</a:t>
            </a:r>
            <a:r>
              <a:rPr lang="en-US" dirty="0"/>
              <a:t> </a:t>
            </a:r>
            <a:r>
              <a:rPr lang="en-US" dirty="0" err="1"/>
              <a:t>otra</a:t>
            </a:r>
            <a:r>
              <a:rPr lang="en-US" dirty="0"/>
              <a:t> </a:t>
            </a:r>
            <a:r>
              <a:rPr lang="en-US" dirty="0" err="1"/>
              <a:t>vez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Estructua</a:t>
            </a:r>
            <a:r>
              <a:rPr lang="en-US" dirty="0"/>
              <a:t> de MEI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Codificar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musica</a:t>
            </a:r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Solo </a:t>
            </a:r>
            <a:r>
              <a:rPr lang="en-US" dirty="0" err="1">
                <a:sym typeface="Wingdings" pitchFamily="2" charset="2"/>
              </a:rPr>
              <a:t>el</a:t>
            </a:r>
            <a:r>
              <a:rPr lang="en-US" dirty="0">
                <a:sym typeface="Wingdings" pitchFamily="2" charset="2"/>
              </a:rPr>
              <a:t> 2ndo </a:t>
            </a:r>
            <a:r>
              <a:rPr lang="en-US" dirty="0" err="1">
                <a:sym typeface="Wingdings" pitchFamily="2" charset="2"/>
              </a:rPr>
              <a:t>parrafo</a:t>
            </a:r>
            <a:r>
              <a:rPr lang="en-US" dirty="0">
                <a:sym typeface="Wingdings" pitchFamily="2" charset="2"/>
              </a:rPr>
              <a:t> (EL RENDERIZADO)</a:t>
            </a:r>
          </a:p>
          <a:p>
            <a:r>
              <a:rPr lang="en-US" b="1" dirty="0">
                <a:sym typeface="Wingdings" pitchFamily="2" charset="2"/>
              </a:rPr>
              <a:t>-----1 /2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TODO hasta la </a:t>
            </a:r>
            <a:r>
              <a:rPr lang="en-US" dirty="0" err="1">
                <a:sym typeface="Wingdings" pitchFamily="2" charset="2"/>
              </a:rPr>
              <a:t>Tarea</a:t>
            </a:r>
            <a:r>
              <a:rPr lang="en-US" dirty="0">
                <a:sym typeface="Wingdings" pitchFamily="2" charset="2"/>
              </a:rPr>
              <a:t>. </a:t>
            </a:r>
            <a:r>
              <a:rPr lang="en-US" dirty="0" err="1">
                <a:sym typeface="Wingdings" pitchFamily="2" charset="2"/>
              </a:rPr>
              <a:t>Hazlo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tu</a:t>
            </a:r>
            <a:r>
              <a:rPr lang="en-US" dirty="0">
                <a:sym typeface="Wingdings" pitchFamily="2" charset="2"/>
              </a:rPr>
              <a:t>, con “</a:t>
            </a:r>
            <a:r>
              <a:rPr lang="en-US" dirty="0" err="1">
                <a:sym typeface="Wingdings" pitchFamily="2" charset="2"/>
              </a:rPr>
              <a:t>mostrar</a:t>
            </a:r>
            <a:r>
              <a:rPr lang="en-US" dirty="0">
                <a:sym typeface="Wingdings" pitchFamily="2" charset="2"/>
              </a:rPr>
              <a:t> la </a:t>
            </a:r>
            <a:r>
              <a:rPr lang="en-US" dirty="0" err="1">
                <a:sym typeface="Wingdings" pitchFamily="2" charset="2"/>
              </a:rPr>
              <a:t>pista</a:t>
            </a:r>
            <a:r>
              <a:rPr lang="en-US" dirty="0">
                <a:sym typeface="Wingdings" pitchFamily="2" charset="2"/>
              </a:rPr>
              <a:t>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>
                <a:sym typeface="Wingdings" pitchFamily="2" charset="2"/>
              </a:rPr>
              <a:t>Completar</a:t>
            </a:r>
            <a:r>
              <a:rPr lang="en-US" dirty="0">
                <a:sym typeface="Wingdings" pitchFamily="2" charset="2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Luego </a:t>
            </a:r>
            <a:r>
              <a:rPr lang="en-US" dirty="0" err="1">
                <a:sym typeface="Wingdings" pitchFamily="2" charset="2"/>
              </a:rPr>
              <a:t>pedir</a:t>
            </a:r>
            <a:r>
              <a:rPr lang="en-US" dirty="0">
                <a:sym typeface="Wingdings" pitchFamily="2" charset="2"/>
              </a:rPr>
              <a:t> a </a:t>
            </a:r>
            <a:r>
              <a:rPr lang="en-US" dirty="0" err="1">
                <a:sym typeface="Wingdings" pitchFamily="2" charset="2"/>
              </a:rPr>
              <a:t>alguien</a:t>
            </a:r>
            <a:r>
              <a:rPr lang="en-US" dirty="0">
                <a:sym typeface="Wingdings" pitchFamily="2" charset="2"/>
              </a:rPr>
              <a:t> mas que </a:t>
            </a:r>
            <a:r>
              <a:rPr lang="en-US" dirty="0" err="1">
                <a:sym typeface="Wingdings" pitchFamily="2" charset="2"/>
              </a:rPr>
              <a:t>comparta</a:t>
            </a:r>
            <a:r>
              <a:rPr lang="en-US" dirty="0">
                <a:sym typeface="Wingdings" pitchFamily="2" charset="2"/>
              </a:rPr>
              <a:t> la </a:t>
            </a:r>
            <a:r>
              <a:rPr lang="en-US" dirty="0" err="1">
                <a:sym typeface="Wingdings" pitchFamily="2" charset="2"/>
              </a:rPr>
              <a:t>pantalla</a:t>
            </a:r>
            <a:r>
              <a:rPr lang="en-US" dirty="0">
                <a:sym typeface="Wingdings" pitchFamily="2" charset="2"/>
              </a:rPr>
              <a:t> + </a:t>
            </a:r>
            <a:r>
              <a:rPr lang="en-US" dirty="0" err="1">
                <a:sym typeface="Wingdings" pitchFamily="2" charset="2"/>
              </a:rPr>
              <a:t>cambiar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valores</a:t>
            </a:r>
            <a:r>
              <a:rPr lang="en-US" dirty="0">
                <a:sym typeface="Wingdings" pitchFamily="2" charset="2"/>
              </a:rPr>
              <a:t> para </a:t>
            </a:r>
            <a:r>
              <a:rPr lang="en-US" dirty="0" err="1">
                <a:sym typeface="Wingdings" pitchFamily="2" charset="2"/>
              </a:rPr>
              <a:t>ver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como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salta</a:t>
            </a:r>
            <a:r>
              <a:rPr lang="en-US" dirty="0">
                <a:sym typeface="Wingdings" pitchFamily="2" charset="2"/>
              </a:rPr>
              <a:t> la </a:t>
            </a:r>
            <a:r>
              <a:rPr lang="en-US" dirty="0" err="1">
                <a:sym typeface="Wingdings" pitchFamily="2" charset="2"/>
              </a:rPr>
              <a:t>notita</a:t>
            </a:r>
            <a:r>
              <a:rPr lang="en-US" dirty="0">
                <a:sym typeface="Wingdings" pitchFamily="2" charset="2"/>
              </a:rPr>
              <a:t>.</a:t>
            </a:r>
          </a:p>
          <a:p>
            <a:r>
              <a:rPr lang="en-US" b="1" dirty="0">
                <a:sym typeface="Wingdings" pitchFamily="2" charset="2"/>
              </a:rPr>
              <a:t>-----2 /3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Sigue</a:t>
            </a:r>
            <a:r>
              <a:rPr lang="en-US" dirty="0"/>
              <a:t> </a:t>
            </a:r>
            <a:r>
              <a:rPr lang="en-US" dirty="0" err="1"/>
              <a:t>esa</a:t>
            </a:r>
            <a:r>
              <a:rPr lang="en-US" dirty="0"/>
              <a:t> persona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Varias</a:t>
            </a:r>
            <a:r>
              <a:rPr lang="en-US" dirty="0"/>
              <a:t> </a:t>
            </a:r>
            <a:r>
              <a:rPr lang="en-US" dirty="0" err="1"/>
              <a:t>notas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siempre</a:t>
            </a:r>
            <a:r>
              <a:rPr lang="en-US" dirty="0">
                <a:sym typeface="Wingdings" pitchFamily="2" charset="2"/>
              </a:rPr>
              <a:t> es </a:t>
            </a:r>
            <a:r>
              <a:rPr lang="en-US" dirty="0" err="1">
                <a:sym typeface="Wingdings" pitchFamily="2" charset="2"/>
              </a:rPr>
              <a:t>el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mismo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tipo</a:t>
            </a:r>
            <a:r>
              <a:rPr lang="en-US" dirty="0">
                <a:sym typeface="Wingdings" pitchFamily="2" charset="2"/>
              </a:rPr>
              <a:t> de nota, </a:t>
            </a:r>
            <a:r>
              <a:rPr lang="en-US" dirty="0" err="1">
                <a:sym typeface="Wingdings" pitchFamily="2" charset="2"/>
              </a:rPr>
              <a:t>una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negra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 err="1">
                <a:sym typeface="Wingdings" pitchFamily="2" charset="2"/>
              </a:rPr>
              <a:t>pero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diferentes</a:t>
            </a:r>
            <a:r>
              <a:rPr lang="en-US" dirty="0">
                <a:sym typeface="Wingdings" pitchFamily="2" charset="2"/>
              </a:rPr>
              <a:t> tonos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TODO </a:t>
            </a:r>
            <a:r>
              <a:rPr lang="en-US" dirty="0" err="1">
                <a:sym typeface="Wingdings" pitchFamily="2" charset="2"/>
              </a:rPr>
              <a:t>incluso</a:t>
            </a:r>
            <a:r>
              <a:rPr lang="en-US" dirty="0">
                <a:sym typeface="Wingdings" pitchFamily="2" charset="2"/>
              </a:rPr>
              <a:t> la </a:t>
            </a:r>
            <a:r>
              <a:rPr lang="en-US" dirty="0" err="1">
                <a:sym typeface="Wingdings" pitchFamily="2" charset="2"/>
              </a:rPr>
              <a:t>tarea</a:t>
            </a:r>
            <a:endParaRPr lang="en-US" dirty="0">
              <a:sym typeface="Wingdings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ym typeface="Wingdings" pitchFamily="2" charset="2"/>
              </a:rPr>
              <a:t>------3 /4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>
                <a:sym typeface="Wingdings" pitchFamily="2" charset="2"/>
              </a:rPr>
              <a:t>Mismos</a:t>
            </a:r>
            <a:r>
              <a:rPr lang="en-US" dirty="0">
                <a:sym typeface="Wingdings" pitchFamily="2" charset="2"/>
              </a:rPr>
              <a:t> tonos que antes (no </a:t>
            </a:r>
            <a:r>
              <a:rPr lang="en-US" dirty="0" err="1">
                <a:sym typeface="Wingdings" pitchFamily="2" charset="2"/>
              </a:rPr>
              <a:t>tengo</a:t>
            </a:r>
            <a:r>
              <a:rPr lang="en-US" dirty="0">
                <a:sym typeface="Wingdings" pitchFamily="2" charset="2"/>
              </a:rPr>
              <a:t> que </a:t>
            </a:r>
            <a:r>
              <a:rPr lang="en-US" dirty="0" err="1">
                <a:sym typeface="Wingdings" pitchFamily="2" charset="2"/>
              </a:rPr>
              <a:t>cambiar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pname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 err="1">
                <a:sym typeface="Wingdings" pitchFamily="2" charset="2"/>
              </a:rPr>
              <a:t>ni</a:t>
            </a:r>
            <a:r>
              <a:rPr lang="en-US" dirty="0">
                <a:sym typeface="Wingdings" pitchFamily="2" charset="2"/>
              </a:rPr>
              <a:t> octave)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Lo que hay que </a:t>
            </a:r>
            <a:r>
              <a:rPr lang="en-US" dirty="0" err="1">
                <a:sym typeface="Wingdings" pitchFamily="2" charset="2"/>
              </a:rPr>
              <a:t>cambiar</a:t>
            </a:r>
            <a:r>
              <a:rPr lang="en-US" dirty="0">
                <a:sym typeface="Wingdings" pitchFamily="2" charset="2"/>
              </a:rPr>
              <a:t> son las </a:t>
            </a:r>
            <a:r>
              <a:rPr lang="en-US" dirty="0" err="1">
                <a:sym typeface="Wingdings" pitchFamily="2" charset="2"/>
              </a:rPr>
              <a:t>duraciones</a:t>
            </a:r>
            <a:endParaRPr lang="en-US" dirty="0">
              <a:sym typeface="Wingdings" pitchFamily="2" charset="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 PARTE DE DOTS (ultima </a:t>
            </a:r>
            <a:r>
              <a:rPr lang="en-US" dirty="0" err="1"/>
              <a:t>oracion</a:t>
            </a:r>
            <a:r>
              <a:rPr lang="en-US" dirty="0"/>
              <a:t> de la </a:t>
            </a:r>
            <a:r>
              <a:rPr lang="en-US" dirty="0" err="1"/>
              <a:t>tarea</a:t>
            </a:r>
            <a:r>
              <a:rPr lang="en-US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------4 /5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PARRAFO 1!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=======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MOSTRAR CODIFFICACION COMPLETA !!!!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413E3-D7D5-FA47-AC82-B3DDF4FE716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655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s-ES_tradnl" dirty="0"/>
              <a:t>Acceso a directrices de MEI</a:t>
            </a:r>
          </a:p>
          <a:p>
            <a:pPr marL="171450" indent="-171450">
              <a:buFontTx/>
              <a:buChar char="-"/>
            </a:pPr>
            <a:r>
              <a:rPr lang="es-ES_tradnl" dirty="0"/>
              <a:t>Se puede usar en múltiples idiomas, incluyendo español</a:t>
            </a:r>
          </a:p>
          <a:p>
            <a:pPr marL="171450" indent="-171450">
              <a:buFontTx/>
              <a:buChar char="-"/>
            </a:pPr>
            <a:endParaRPr lang="es-ES_tradnl" dirty="0"/>
          </a:p>
          <a:p>
            <a:pPr marL="171450" indent="-171450">
              <a:buFontTx/>
              <a:buChar char="-"/>
            </a:pPr>
            <a:r>
              <a:rPr lang="es-ES_tradnl" dirty="0"/>
              <a:t>Abrir la pieza inicial para que vean lo de la renderización, acceso a directrices, español (cuando empecemos verán el auto-completado y validación)</a:t>
            </a:r>
          </a:p>
          <a:p>
            <a:pPr marL="171450" indent="-171450">
              <a:buFontTx/>
              <a:buChar char="-"/>
            </a:pPr>
            <a:r>
              <a:rPr lang="es-ES_tradnl" dirty="0"/>
              <a:t>Se puede escuchar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413E3-D7D5-FA47-AC82-B3DDF4FE716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78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413E3-D7D5-FA47-AC82-B3DDF4FE716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917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 err="1"/>
              <a:t>Start</a:t>
            </a:r>
            <a:r>
              <a:rPr lang="es-ES_tradnl" dirty="0"/>
              <a:t> </a:t>
            </a:r>
            <a:r>
              <a:rPr lang="es-ES_tradnl" dirty="0" err="1"/>
              <a:t>with</a:t>
            </a:r>
            <a:r>
              <a:rPr lang="es-ES_tradnl" dirty="0"/>
              <a:t> STAFFDEF: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dirty="0"/>
              <a:t>n=“1”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dirty="0" err="1"/>
              <a:t>lines</a:t>
            </a:r>
            <a:r>
              <a:rPr lang="es-ES_tradnl" dirty="0"/>
              <a:t>=“5”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dirty="0" err="1"/>
              <a:t>clef</a:t>
            </a:r>
            <a:endParaRPr lang="es-ES_tradnl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dirty="0"/>
              <a:t>.</a:t>
            </a:r>
            <a:r>
              <a:rPr lang="es-ES_tradnl" dirty="0" err="1"/>
              <a:t>shape</a:t>
            </a:r>
            <a:r>
              <a:rPr lang="es-ES_tradnl" dirty="0"/>
              <a:t>=“G”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dirty="0"/>
              <a:t>.line=“2”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ES_tradnl" dirty="0" err="1"/>
              <a:t>Things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shared</a:t>
            </a:r>
            <a:r>
              <a:rPr lang="es-ES_tradnl" dirty="0"/>
              <a:t> </a:t>
            </a:r>
            <a:r>
              <a:rPr lang="es-ES_tradnl" dirty="0" err="1"/>
              <a:t>with</a:t>
            </a:r>
            <a:r>
              <a:rPr lang="es-ES_tradnl" dirty="0"/>
              <a:t> </a:t>
            </a:r>
            <a:r>
              <a:rPr lang="es-ES_tradnl" dirty="0" err="1"/>
              <a:t>all</a:t>
            </a:r>
            <a:r>
              <a:rPr lang="es-ES_tradnl" dirty="0"/>
              <a:t> </a:t>
            </a:r>
            <a:r>
              <a:rPr lang="es-ES_tradnl" dirty="0" err="1"/>
              <a:t>staves</a:t>
            </a:r>
            <a:r>
              <a:rPr lang="es-ES_tradnl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dirty="0" err="1"/>
              <a:t>key.sig</a:t>
            </a:r>
            <a:r>
              <a:rPr lang="es-ES_tradnl" dirty="0"/>
              <a:t>="1s”  </a:t>
            </a:r>
            <a:r>
              <a:rPr lang="es-ES_tradnl" dirty="0">
                <a:sym typeface="Wingdings" pitchFamily="2" charset="2"/>
              </a:rPr>
              <a:t>  </a:t>
            </a:r>
            <a:r>
              <a:rPr lang="en-CA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armadura</a:t>
            </a:r>
            <a:r>
              <a:rPr lang="en-CA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lang="en-CA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tonalidad</a:t>
            </a:r>
            <a:endParaRPr lang="es-ES_tradnl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dirty="0"/>
              <a:t>meter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s-ES_tradnl" dirty="0"/>
              <a:t>.</a:t>
            </a:r>
            <a:r>
              <a:rPr lang="es-ES_tradnl" dirty="0" err="1"/>
              <a:t>unit</a:t>
            </a:r>
            <a:r>
              <a:rPr lang="es-ES_tradnl" dirty="0"/>
              <a:t>=“4”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s-ES_tradnl" dirty="0"/>
              <a:t>.</a:t>
            </a:r>
            <a:r>
              <a:rPr lang="es-ES_tradnl" dirty="0" err="1"/>
              <a:t>count</a:t>
            </a:r>
            <a:r>
              <a:rPr lang="es-ES_tradnl" dirty="0"/>
              <a:t>="3”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ES_tradnl" dirty="0"/>
              <a:t>Pasar plantilla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ES_tradnl" dirty="0"/>
              <a:t>Explicar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ES_tradnl" dirty="0"/>
              <a:t>EMPEZAR: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ES_tradnl" dirty="0" err="1"/>
              <a:t>Let’s</a:t>
            </a:r>
            <a:r>
              <a:rPr lang="es-ES_tradnl" dirty="0"/>
              <a:t> </a:t>
            </a:r>
            <a:r>
              <a:rPr lang="es-ES_tradnl" dirty="0" err="1"/>
              <a:t>get</a:t>
            </a:r>
            <a:r>
              <a:rPr lang="es-ES_tradnl" dirty="0"/>
              <a:t> </a:t>
            </a:r>
            <a:r>
              <a:rPr lang="es-ES_tradnl" dirty="0" err="1"/>
              <a:t>into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LAYER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STAFF and </a:t>
            </a:r>
            <a:r>
              <a:rPr lang="es-ES_tradnl" dirty="0" err="1"/>
              <a:t>encode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music </a:t>
            </a:r>
            <a:r>
              <a:rPr lang="es-ES_tradnl" dirty="0" err="1"/>
              <a:t>content</a:t>
            </a:r>
            <a:r>
              <a:rPr lang="es-ES_tradnl" dirty="0"/>
              <a:t> (</a:t>
            </a:r>
            <a:r>
              <a:rPr lang="es-ES_tradnl" dirty="0" err="1"/>
              <a:t>rests</a:t>
            </a:r>
            <a:r>
              <a:rPr lang="es-ES_tradnl" dirty="0"/>
              <a:t> and notes)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dirty="0" err="1"/>
              <a:t>Rests</a:t>
            </a:r>
            <a:r>
              <a:rPr lang="es-ES_tradnl" dirty="0"/>
              <a:t> </a:t>
            </a:r>
            <a:r>
              <a:rPr lang="es-ES_tradnl" dirty="0">
                <a:sym typeface="Wingdings" pitchFamily="2" charset="2"/>
              </a:rPr>
              <a:t> </a:t>
            </a:r>
            <a:r>
              <a:rPr lang="es-ES_tradnl" dirty="0" err="1">
                <a:sym typeface="Wingdings" pitchFamily="2" charset="2"/>
              </a:rPr>
              <a:t>only</a:t>
            </a:r>
            <a:r>
              <a:rPr lang="es-ES_tradnl" dirty="0">
                <a:sym typeface="Wingdings" pitchFamily="2" charset="2"/>
              </a:rPr>
              <a:t> @</a:t>
            </a:r>
            <a:r>
              <a:rPr lang="es-ES_tradnl" dirty="0" err="1">
                <a:sym typeface="Wingdings" pitchFamily="2" charset="2"/>
              </a:rPr>
              <a:t>dur</a:t>
            </a:r>
            <a:endParaRPr lang="es-ES_tradnl" dirty="0">
              <a:sym typeface="Wingdings" pitchFamily="2" charset="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dirty="0">
                <a:sym typeface="Wingdings" pitchFamily="2" charset="2"/>
              </a:rPr>
              <a:t>Notes  @</a:t>
            </a:r>
            <a:r>
              <a:rPr lang="es-ES_tradnl" dirty="0" err="1">
                <a:sym typeface="Wingdings" pitchFamily="2" charset="2"/>
              </a:rPr>
              <a:t>dur</a:t>
            </a:r>
            <a:r>
              <a:rPr lang="es-ES_tradnl" dirty="0">
                <a:sym typeface="Wingdings" pitchFamily="2" charset="2"/>
              </a:rPr>
              <a:t>, </a:t>
            </a:r>
            <a:r>
              <a:rPr lang="es-ES_tradnl" dirty="0" err="1">
                <a:sym typeface="Wingdings" pitchFamily="2" charset="2"/>
              </a:rPr>
              <a:t>but</a:t>
            </a:r>
            <a:r>
              <a:rPr lang="es-ES_tradnl" dirty="0">
                <a:sym typeface="Wingdings" pitchFamily="2" charset="2"/>
              </a:rPr>
              <a:t> </a:t>
            </a:r>
            <a:r>
              <a:rPr lang="es-ES_tradnl" dirty="0" err="1">
                <a:sym typeface="Wingdings" pitchFamily="2" charset="2"/>
              </a:rPr>
              <a:t>also</a:t>
            </a:r>
            <a:r>
              <a:rPr lang="es-ES_tradnl" dirty="0">
                <a:sym typeface="Wingdings" pitchFamily="2" charset="2"/>
              </a:rPr>
              <a:t> pitch and octave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s-ES_tradnl" dirty="0">
              <a:sym typeface="Wingdings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ES_tradnl" dirty="0">
                <a:sym typeface="Wingdings" pitchFamily="2" charset="2"/>
              </a:rPr>
              <a:t>Ahora probemos con el texto (las sílabas)</a:t>
            </a:r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413E3-D7D5-FA47-AC82-B3DDF4FE716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68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 err="1"/>
              <a:t>Start</a:t>
            </a:r>
            <a:r>
              <a:rPr lang="es-ES_tradnl" dirty="0"/>
              <a:t> </a:t>
            </a:r>
            <a:r>
              <a:rPr lang="es-ES_tradnl" dirty="0" err="1"/>
              <a:t>with</a:t>
            </a:r>
            <a:r>
              <a:rPr lang="es-ES_tradnl" dirty="0"/>
              <a:t> STAFFDEF: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dirty="0"/>
              <a:t>n=“1”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dirty="0" err="1"/>
              <a:t>lines</a:t>
            </a:r>
            <a:r>
              <a:rPr lang="es-ES_tradnl" dirty="0"/>
              <a:t>=“5”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dirty="0" err="1"/>
              <a:t>clef</a:t>
            </a:r>
            <a:endParaRPr lang="es-ES_tradnl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dirty="0"/>
              <a:t>.</a:t>
            </a:r>
            <a:r>
              <a:rPr lang="es-ES_tradnl" dirty="0" err="1"/>
              <a:t>shape</a:t>
            </a:r>
            <a:r>
              <a:rPr lang="es-ES_tradnl" dirty="0"/>
              <a:t>=“G”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dirty="0"/>
              <a:t>.line=“2”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ES_tradnl" dirty="0" err="1"/>
              <a:t>Things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shared</a:t>
            </a:r>
            <a:r>
              <a:rPr lang="es-ES_tradnl" dirty="0"/>
              <a:t> </a:t>
            </a:r>
            <a:r>
              <a:rPr lang="es-ES_tradnl" dirty="0" err="1"/>
              <a:t>with</a:t>
            </a:r>
            <a:r>
              <a:rPr lang="es-ES_tradnl" dirty="0"/>
              <a:t> </a:t>
            </a:r>
            <a:r>
              <a:rPr lang="es-ES_tradnl" dirty="0" err="1"/>
              <a:t>all</a:t>
            </a:r>
            <a:r>
              <a:rPr lang="es-ES_tradnl" dirty="0"/>
              <a:t> </a:t>
            </a:r>
            <a:r>
              <a:rPr lang="es-ES_tradnl" dirty="0" err="1"/>
              <a:t>staves</a:t>
            </a:r>
            <a:r>
              <a:rPr lang="es-ES_tradnl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dirty="0" err="1"/>
              <a:t>key.sig</a:t>
            </a:r>
            <a:r>
              <a:rPr lang="es-ES_tradnl" dirty="0"/>
              <a:t>="1s”  </a:t>
            </a:r>
            <a:r>
              <a:rPr lang="es-ES_tradnl" dirty="0">
                <a:sym typeface="Wingdings" pitchFamily="2" charset="2"/>
              </a:rPr>
              <a:t>  </a:t>
            </a:r>
            <a:r>
              <a:rPr lang="en-CA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armadura</a:t>
            </a:r>
            <a:r>
              <a:rPr lang="en-CA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lang="en-CA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tonalidad</a:t>
            </a:r>
            <a:endParaRPr lang="es-ES_tradnl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dirty="0"/>
              <a:t>meter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s-ES_tradnl" dirty="0"/>
              <a:t>.</a:t>
            </a:r>
            <a:r>
              <a:rPr lang="es-ES_tradnl" dirty="0" err="1"/>
              <a:t>unit</a:t>
            </a:r>
            <a:r>
              <a:rPr lang="es-ES_tradnl" dirty="0"/>
              <a:t>=“4”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s-ES_tradnl" dirty="0"/>
              <a:t>.</a:t>
            </a:r>
            <a:r>
              <a:rPr lang="es-ES_tradnl" dirty="0" err="1"/>
              <a:t>count</a:t>
            </a:r>
            <a:r>
              <a:rPr lang="es-ES_tradnl" dirty="0"/>
              <a:t>="3”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ES_tradnl" dirty="0"/>
              <a:t>Pasar plantilla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ES_tradnl" dirty="0"/>
              <a:t>Explicar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ES_tradnl" dirty="0"/>
              <a:t>EMPEZAR: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ES_tradnl" dirty="0" err="1"/>
              <a:t>Let’s</a:t>
            </a:r>
            <a:r>
              <a:rPr lang="es-ES_tradnl" dirty="0"/>
              <a:t> </a:t>
            </a:r>
            <a:r>
              <a:rPr lang="es-ES_tradnl" dirty="0" err="1"/>
              <a:t>get</a:t>
            </a:r>
            <a:r>
              <a:rPr lang="es-ES_tradnl" dirty="0"/>
              <a:t> </a:t>
            </a:r>
            <a:r>
              <a:rPr lang="es-ES_tradnl" dirty="0" err="1"/>
              <a:t>into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LAYER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STAFF and </a:t>
            </a:r>
            <a:r>
              <a:rPr lang="es-ES_tradnl" dirty="0" err="1"/>
              <a:t>encode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music </a:t>
            </a:r>
            <a:r>
              <a:rPr lang="es-ES_tradnl" dirty="0" err="1"/>
              <a:t>content</a:t>
            </a:r>
            <a:r>
              <a:rPr lang="es-ES_tradnl" dirty="0"/>
              <a:t> (</a:t>
            </a:r>
            <a:r>
              <a:rPr lang="es-ES_tradnl" dirty="0" err="1"/>
              <a:t>rests</a:t>
            </a:r>
            <a:r>
              <a:rPr lang="es-ES_tradnl" dirty="0"/>
              <a:t> and notes)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dirty="0" err="1"/>
              <a:t>Rests</a:t>
            </a:r>
            <a:r>
              <a:rPr lang="es-ES_tradnl" dirty="0"/>
              <a:t> </a:t>
            </a:r>
            <a:r>
              <a:rPr lang="es-ES_tradnl" dirty="0">
                <a:sym typeface="Wingdings" pitchFamily="2" charset="2"/>
              </a:rPr>
              <a:t> </a:t>
            </a:r>
            <a:r>
              <a:rPr lang="es-ES_tradnl" dirty="0" err="1">
                <a:sym typeface="Wingdings" pitchFamily="2" charset="2"/>
              </a:rPr>
              <a:t>only</a:t>
            </a:r>
            <a:r>
              <a:rPr lang="es-ES_tradnl" dirty="0">
                <a:sym typeface="Wingdings" pitchFamily="2" charset="2"/>
              </a:rPr>
              <a:t> @</a:t>
            </a:r>
            <a:r>
              <a:rPr lang="es-ES_tradnl" dirty="0" err="1">
                <a:sym typeface="Wingdings" pitchFamily="2" charset="2"/>
              </a:rPr>
              <a:t>dur</a:t>
            </a:r>
            <a:endParaRPr lang="es-ES_tradnl" dirty="0">
              <a:sym typeface="Wingdings" pitchFamily="2" charset="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dirty="0">
                <a:sym typeface="Wingdings" pitchFamily="2" charset="2"/>
              </a:rPr>
              <a:t>Notes  @</a:t>
            </a:r>
            <a:r>
              <a:rPr lang="es-ES_tradnl" dirty="0" err="1">
                <a:sym typeface="Wingdings" pitchFamily="2" charset="2"/>
              </a:rPr>
              <a:t>dur</a:t>
            </a:r>
            <a:r>
              <a:rPr lang="es-ES_tradnl" dirty="0">
                <a:sym typeface="Wingdings" pitchFamily="2" charset="2"/>
              </a:rPr>
              <a:t>, </a:t>
            </a:r>
            <a:r>
              <a:rPr lang="es-ES_tradnl" dirty="0" err="1">
                <a:sym typeface="Wingdings" pitchFamily="2" charset="2"/>
              </a:rPr>
              <a:t>but</a:t>
            </a:r>
            <a:r>
              <a:rPr lang="es-ES_tradnl" dirty="0">
                <a:sym typeface="Wingdings" pitchFamily="2" charset="2"/>
              </a:rPr>
              <a:t> </a:t>
            </a:r>
            <a:r>
              <a:rPr lang="es-ES_tradnl" dirty="0" err="1">
                <a:sym typeface="Wingdings" pitchFamily="2" charset="2"/>
              </a:rPr>
              <a:t>also</a:t>
            </a:r>
            <a:r>
              <a:rPr lang="es-ES_tradnl" dirty="0">
                <a:sym typeface="Wingdings" pitchFamily="2" charset="2"/>
              </a:rPr>
              <a:t> pitch and octave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s-ES_tradnl" dirty="0">
              <a:sym typeface="Wingdings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ES_tradnl" dirty="0">
                <a:sym typeface="Wingdings" pitchFamily="2" charset="2"/>
              </a:rPr>
              <a:t>Ahora probemos con el texto (las sílabas)</a:t>
            </a:r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413E3-D7D5-FA47-AC82-B3DDF4FE716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023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- </a:t>
            </a:r>
            <a:r>
              <a:rPr lang="en-CA" dirty="0" err="1"/>
              <a:t>Ahora</a:t>
            </a:r>
            <a:r>
              <a:rPr lang="en-CA" dirty="0"/>
              <a:t> se </a:t>
            </a:r>
            <a:r>
              <a:rPr lang="en-CA" dirty="0" err="1"/>
              <a:t>puede</a:t>
            </a:r>
            <a:r>
              <a:rPr lang="en-CA" dirty="0"/>
              <a:t> exporter MEI </a:t>
            </a:r>
            <a:r>
              <a:rPr lang="en-CA" dirty="0" err="1"/>
              <a:t>desde</a:t>
            </a:r>
            <a:r>
              <a:rPr lang="en-CA" dirty="0"/>
              <a:t> </a:t>
            </a:r>
            <a:r>
              <a:rPr lang="en-CA" dirty="0" err="1"/>
              <a:t>MuseScore</a:t>
            </a:r>
            <a:r>
              <a:rPr lang="en-CA" dirty="0"/>
              <a:t> (antes solo se podia </a:t>
            </a:r>
            <a:r>
              <a:rPr lang="en-CA" dirty="0" err="1"/>
              <a:t>en</a:t>
            </a:r>
            <a:r>
              <a:rPr lang="en-CA" dirty="0"/>
              <a:t> Sibelius </a:t>
            </a:r>
            <a:r>
              <a:rPr lang="en-CA" dirty="0" err="1"/>
              <a:t>por</a:t>
            </a:r>
            <a:r>
              <a:rPr lang="en-CA" dirty="0"/>
              <a:t> medio de un plugin, </a:t>
            </a:r>
            <a:r>
              <a:rPr lang="en-CA" dirty="0" err="1"/>
              <a:t>ahora</a:t>
            </a:r>
            <a:r>
              <a:rPr lang="en-CA" dirty="0"/>
              <a:t> hay uno para </a:t>
            </a:r>
            <a:r>
              <a:rPr lang="en-CA" dirty="0" err="1"/>
              <a:t>MuseScore</a:t>
            </a:r>
            <a:r>
              <a:rPr lang="en-CA" dirty="0"/>
              <a:t> </a:t>
            </a:r>
            <a:r>
              <a:rPr lang="en-CA" dirty="0" err="1"/>
              <a:t>también</a:t>
            </a:r>
            <a:r>
              <a:rPr lang="en-CA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413E3-D7D5-FA47-AC82-B3DDF4FE716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109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3C8D95-94C8-8D4A-84AE-2C2CC82A38A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91664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[2] no solo </a:t>
            </a:r>
            <a:r>
              <a:rPr lang="en-US" dirty="0" err="1"/>
              <a:t>el</a:t>
            </a:r>
            <a:r>
              <a:rPr lang="en-US" dirty="0"/>
              <a:t> compositor, la </a:t>
            </a:r>
            <a:r>
              <a:rPr lang="en-US" dirty="0" err="1"/>
              <a:t>fecha</a:t>
            </a:r>
            <a:r>
              <a:rPr lang="en-US" dirty="0"/>
              <a:t> de </a:t>
            </a:r>
            <a:r>
              <a:rPr lang="en-US" dirty="0" err="1"/>
              <a:t>composición</a:t>
            </a:r>
            <a:r>
              <a:rPr lang="en-US" dirty="0"/>
              <a:t> y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nombre</a:t>
            </a:r>
            <a:r>
              <a:rPr lang="en-US" dirty="0"/>
              <a:t> de la </a:t>
            </a:r>
            <a:r>
              <a:rPr lang="en-US" dirty="0" err="1"/>
              <a:t>obra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D413E3-D7D5-FA47-AC82-B3DDF4FE716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342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F288-ACD0-5F92-C608-740550222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A4BB9-25D8-F3FD-8B76-51C116745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A93AB-172F-623E-2D8F-667ED55E9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A4351-1B9A-5247-9733-F401CABD49E4}" type="datetime1">
              <a:rPr lang="en-CA" smtClean="0"/>
              <a:t>2024-05-24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ACA97-3E19-CD97-8A3D-E190DC26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A7F64-FA82-709B-7CE1-27ED0B58C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06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25B9D-5E28-CB24-E577-DDAC0C1A1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D4856-7868-4704-6824-9CB80DAB9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B45BC-61AA-EA53-8D40-B1449972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2208-7EE6-BD4F-9C6F-045F7F0FBCD4}" type="datetime1">
              <a:rPr lang="en-CA" smtClean="0"/>
              <a:t>2024-05-24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1F7A4-B3D8-890F-AAF4-8EAC81C39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C680-7DCE-D77C-8FDF-7DD664562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2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34994-DA7D-30FB-9863-3DE2990DC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B48B1-07E2-55C1-E9EA-52564A676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13A90-DABC-8631-4DEE-804E453C4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F1C9-F089-6A4B-B2BE-6DD92B88CA78}" type="datetime1">
              <a:rPr lang="en-CA" smtClean="0"/>
              <a:t>2024-05-24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36584-F1F8-6A42-DB59-F1C247BA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C0958-3EEE-E8D1-0096-6388F2741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5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04D67-DE11-C9DD-6A3C-65AA00E2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0D6D4-5C6E-60DC-A252-3026FB6ED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EA2E8E-F3A1-6FF2-BE46-7346A8F46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76816-F231-CB82-5796-808A54CC6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1100E-15EE-D346-BC53-DA634AAD23C4}" type="datetime1">
              <a:rPr lang="en-CA" smtClean="0"/>
              <a:t>2024-05-24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86D14-DC86-C36F-9A51-351CEA03A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F0354-84E6-1951-D55F-36CE5E7F7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98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36BEF-D82E-47F2-F2D0-381268D2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27449-35F7-B1C7-49D3-D2D0D825C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56D31-11F1-99A0-B146-32BFF827C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6A153B-E59D-BD58-A502-0719362AC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94D7AB-7B39-6419-C39B-A93896B97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1A3CD-6420-AB22-E03C-B2F1DC5FA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D015C-E953-9D43-BEE3-8A6F545454BC}" type="datetime1">
              <a:rPr lang="en-CA" smtClean="0"/>
              <a:t>2024-05-24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F236A-9C7E-5023-ACD4-2799D176B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B9402-C6D7-8034-BD7F-78FECC96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3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B25B-82BD-CE29-82D4-99439A7B0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09EAB9-8F89-F8FE-5A56-72B27555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8DD8-9ED3-4A4A-95B2-3E48AE13A99C}" type="datetime1">
              <a:rPr lang="en-CA" smtClean="0"/>
              <a:t>2024-05-24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93AD17-FF5F-8734-93E0-B286627A4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8D18F-287C-2557-23DA-D0E3B749E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70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2290D9-8A21-D7A7-9A49-CED80DF30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70C3F-E4CA-CD4B-93C3-F3E3B377CF21}" type="datetime1">
              <a:rPr lang="en-CA" smtClean="0"/>
              <a:t>2024-05-24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52FCDA-7095-A169-6680-4F404B89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AF37C-3A65-A223-1D25-FCFDB0226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27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78A74-8EA9-07BF-7931-F1A265ECC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0486A-C448-550E-BDC8-825383FB6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04F13-30EB-5107-3918-B3E01DD6D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26140-123F-391B-7475-837DA5C2C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E720B-189A-1642-8004-F040DCFE2BE5}" type="datetime1">
              <a:rPr lang="en-CA" smtClean="0"/>
              <a:t>2024-05-24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5BC57-76A4-C7D6-E865-880ED65D0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22A70-0DB7-3AF5-AC35-17D92B6D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19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06C8-496B-8705-308A-DBBC10462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16C584-BA8D-0CF9-40E2-C27B8C95DF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94628-A3CF-E711-4F95-26688EBA4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DAB3A-7C53-74DB-6A43-7B27B6185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7268-2AFA-974B-9F2C-D9A83B40191F}" type="datetime1">
              <a:rPr lang="en-CA" smtClean="0"/>
              <a:t>2024-05-24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62D78-EC4B-0272-55A4-4D266091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9C3D7-A09A-2929-F516-49510CC7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0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FCE4A-9445-7053-A2F3-0DF335D7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CFD2AA-12F5-6C53-8F06-EB9C9F970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F5FE8-6D2E-1DDD-B3BE-95F69E67E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46085-FE39-024C-8828-93A4D8BEB30E}" type="datetime1">
              <a:rPr lang="en-CA" smtClean="0"/>
              <a:t>2024-05-24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5BC67-F411-542B-443C-EB09C7343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2F5D8-AC32-0E9E-63DE-E51A93CA7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45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9266FE-EB8B-9D4C-E2B9-1C8267D2B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C0CA48-276A-64C0-3406-BD5A82B7A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16308-B423-13DF-E4EC-441B225E6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1B419-4FDB-FC44-AE10-A5A74FFF9ACB}" type="datetime1">
              <a:rPr lang="en-CA" smtClean="0"/>
              <a:t>2024-05-24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EAFCE-D281-6CA3-DA26-7571AD662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B0E93-619D-F5DD-77B7-54A067CC9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20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285AF3-3422-BAE0-567E-CE0D7332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65C1F-AEB9-31A3-D5BD-CBBA8012D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603E4-7EBE-7270-975D-571A2F48C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CFB77-99B8-2E4E-8647-1EF115C287AD}" type="datetime1">
              <a:rPr lang="en-CA" smtClean="0"/>
              <a:t>2024-05-24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5DEC4-4D2F-9743-F08E-8D4D6E562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17065-C11B-5B6B-F88E-ED68932C0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F2CE1-4360-5044-9EA9-3D29EE27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32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imssa.ca/assets/files/napoles-simssaxvii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imssa.ca/assets/files/napoles-simssaxvii.pdf" TargetMode="Externa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usic-encoding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usic-encoding.org/resources/tutorials-ES.html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i-friend.mdw.ac.at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i-friend.mdw.ac.at/" TargetMode="External"/><Relationship Id="rId4" Type="http://schemas.openxmlformats.org/officeDocument/2006/relationships/hyperlink" Target="https://mei-friend.mdw.ac.at/?file=https://raw.githubusercontent.com/martha-thomae/Taller_de_codificacion_en_MEI/main/ejercicio_en_pasos/Paso0_plantilla.mei&amp;scale=80&amp;breaks=none&amp;page=1&amp;speed=false&amp;notationOrientation=top&amp;notationProportion=0.46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mei-friend.mdw.ac.at/?file=https://raw.githubusercontent.com/martha-thomae/Taller_de_codificacion_en_MEI/main/ejercicio_en_pasos/Paso5_measure3mei&amp;scale=80&amp;breaks=none&amp;page=1&amp;speed=false&amp;notationOrientation=top&amp;notationProportion=0.46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mei-friend.mdw.ac.at/?file=https://raw.githubusercontent.com/martha-thomae/Taller_de_codificacion_en_MEI/main/ejercicio_en_pasos/Paso4_measure2.mei&amp;scale=80&amp;breaks=none&amp;page=1&amp;speed=false&amp;notationOrientation=top&amp;notationProportion=0.46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i-friend.mdw.ac.at/?file=https://raw.githubusercontent.com/martha-thomae/Taller_de_codificacion_en_MEI/main/ejercicio_en_pasos/Paso3_measure1.mei&amp;scale=80&amp;breaks=none&amp;page=1&amp;speed=false&amp;notationOrientation=top&amp;notationProportion=0.46" TargetMode="External"/><Relationship Id="rId5" Type="http://schemas.openxmlformats.org/officeDocument/2006/relationships/hyperlink" Target="https://mei-friend.mdw.ac.at/?file=https://raw.githubusercontent.com/martha-thomae/Taller_de_codificacion_en_MEI/main/ejercicio_en_pasos/Paso2_scoredef.mei&amp;scale=80&amp;breaks=none&amp;page=1&amp;speed=false&amp;notationOrientation=top&amp;notationProportion=0.46" TargetMode="External"/><Relationship Id="rId4" Type="http://schemas.openxmlformats.org/officeDocument/2006/relationships/hyperlink" Target="https://mei-friend.mdw.ac.at/?file=https://raw.githubusercontent.com/martha-thomae/Taller_de_codificacion_en_MEI/main/ejercicio_en_pasos/Paso1_staffdef1.mei&amp;scale=80&amp;breaks=none&amp;page=1&amp;speed=false&amp;notationOrientation=top&amp;notationProportion=0.46" TargetMode="External"/><Relationship Id="rId9" Type="http://schemas.openxmlformats.org/officeDocument/2006/relationships/hyperlink" Target="https://mei-friend.mdw.ac.at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ei-friend.mdw.ac.at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ei-friend.mdw.ac.at/?file=https://raw.githubusercontent.com/martha-thomae/Taller_de_codificacion_en_MEI/main/ejercicio_en_pasos/Paso6_staffdef2.mei&amp;scale=80&amp;breaks=none&amp;select=navwuja&amp;page=1&amp;speed=false&amp;notationOrientation=top&amp;notationProportion=0.46" TargetMode="External"/><Relationship Id="rId7" Type="http://schemas.openxmlformats.org/officeDocument/2006/relationships/hyperlink" Target="https://mei-friend.mdw.ac.at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i-friend.mdw.ac.at/?file=https://raw.githubusercontent.com/martha-thomae/Taller_de_codificacion_en_MEI/main/ejercicio_en_pasos/Paso9_staff2-todas-las-measures-rellenar&amp;scale=80&amp;breaks=none&amp;page=1&amp;speed=false&amp;notationOrientation=top&amp;notationProportion=0.46" TargetMode="External"/><Relationship Id="rId5" Type="http://schemas.openxmlformats.org/officeDocument/2006/relationships/hyperlink" Target="https://mei-friend.mdw.ac.at/?file=https://raw.githubusercontent.com/martha-thomae/Taller_de_codificacion_en_MEI/main/ejercicio_en_pasos/Paso8_staff2-measure1-rellenar.mei&amp;scale=80&amp;breaks=none&amp;page=1&amp;speed=false&amp;notationOrientation=top&amp;notationProportion=0.46" TargetMode="External"/><Relationship Id="rId4" Type="http://schemas.openxmlformats.org/officeDocument/2006/relationships/hyperlink" Target="https://mei-friend.mdw.ac.at/?file=https://raw.githubusercontent.com/martha-thomae/Taller_de_codificacion_en_MEI/main/ejercicio_en_pasos/Paso7_staff2.mei&amp;scale=80&amp;breaks=none&amp;page=1&amp;speed=false&amp;notationOrientation=top&amp;notationProportion=0.46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mei-friend.mdw.ac.at/?file=https://raw.githubusercontent.com/martha-thomae/Taller_de_codificacion_en_MEI/main/ejercicio_en_pasos/Paso14_staff4_todas-las-measures.mei&amp;scale=80&amp;breaks=none&amp;page=1&amp;speed=false&amp;notationOrientation=top&amp;notationProportion=0.46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mei-friend.mdw.ac.at/?file=https://raw.githubusercontent.com/martha-thomae/Taller_de_codificacion_en_MEI/main/ejercicio_en_pasos/Paso13_staffdef4.mei&amp;scale=80&amp;breaks=none&amp;page=1&amp;speed=false&amp;notationOrientation=top&amp;notationProportion=0.46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i-friend.mdw.ac.at/?file=https://raw.githubusercontent.com/martha-thomae/Taller_de_codificacion_en_MEI/main/ejercicio_en_pasos/Paso12_staff3_todas-las-measures-cambiar8va.mei&amp;scale=80&amp;breaks=none&amp;page=1&amp;speed=false&amp;notationOrientation=top&amp;notationProportion=0.46" TargetMode="External"/><Relationship Id="rId5" Type="http://schemas.openxmlformats.org/officeDocument/2006/relationships/hyperlink" Target="https://mei-friend.mdw.ac.at/?file=https://raw.githubusercontent.com/martha-thomae/Taller_de_codificacion_en_MEI/main/ejercicio_en_pasos/Paso11_staff3_todas-las-measures-rellenar.mei&amp;scale=80&amp;breaks=none&amp;page=1&amp;speed=false&amp;notationOrientation=top&amp;notationProportion=0.46" TargetMode="External"/><Relationship Id="rId4" Type="http://schemas.openxmlformats.org/officeDocument/2006/relationships/hyperlink" Target="https://mei-friend.mdw.ac.at/?file=https://raw.githubusercontent.com/martha-thomae/Taller_de_codificacion_en_MEI/main/ejercicio_en_pasos/Paso10_staffdef3.mei&amp;scale=80&amp;breaks=none&amp;page=1&amp;speed=false&amp;notationOrientation=top&amp;notationProportion=0.46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mailto:martha.Thomae@fcsh.unl.pt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usic-encoding/sample-encodings" TargetMode="External"/><Relationship Id="rId3" Type="http://schemas.openxmlformats.org/officeDocument/2006/relationships/hyperlink" Target="https://music-encoding.org/" TargetMode="External"/><Relationship Id="rId7" Type="http://schemas.openxmlformats.org/officeDocument/2006/relationships/hyperlink" Target="https://music-encoding.org/resources/tools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usic-encoding.org/resources/tutorials-ES.html" TargetMode="External"/><Relationship Id="rId5" Type="http://schemas.openxmlformats.org/officeDocument/2006/relationships/hyperlink" Target="https://music-encoding.org/resources/tutorials.html" TargetMode="External"/><Relationship Id="rId4" Type="http://schemas.openxmlformats.org/officeDocument/2006/relationships/hyperlink" Target="https://music-encoding.org/guidelines/v5/content/index.html" TargetMode="External"/><Relationship Id="rId9" Type="http://schemas.openxmlformats.org/officeDocument/2006/relationships/hyperlink" Target="https://github.com/music-encoding/sample-encodings/tree/main/MEI_5.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F0A05-3536-64FC-78AA-1A84686BB3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175" y="682504"/>
            <a:ext cx="10915650" cy="2746496"/>
          </a:xfrm>
          <a:solidFill>
            <a:schemeClr val="accent4"/>
          </a:solidFill>
          <a:ln>
            <a:solidFill>
              <a:schemeClr val="tx1"/>
            </a:solidFill>
          </a:ln>
        </p:spPr>
        <p:txBody>
          <a:bodyPr anchor="ctr">
            <a:normAutofit fontScale="90000"/>
          </a:bodyPr>
          <a:lstStyle/>
          <a:p>
            <a:r>
              <a:rPr lang="en-CA" sz="5800" b="1" i="0" u="none" strike="noStrike" dirty="0" err="1">
                <a:effectLst/>
                <a:latin typeface="Novelty"/>
              </a:rPr>
              <a:t>Codificación</a:t>
            </a:r>
            <a:r>
              <a:rPr lang="en-CA" sz="5800" b="1" i="0" u="none" strike="noStrike" dirty="0">
                <a:effectLst/>
                <a:latin typeface="Novelty"/>
              </a:rPr>
              <a:t> y </a:t>
            </a:r>
            <a:r>
              <a:rPr lang="en-CA" sz="5800" b="1" i="0" u="none" strike="noStrike" dirty="0" err="1">
                <a:effectLst/>
                <a:latin typeface="Novelty"/>
              </a:rPr>
              <a:t>publicación</a:t>
            </a:r>
            <a:r>
              <a:rPr lang="en-CA" sz="5800" b="1" i="0" u="none" strike="noStrike" dirty="0">
                <a:effectLst/>
                <a:latin typeface="Novelty"/>
              </a:rPr>
              <a:t> de </a:t>
            </a:r>
            <a:r>
              <a:rPr lang="en-CA" sz="5800" b="1" i="0" u="none" strike="noStrike" dirty="0" err="1">
                <a:effectLst/>
                <a:latin typeface="Novelty"/>
              </a:rPr>
              <a:t>música</a:t>
            </a:r>
            <a:r>
              <a:rPr lang="en-CA" sz="5800" b="1" i="0" u="none" strike="noStrike" dirty="0">
                <a:effectLst/>
                <a:latin typeface="Novelty"/>
              </a:rPr>
              <a:t>:</a:t>
            </a:r>
            <a:r>
              <a:rPr lang="en-CA" sz="5600" b="1" i="0" u="none" strike="noStrike" dirty="0">
                <a:effectLst/>
                <a:latin typeface="Novelty"/>
              </a:rPr>
              <a:t> </a:t>
            </a:r>
            <a:br>
              <a:rPr lang="en-CA" sz="5600" b="1" i="0" u="none" strike="noStrike" dirty="0">
                <a:effectLst/>
                <a:latin typeface="Novelty"/>
              </a:rPr>
            </a:br>
            <a:r>
              <a:rPr lang="en-CA" sz="5600" b="1" i="0" u="none" strike="noStrike" dirty="0">
                <a:effectLst/>
                <a:latin typeface="Novelty"/>
              </a:rPr>
              <a:t>Un taller </a:t>
            </a:r>
            <a:r>
              <a:rPr lang="en-CA" sz="5600" b="1" i="0" u="none" strike="noStrike" dirty="0" err="1">
                <a:effectLst/>
                <a:latin typeface="Novelty"/>
              </a:rPr>
              <a:t>sobre</a:t>
            </a:r>
            <a:r>
              <a:rPr lang="en-CA" sz="5600" b="1" i="0" u="none" strike="noStrike" dirty="0">
                <a:effectLst/>
                <a:latin typeface="Novelty"/>
              </a:rPr>
              <a:t> </a:t>
            </a:r>
            <a:r>
              <a:rPr lang="en-CA" sz="5600" b="1" dirty="0">
                <a:latin typeface="Novelty"/>
              </a:rPr>
              <a:t>la </a:t>
            </a:r>
            <a:br>
              <a:rPr lang="en-CA" sz="5600" b="1" dirty="0">
                <a:latin typeface="Novelty"/>
              </a:rPr>
            </a:br>
            <a:r>
              <a:rPr lang="en-CA" sz="5600" b="1" i="1" u="none" strike="noStrike" dirty="0">
                <a:effectLst/>
                <a:latin typeface="Novelty"/>
              </a:rPr>
              <a:t>Music Encoding Initiative </a:t>
            </a:r>
            <a:r>
              <a:rPr lang="en-CA" sz="5600" b="1" i="0" u="none" strike="noStrike" dirty="0">
                <a:effectLst/>
                <a:latin typeface="Novelty"/>
              </a:rPr>
              <a:t>(</a:t>
            </a:r>
            <a:r>
              <a:rPr lang="en-CA" sz="5600" b="1" i="1" u="none" strike="noStrike" dirty="0">
                <a:effectLst/>
                <a:latin typeface="Novelty"/>
              </a:rPr>
              <a:t>MEI</a:t>
            </a:r>
            <a:r>
              <a:rPr lang="en-CA" sz="5600" b="1" i="0" u="none" strike="noStrike" dirty="0">
                <a:effectLst/>
                <a:latin typeface="Novelty"/>
              </a:rPr>
              <a:t>)</a:t>
            </a:r>
            <a:endParaRPr lang="en-US" sz="5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25DAF-E87A-8681-D933-5DBEA5AFCD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988" y="3726180"/>
            <a:ext cx="10496812" cy="2337052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600" b="1" dirty="0"/>
              <a:t>Martha E. Thomae</a:t>
            </a:r>
            <a:br>
              <a:rPr lang="en-US" b="1" dirty="0"/>
            </a:br>
            <a:r>
              <a:rPr lang="en-US" sz="2200" dirty="0" err="1"/>
              <a:t>Postdoctora</a:t>
            </a:r>
            <a:r>
              <a:rPr lang="en-US" sz="2200" dirty="0"/>
              <a:t> del </a:t>
            </a:r>
            <a:r>
              <a:rPr lang="en-US" sz="2200" b="1" dirty="0"/>
              <a:t>Proyecto ECHOES</a:t>
            </a:r>
            <a:r>
              <a:rPr lang="en-US" sz="2200" dirty="0"/>
              <a:t>, </a:t>
            </a:r>
            <a:br>
              <a:rPr lang="en-US" sz="2200" dirty="0"/>
            </a:br>
            <a:r>
              <a:rPr lang="en-US" sz="2200" dirty="0"/>
              <a:t>CESEM y </a:t>
            </a:r>
            <a:r>
              <a:rPr lang="en-US" sz="2200" dirty="0" err="1"/>
              <a:t>Universidade</a:t>
            </a:r>
            <a:r>
              <a:rPr lang="en-US" sz="2200" dirty="0"/>
              <a:t> NOVA de Lisboa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Dra.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en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Tecnología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Musical </a:t>
            </a:r>
            <a:br>
              <a:rPr lang="en-US" sz="20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graduada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del </a:t>
            </a:r>
            <a:r>
              <a:rPr lang="en-US" sz="2000" i="1" dirty="0">
                <a:solidFill>
                  <a:schemeClr val="bg2">
                    <a:lumMod val="50000"/>
                  </a:schemeClr>
                </a:solidFill>
              </a:rPr>
              <a:t>Schulich School of Music, McGill University</a:t>
            </a:r>
            <a:endParaRPr lang="en-US" sz="2000" dirty="0"/>
          </a:p>
          <a:p>
            <a:endParaRPr lang="en-US" sz="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Semana de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Humanidades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Digitales</a:t>
            </a:r>
            <a:b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24 Mayo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27303-FA18-3A30-83F7-50F9BB24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290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6258-B62E-0DFB-1C34-1F3504823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484" y="1380331"/>
            <a:ext cx="10771031" cy="4097338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Antes de </a:t>
            </a:r>
            <a:r>
              <a:rPr lang="en-US" dirty="0" err="1"/>
              <a:t>hablar</a:t>
            </a:r>
            <a:r>
              <a:rPr lang="en-US" dirty="0"/>
              <a:t> de MEI, </a:t>
            </a:r>
            <a:br>
              <a:rPr lang="en-US" dirty="0"/>
            </a:br>
            <a:r>
              <a:rPr lang="en-US" dirty="0" err="1"/>
              <a:t>hablemos</a:t>
            </a:r>
            <a:r>
              <a:rPr lang="en-US" dirty="0"/>
              <a:t> de </a:t>
            </a:r>
            <a:r>
              <a:rPr lang="en-US" dirty="0" err="1"/>
              <a:t>codificación</a:t>
            </a:r>
            <a:r>
              <a:rPr lang="en-US" dirty="0"/>
              <a:t> de </a:t>
            </a:r>
            <a:r>
              <a:rPr lang="en-US" dirty="0" err="1"/>
              <a:t>música</a:t>
            </a:r>
            <a:r>
              <a:rPr lang="en-US" dirty="0"/>
              <a:t>:</a:t>
            </a:r>
            <a:br>
              <a:rPr lang="en-US" dirty="0"/>
            </a:br>
            <a:br>
              <a:rPr lang="en-US" sz="1600" dirty="0"/>
            </a:br>
            <a:r>
              <a:rPr lang="en-US" b="1" dirty="0">
                <a:highlight>
                  <a:srgbClr val="00FF00"/>
                </a:highlight>
              </a:rPr>
              <a:t>Un </a:t>
            </a:r>
            <a:r>
              <a:rPr lang="en-US" b="1" dirty="0" err="1">
                <a:highlight>
                  <a:srgbClr val="00FF00"/>
                </a:highlight>
              </a:rPr>
              <a:t>ejemplo</a:t>
            </a:r>
            <a:r>
              <a:rPr lang="en-US" b="1" dirty="0">
                <a:highlight>
                  <a:srgbClr val="00FF00"/>
                </a:highlight>
              </a:rPr>
              <a:t> de </a:t>
            </a:r>
            <a:r>
              <a:rPr lang="en-US" b="1" dirty="0" err="1">
                <a:highlight>
                  <a:srgbClr val="00FF00"/>
                </a:highlight>
              </a:rPr>
              <a:t>codificación</a:t>
            </a:r>
            <a:r>
              <a:rPr lang="en-US" b="1" dirty="0">
                <a:highlight>
                  <a:srgbClr val="00FF00"/>
                </a:highlight>
              </a:rPr>
              <a:t> de </a:t>
            </a:r>
            <a:r>
              <a:rPr lang="en-US" b="1" dirty="0" err="1">
                <a:highlight>
                  <a:srgbClr val="00FF00"/>
                </a:highlight>
              </a:rPr>
              <a:t>música</a:t>
            </a:r>
            <a:endParaRPr lang="en-US" b="1" dirty="0">
              <a:highlight>
                <a:srgbClr val="00FF00"/>
              </a:highligh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0E2FF2-6AE1-7E8E-025C-62ECBC80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0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F91F4-6ACE-1A03-C097-4A01950F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39"/>
            <a:ext cx="10515600" cy="1227049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Un </a:t>
            </a:r>
            <a:r>
              <a:rPr lang="en-US" dirty="0" err="1"/>
              <a:t>ejemplo</a:t>
            </a:r>
            <a:r>
              <a:rPr lang="en-US" dirty="0"/>
              <a:t> de un </a:t>
            </a:r>
            <a:r>
              <a:rPr lang="en-US" dirty="0" err="1"/>
              <a:t>formato</a:t>
            </a:r>
            <a:r>
              <a:rPr lang="en-US" dirty="0"/>
              <a:t> de </a:t>
            </a:r>
            <a:r>
              <a:rPr lang="en-US" dirty="0" err="1"/>
              <a:t>codificación</a:t>
            </a:r>
            <a:r>
              <a:rPr lang="en-US" dirty="0"/>
              <a:t> musical</a:t>
            </a:r>
          </a:p>
        </p:txBody>
      </p:sp>
      <p:pic>
        <p:nvPicPr>
          <p:cNvPr id="12" name="Picture 11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C6B4CD30-99A5-C1BB-188E-02E878845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57" y="1305561"/>
            <a:ext cx="7772400" cy="462464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3BA6FF5-F992-84E1-9B3C-5F699BFA93C3}"/>
              </a:ext>
            </a:extLst>
          </p:cNvPr>
          <p:cNvGrpSpPr/>
          <p:nvPr/>
        </p:nvGrpSpPr>
        <p:grpSpPr>
          <a:xfrm>
            <a:off x="7175768" y="4632208"/>
            <a:ext cx="1636316" cy="2054342"/>
            <a:chOff x="8375918" y="4359999"/>
            <a:chExt cx="1636316" cy="2054342"/>
          </a:xfrm>
        </p:grpSpPr>
        <p:pic>
          <p:nvPicPr>
            <p:cNvPr id="15" name="Picture 14" descr="Icon&#10;&#10;Description automatically generated">
              <a:extLst>
                <a:ext uri="{FF2B5EF4-FFF2-40B4-BE49-F238E27FC236}">
                  <a16:creationId xmlns:a16="http://schemas.microsoft.com/office/drawing/2014/main" id="{5F382446-2D0B-EB89-BAC4-D474BCCFA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5918" y="4359999"/>
              <a:ext cx="1636316" cy="1636316"/>
            </a:xfrm>
            <a:prstGeom prst="ellipse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3A611FC-CFD3-993A-30A5-8AA36A8F221D}"/>
                </a:ext>
              </a:extLst>
            </p:cNvPr>
            <p:cNvSpPr txBox="1"/>
            <p:nvPr/>
          </p:nvSpPr>
          <p:spPr>
            <a:xfrm>
              <a:off x="8375918" y="5983454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 err="1">
                  <a:solidFill>
                    <a:schemeClr val="accent1">
                      <a:lumMod val="75000"/>
                    </a:schemeClr>
                  </a:solidFill>
                </a:rPr>
                <a:t>MuseScore</a:t>
              </a:r>
              <a:endParaRPr lang="en-US" sz="22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59F409-7F3C-B798-F9E8-F5C3A7BC8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4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4A67A65E-88D6-857B-1ACB-ED26E2D92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57" y="1305561"/>
            <a:ext cx="7772400" cy="462464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6A6B5A6-FFA1-9D3A-679D-CD2E70C3E4EC}"/>
              </a:ext>
            </a:extLst>
          </p:cNvPr>
          <p:cNvGrpSpPr/>
          <p:nvPr/>
        </p:nvGrpSpPr>
        <p:grpSpPr>
          <a:xfrm>
            <a:off x="7175768" y="4632208"/>
            <a:ext cx="1636316" cy="2054342"/>
            <a:chOff x="8375918" y="4359999"/>
            <a:chExt cx="1636316" cy="2054342"/>
          </a:xfrm>
        </p:grpSpPr>
        <p:pic>
          <p:nvPicPr>
            <p:cNvPr id="11" name="Picture 10" descr="Icon&#10;&#10;Description automatically generated">
              <a:extLst>
                <a:ext uri="{FF2B5EF4-FFF2-40B4-BE49-F238E27FC236}">
                  <a16:creationId xmlns:a16="http://schemas.microsoft.com/office/drawing/2014/main" id="{3D49CAB7-031E-CED9-E5A5-ECBDB0789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5918" y="4359999"/>
              <a:ext cx="1636316" cy="1636316"/>
            </a:xfrm>
            <a:prstGeom prst="ellipse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81FD21-81FA-C97A-C108-AEF61DD0ECA6}"/>
                </a:ext>
              </a:extLst>
            </p:cNvPr>
            <p:cNvSpPr txBox="1"/>
            <p:nvPr/>
          </p:nvSpPr>
          <p:spPr>
            <a:xfrm>
              <a:off x="8375918" y="5983454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 err="1">
                  <a:solidFill>
                    <a:schemeClr val="accent1">
                      <a:lumMod val="75000"/>
                    </a:schemeClr>
                  </a:solidFill>
                </a:rPr>
                <a:t>MuseScore</a:t>
              </a:r>
              <a:endParaRPr lang="en-US" sz="22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E38D07B-50A2-0D61-5580-DA98DABDE6B9}"/>
              </a:ext>
            </a:extLst>
          </p:cNvPr>
          <p:cNvGrpSpPr/>
          <p:nvPr/>
        </p:nvGrpSpPr>
        <p:grpSpPr>
          <a:xfrm>
            <a:off x="5270254" y="4779822"/>
            <a:ext cx="1636316" cy="1922602"/>
            <a:chOff x="6260854" y="4570272"/>
            <a:chExt cx="1636316" cy="1922602"/>
          </a:xfrm>
        </p:grpSpPr>
        <p:pic>
          <p:nvPicPr>
            <p:cNvPr id="25" name="Picture 24" descr="Logo&#10;&#10;Description automatically generated with medium confidence">
              <a:extLst>
                <a:ext uri="{FF2B5EF4-FFF2-40B4-BE49-F238E27FC236}">
                  <a16:creationId xmlns:a16="http://schemas.microsoft.com/office/drawing/2014/main" id="{B8C8C0B3-744F-BDEC-9651-F3117EAE00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1220"/>
            <a:stretch/>
          </p:blipFill>
          <p:spPr>
            <a:xfrm>
              <a:off x="6371933" y="4570272"/>
              <a:ext cx="1414158" cy="1426043"/>
            </a:xfrm>
            <a:prstGeom prst="ellipse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F048ABE-2C61-4728-0986-A4ED9A39A8A7}"/>
                </a:ext>
              </a:extLst>
            </p:cNvPr>
            <p:cNvSpPr txBox="1"/>
            <p:nvPr/>
          </p:nvSpPr>
          <p:spPr>
            <a:xfrm>
              <a:off x="6260854" y="6061987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>
                  <a:solidFill>
                    <a:schemeClr val="accent6">
                      <a:lumMod val="75000"/>
                    </a:schemeClr>
                  </a:solidFill>
                </a:rPr>
                <a:t>Finale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01C88B-E963-89E0-89CD-E6F916F23600}"/>
              </a:ext>
            </a:extLst>
          </p:cNvPr>
          <p:cNvGrpSpPr/>
          <p:nvPr/>
        </p:nvGrpSpPr>
        <p:grpSpPr>
          <a:xfrm>
            <a:off x="3266268" y="4778845"/>
            <a:ext cx="1636316" cy="1937121"/>
            <a:chOff x="4256868" y="4569295"/>
            <a:chExt cx="1636316" cy="1937121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A4EF1FDF-B752-B0AC-21FE-F807547E4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7947" y="4569295"/>
              <a:ext cx="1414159" cy="1414159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57F56D-5614-D662-7B65-793E85B2C9F1}"/>
                </a:ext>
              </a:extLst>
            </p:cNvPr>
            <p:cNvSpPr txBox="1"/>
            <p:nvPr/>
          </p:nvSpPr>
          <p:spPr>
            <a:xfrm>
              <a:off x="4256868" y="6075529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>
                  <a:solidFill>
                    <a:srgbClr val="7030A0"/>
                  </a:solidFill>
                </a:rPr>
                <a:t>Sibelius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FF45DB7-8ED0-137C-A6CE-80CEB2FC8200}"/>
              </a:ext>
            </a:extLst>
          </p:cNvPr>
          <p:cNvGrpSpPr/>
          <p:nvPr/>
        </p:nvGrpSpPr>
        <p:grpSpPr>
          <a:xfrm>
            <a:off x="1151204" y="4832167"/>
            <a:ext cx="1636316" cy="1870257"/>
            <a:chOff x="2141804" y="4622617"/>
            <a:chExt cx="1636316" cy="1870257"/>
          </a:xfrm>
        </p:grpSpPr>
        <p:sp>
          <p:nvSpPr>
            <p:cNvPr id="31" name="Content Placeholder 4">
              <a:extLst>
                <a:ext uri="{FF2B5EF4-FFF2-40B4-BE49-F238E27FC236}">
                  <a16:creationId xmlns:a16="http://schemas.microsoft.com/office/drawing/2014/main" id="{FEB7D7FB-4DD9-26A5-F860-87C54ECEDF7E}"/>
                </a:ext>
              </a:extLst>
            </p:cNvPr>
            <p:cNvSpPr/>
            <p:nvPr/>
          </p:nvSpPr>
          <p:spPr>
            <a:xfrm>
              <a:off x="2472068" y="4622617"/>
              <a:ext cx="1305040" cy="1307889"/>
            </a:xfrm>
            <a:custGeom>
              <a:avLst/>
              <a:gdLst>
                <a:gd name="connsiteX0" fmla="*/ 652566 w 1305040"/>
                <a:gd name="connsiteY0" fmla="*/ 0 h 1307889"/>
                <a:gd name="connsiteX1" fmla="*/ 0 w 1305040"/>
                <a:gd name="connsiteY1" fmla="*/ 0 h 1307889"/>
                <a:gd name="connsiteX2" fmla="*/ 0 w 1305040"/>
                <a:gd name="connsiteY2" fmla="*/ 1307849 h 1307889"/>
                <a:gd name="connsiteX3" fmla="*/ 233138 w 1305040"/>
                <a:gd name="connsiteY3" fmla="*/ 1307849 h 1307889"/>
                <a:gd name="connsiteX4" fmla="*/ 233138 w 1305040"/>
                <a:gd name="connsiteY4" fmla="*/ 728772 h 1307889"/>
                <a:gd name="connsiteX5" fmla="*/ 711308 w 1305040"/>
                <a:gd name="connsiteY5" fmla="*/ 353401 h 1307889"/>
                <a:gd name="connsiteX6" fmla="*/ 947748 w 1305040"/>
                <a:gd name="connsiteY6" fmla="*/ 539745 h 1307889"/>
                <a:gd name="connsiteX7" fmla="*/ 512836 w 1305040"/>
                <a:gd name="connsiteY7" fmla="*/ 918294 h 1307889"/>
                <a:gd name="connsiteX8" fmla="*/ 355716 w 1305040"/>
                <a:gd name="connsiteY8" fmla="*/ 902974 h 1307889"/>
                <a:gd name="connsiteX9" fmla="*/ 355716 w 1305040"/>
                <a:gd name="connsiteY9" fmla="*/ 1307890 h 1307889"/>
                <a:gd name="connsiteX10" fmla="*/ 652467 w 1305040"/>
                <a:gd name="connsiteY10" fmla="*/ 1307890 h 1307889"/>
                <a:gd name="connsiteX11" fmla="*/ 1305041 w 1305040"/>
                <a:gd name="connsiteY11" fmla="*/ 654068 h 1307889"/>
                <a:gd name="connsiteX12" fmla="*/ 652566 w 1305040"/>
                <a:gd name="connsiteY12" fmla="*/ 0 h 1307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05040" h="1307889">
                  <a:moveTo>
                    <a:pt x="652566" y="0"/>
                  </a:moveTo>
                  <a:lnTo>
                    <a:pt x="0" y="0"/>
                  </a:lnTo>
                  <a:lnTo>
                    <a:pt x="0" y="1307849"/>
                  </a:lnTo>
                  <a:lnTo>
                    <a:pt x="233138" y="1307849"/>
                  </a:lnTo>
                  <a:lnTo>
                    <a:pt x="233138" y="728772"/>
                  </a:lnTo>
                  <a:cubicBezTo>
                    <a:pt x="233138" y="534995"/>
                    <a:pt x="445345" y="353401"/>
                    <a:pt x="711308" y="353401"/>
                  </a:cubicBezTo>
                  <a:cubicBezTo>
                    <a:pt x="851128" y="353401"/>
                    <a:pt x="947748" y="427899"/>
                    <a:pt x="947748" y="539745"/>
                  </a:cubicBezTo>
                  <a:cubicBezTo>
                    <a:pt x="947748" y="728566"/>
                    <a:pt x="753547" y="906333"/>
                    <a:pt x="512836" y="918294"/>
                  </a:cubicBezTo>
                  <a:cubicBezTo>
                    <a:pt x="463146" y="918294"/>
                    <a:pt x="406728" y="916540"/>
                    <a:pt x="355716" y="902974"/>
                  </a:cubicBezTo>
                  <a:lnTo>
                    <a:pt x="355716" y="1307890"/>
                  </a:lnTo>
                  <a:lnTo>
                    <a:pt x="652467" y="1307890"/>
                  </a:lnTo>
                  <a:cubicBezTo>
                    <a:pt x="1012898" y="1307890"/>
                    <a:pt x="1305041" y="1015067"/>
                    <a:pt x="1305041" y="654068"/>
                  </a:cubicBezTo>
                  <a:cubicBezTo>
                    <a:pt x="1305131" y="292773"/>
                    <a:pt x="1012980" y="0"/>
                    <a:pt x="652566" y="0"/>
                  </a:cubicBezTo>
                </a:path>
              </a:pathLst>
            </a:custGeom>
            <a:solidFill>
              <a:srgbClr val="C90526"/>
            </a:solidFill>
            <a:ln w="8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FA2AA52-3810-4535-0B85-E009922E6CDA}"/>
                </a:ext>
              </a:extLst>
            </p:cNvPr>
            <p:cNvSpPr txBox="1"/>
            <p:nvPr/>
          </p:nvSpPr>
          <p:spPr>
            <a:xfrm>
              <a:off x="2141804" y="6061987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 err="1">
                  <a:solidFill>
                    <a:srgbClr val="C00000"/>
                  </a:solidFill>
                </a:rPr>
                <a:t>Dorico</a:t>
              </a:r>
              <a:endParaRPr lang="en-US" sz="2200" i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8AEF68-D307-CFD9-9274-506ACDB67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4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11F942-3657-7D1B-208A-32AE62CD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39"/>
            <a:ext cx="10515600" cy="1227049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Un </a:t>
            </a:r>
            <a:r>
              <a:rPr lang="en-US" dirty="0" err="1"/>
              <a:t>ejemplo</a:t>
            </a:r>
            <a:r>
              <a:rPr lang="en-US" dirty="0"/>
              <a:t> de un </a:t>
            </a:r>
            <a:r>
              <a:rPr lang="en-US" dirty="0" err="1"/>
              <a:t>formato</a:t>
            </a:r>
            <a:r>
              <a:rPr lang="en-US" dirty="0"/>
              <a:t> de </a:t>
            </a:r>
            <a:r>
              <a:rPr lang="en-US" dirty="0" err="1"/>
              <a:t>codificación</a:t>
            </a:r>
            <a:r>
              <a:rPr lang="en-US" dirty="0"/>
              <a:t> musical</a:t>
            </a:r>
          </a:p>
        </p:txBody>
      </p:sp>
    </p:spTree>
    <p:extLst>
      <p:ext uri="{BB962C8B-B14F-4D97-AF65-F5344CB8AC3E}">
        <p14:creationId xmlns:p14="http://schemas.microsoft.com/office/powerpoint/2010/main" val="46437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4A67A65E-88D6-857B-1ACB-ED26E2D92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57" y="1305561"/>
            <a:ext cx="7772400" cy="462464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6A6B5A6-FFA1-9D3A-679D-CD2E70C3E4EC}"/>
              </a:ext>
            </a:extLst>
          </p:cNvPr>
          <p:cNvGrpSpPr/>
          <p:nvPr/>
        </p:nvGrpSpPr>
        <p:grpSpPr>
          <a:xfrm>
            <a:off x="7175768" y="4632208"/>
            <a:ext cx="1636316" cy="2054342"/>
            <a:chOff x="8375918" y="4359999"/>
            <a:chExt cx="1636316" cy="2054342"/>
          </a:xfrm>
        </p:grpSpPr>
        <p:pic>
          <p:nvPicPr>
            <p:cNvPr id="11" name="Picture 10" descr="Icon&#10;&#10;Description automatically generated">
              <a:extLst>
                <a:ext uri="{FF2B5EF4-FFF2-40B4-BE49-F238E27FC236}">
                  <a16:creationId xmlns:a16="http://schemas.microsoft.com/office/drawing/2014/main" id="{3D49CAB7-031E-CED9-E5A5-ECBDB0789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75918" y="4359999"/>
              <a:ext cx="1636316" cy="1636316"/>
            </a:xfrm>
            <a:prstGeom prst="ellipse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81FD21-81FA-C97A-C108-AEF61DD0ECA6}"/>
                </a:ext>
              </a:extLst>
            </p:cNvPr>
            <p:cNvSpPr txBox="1"/>
            <p:nvPr/>
          </p:nvSpPr>
          <p:spPr>
            <a:xfrm>
              <a:off x="8375918" y="5983454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 err="1">
                  <a:solidFill>
                    <a:schemeClr val="accent1">
                      <a:lumMod val="75000"/>
                    </a:schemeClr>
                  </a:solidFill>
                </a:rPr>
                <a:t>MuseScore</a:t>
              </a:r>
              <a:endParaRPr lang="en-US" sz="22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E38D07B-50A2-0D61-5580-DA98DABDE6B9}"/>
              </a:ext>
            </a:extLst>
          </p:cNvPr>
          <p:cNvGrpSpPr/>
          <p:nvPr/>
        </p:nvGrpSpPr>
        <p:grpSpPr>
          <a:xfrm>
            <a:off x="5270254" y="4779822"/>
            <a:ext cx="1636316" cy="1922602"/>
            <a:chOff x="6260854" y="4570272"/>
            <a:chExt cx="1636316" cy="1922602"/>
          </a:xfrm>
        </p:grpSpPr>
        <p:pic>
          <p:nvPicPr>
            <p:cNvPr id="25" name="Picture 24" descr="Logo&#10;&#10;Description automatically generated with medium confidence">
              <a:extLst>
                <a:ext uri="{FF2B5EF4-FFF2-40B4-BE49-F238E27FC236}">
                  <a16:creationId xmlns:a16="http://schemas.microsoft.com/office/drawing/2014/main" id="{B8C8C0B3-744F-BDEC-9651-F3117EAE00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61220"/>
            <a:stretch/>
          </p:blipFill>
          <p:spPr>
            <a:xfrm>
              <a:off x="6371933" y="4570272"/>
              <a:ext cx="1414158" cy="1426043"/>
            </a:xfrm>
            <a:prstGeom prst="ellipse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F048ABE-2C61-4728-0986-A4ED9A39A8A7}"/>
                </a:ext>
              </a:extLst>
            </p:cNvPr>
            <p:cNvSpPr txBox="1"/>
            <p:nvPr/>
          </p:nvSpPr>
          <p:spPr>
            <a:xfrm>
              <a:off x="6260854" y="6061987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>
                  <a:solidFill>
                    <a:schemeClr val="accent6">
                      <a:lumMod val="75000"/>
                    </a:schemeClr>
                  </a:solidFill>
                </a:rPr>
                <a:t>Finale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01C88B-E963-89E0-89CD-E6F916F23600}"/>
              </a:ext>
            </a:extLst>
          </p:cNvPr>
          <p:cNvGrpSpPr/>
          <p:nvPr/>
        </p:nvGrpSpPr>
        <p:grpSpPr>
          <a:xfrm>
            <a:off x="3266268" y="4778845"/>
            <a:ext cx="1636316" cy="1937121"/>
            <a:chOff x="4256868" y="4569295"/>
            <a:chExt cx="1636316" cy="1937121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A4EF1FDF-B752-B0AC-21FE-F807547E4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67947" y="4569295"/>
              <a:ext cx="1414159" cy="1414159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57F56D-5614-D662-7B65-793E85B2C9F1}"/>
                </a:ext>
              </a:extLst>
            </p:cNvPr>
            <p:cNvSpPr txBox="1"/>
            <p:nvPr/>
          </p:nvSpPr>
          <p:spPr>
            <a:xfrm>
              <a:off x="4256868" y="6075529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>
                  <a:solidFill>
                    <a:srgbClr val="7030A0"/>
                  </a:solidFill>
                </a:rPr>
                <a:t>Sibelius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FF45DB7-8ED0-137C-A6CE-80CEB2FC8200}"/>
              </a:ext>
            </a:extLst>
          </p:cNvPr>
          <p:cNvGrpSpPr/>
          <p:nvPr/>
        </p:nvGrpSpPr>
        <p:grpSpPr>
          <a:xfrm>
            <a:off x="1151204" y="4832167"/>
            <a:ext cx="1636316" cy="1870257"/>
            <a:chOff x="2141804" y="4622617"/>
            <a:chExt cx="1636316" cy="1870257"/>
          </a:xfrm>
        </p:grpSpPr>
        <p:sp>
          <p:nvSpPr>
            <p:cNvPr id="31" name="Content Placeholder 4">
              <a:extLst>
                <a:ext uri="{FF2B5EF4-FFF2-40B4-BE49-F238E27FC236}">
                  <a16:creationId xmlns:a16="http://schemas.microsoft.com/office/drawing/2014/main" id="{FEB7D7FB-4DD9-26A5-F860-87C54ECEDF7E}"/>
                </a:ext>
              </a:extLst>
            </p:cNvPr>
            <p:cNvSpPr/>
            <p:nvPr/>
          </p:nvSpPr>
          <p:spPr>
            <a:xfrm>
              <a:off x="2472068" y="4622617"/>
              <a:ext cx="1305040" cy="1307889"/>
            </a:xfrm>
            <a:custGeom>
              <a:avLst/>
              <a:gdLst>
                <a:gd name="connsiteX0" fmla="*/ 652566 w 1305040"/>
                <a:gd name="connsiteY0" fmla="*/ 0 h 1307889"/>
                <a:gd name="connsiteX1" fmla="*/ 0 w 1305040"/>
                <a:gd name="connsiteY1" fmla="*/ 0 h 1307889"/>
                <a:gd name="connsiteX2" fmla="*/ 0 w 1305040"/>
                <a:gd name="connsiteY2" fmla="*/ 1307849 h 1307889"/>
                <a:gd name="connsiteX3" fmla="*/ 233138 w 1305040"/>
                <a:gd name="connsiteY3" fmla="*/ 1307849 h 1307889"/>
                <a:gd name="connsiteX4" fmla="*/ 233138 w 1305040"/>
                <a:gd name="connsiteY4" fmla="*/ 728772 h 1307889"/>
                <a:gd name="connsiteX5" fmla="*/ 711308 w 1305040"/>
                <a:gd name="connsiteY5" fmla="*/ 353401 h 1307889"/>
                <a:gd name="connsiteX6" fmla="*/ 947748 w 1305040"/>
                <a:gd name="connsiteY6" fmla="*/ 539745 h 1307889"/>
                <a:gd name="connsiteX7" fmla="*/ 512836 w 1305040"/>
                <a:gd name="connsiteY7" fmla="*/ 918294 h 1307889"/>
                <a:gd name="connsiteX8" fmla="*/ 355716 w 1305040"/>
                <a:gd name="connsiteY8" fmla="*/ 902974 h 1307889"/>
                <a:gd name="connsiteX9" fmla="*/ 355716 w 1305040"/>
                <a:gd name="connsiteY9" fmla="*/ 1307890 h 1307889"/>
                <a:gd name="connsiteX10" fmla="*/ 652467 w 1305040"/>
                <a:gd name="connsiteY10" fmla="*/ 1307890 h 1307889"/>
                <a:gd name="connsiteX11" fmla="*/ 1305041 w 1305040"/>
                <a:gd name="connsiteY11" fmla="*/ 654068 h 1307889"/>
                <a:gd name="connsiteX12" fmla="*/ 652566 w 1305040"/>
                <a:gd name="connsiteY12" fmla="*/ 0 h 1307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05040" h="1307889">
                  <a:moveTo>
                    <a:pt x="652566" y="0"/>
                  </a:moveTo>
                  <a:lnTo>
                    <a:pt x="0" y="0"/>
                  </a:lnTo>
                  <a:lnTo>
                    <a:pt x="0" y="1307849"/>
                  </a:lnTo>
                  <a:lnTo>
                    <a:pt x="233138" y="1307849"/>
                  </a:lnTo>
                  <a:lnTo>
                    <a:pt x="233138" y="728772"/>
                  </a:lnTo>
                  <a:cubicBezTo>
                    <a:pt x="233138" y="534995"/>
                    <a:pt x="445345" y="353401"/>
                    <a:pt x="711308" y="353401"/>
                  </a:cubicBezTo>
                  <a:cubicBezTo>
                    <a:pt x="851128" y="353401"/>
                    <a:pt x="947748" y="427899"/>
                    <a:pt x="947748" y="539745"/>
                  </a:cubicBezTo>
                  <a:cubicBezTo>
                    <a:pt x="947748" y="728566"/>
                    <a:pt x="753547" y="906333"/>
                    <a:pt x="512836" y="918294"/>
                  </a:cubicBezTo>
                  <a:cubicBezTo>
                    <a:pt x="463146" y="918294"/>
                    <a:pt x="406728" y="916540"/>
                    <a:pt x="355716" y="902974"/>
                  </a:cubicBezTo>
                  <a:lnTo>
                    <a:pt x="355716" y="1307890"/>
                  </a:lnTo>
                  <a:lnTo>
                    <a:pt x="652467" y="1307890"/>
                  </a:lnTo>
                  <a:cubicBezTo>
                    <a:pt x="1012898" y="1307890"/>
                    <a:pt x="1305041" y="1015067"/>
                    <a:pt x="1305041" y="654068"/>
                  </a:cubicBezTo>
                  <a:cubicBezTo>
                    <a:pt x="1305131" y="292773"/>
                    <a:pt x="1012980" y="0"/>
                    <a:pt x="652566" y="0"/>
                  </a:cubicBezTo>
                </a:path>
              </a:pathLst>
            </a:custGeom>
            <a:solidFill>
              <a:srgbClr val="C90526"/>
            </a:solidFill>
            <a:ln w="8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FA2AA52-3810-4535-0B85-E009922E6CDA}"/>
                </a:ext>
              </a:extLst>
            </p:cNvPr>
            <p:cNvSpPr txBox="1"/>
            <p:nvPr/>
          </p:nvSpPr>
          <p:spPr>
            <a:xfrm>
              <a:off x="2141804" y="6061987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 err="1">
                  <a:solidFill>
                    <a:srgbClr val="C00000"/>
                  </a:solidFill>
                </a:rPr>
                <a:t>Dorico</a:t>
              </a:r>
              <a:endParaRPr lang="en-US" sz="2200" i="1" dirty="0">
                <a:solidFill>
                  <a:srgbClr val="C00000"/>
                </a:solidFill>
              </a:endParaRPr>
            </a:p>
          </p:txBody>
        </p:sp>
      </p:grp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045DD4C-088B-241A-3D7E-FEE50A9295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5122" y="1972581"/>
            <a:ext cx="2656149" cy="77301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0418BB-939E-C201-CA1F-A18A3D11E131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2343150" y="2359089"/>
            <a:ext cx="6371972" cy="227311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01F901-1231-1E66-5C5A-9BC47E68FCA8}"/>
              </a:ext>
            </a:extLst>
          </p:cNvPr>
          <p:cNvCxnSpPr>
            <a:cxnSpLocks/>
          </p:cNvCxnSpPr>
          <p:nvPr/>
        </p:nvCxnSpPr>
        <p:spPr>
          <a:xfrm flipV="1">
            <a:off x="3971182" y="2540452"/>
            <a:ext cx="4774343" cy="207566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B4FB12-64B4-C340-A56E-0FFC8DAC5D86}"/>
              </a:ext>
            </a:extLst>
          </p:cNvPr>
          <p:cNvCxnSpPr>
            <a:cxnSpLocks/>
          </p:cNvCxnSpPr>
          <p:nvPr/>
        </p:nvCxnSpPr>
        <p:spPr>
          <a:xfrm flipV="1">
            <a:off x="6086770" y="2643686"/>
            <a:ext cx="2706264" cy="198852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19C498-21CF-0349-F78B-94C4AE52537C}"/>
              </a:ext>
            </a:extLst>
          </p:cNvPr>
          <p:cNvCxnSpPr>
            <a:cxnSpLocks/>
          </p:cNvCxnSpPr>
          <p:nvPr/>
        </p:nvCxnSpPr>
        <p:spPr>
          <a:xfrm flipV="1">
            <a:off x="7993926" y="2745597"/>
            <a:ext cx="837998" cy="185780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930BB-2C4E-830C-0916-DE549336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C5C747-3F13-98F8-7DDF-23ABCC7A1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39"/>
            <a:ext cx="10515600" cy="1227049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Un </a:t>
            </a:r>
            <a:r>
              <a:rPr lang="en-US" dirty="0" err="1"/>
              <a:t>ejemplo</a:t>
            </a:r>
            <a:r>
              <a:rPr lang="en-US" dirty="0"/>
              <a:t> de un </a:t>
            </a:r>
            <a:r>
              <a:rPr lang="en-US" dirty="0" err="1"/>
              <a:t>formato</a:t>
            </a:r>
            <a:r>
              <a:rPr lang="en-US" dirty="0"/>
              <a:t> de </a:t>
            </a:r>
            <a:r>
              <a:rPr lang="en-US" dirty="0" err="1"/>
              <a:t>codificación</a:t>
            </a:r>
            <a:r>
              <a:rPr lang="en-US" dirty="0"/>
              <a:t> musical</a:t>
            </a:r>
          </a:p>
        </p:txBody>
      </p:sp>
    </p:spTree>
    <p:extLst>
      <p:ext uri="{BB962C8B-B14F-4D97-AF65-F5344CB8AC3E}">
        <p14:creationId xmlns:p14="http://schemas.microsoft.com/office/powerpoint/2010/main" val="2294042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4A67A65E-88D6-857B-1ACB-ED26E2D92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57" y="1305561"/>
            <a:ext cx="7772400" cy="462464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6A6B5A6-FFA1-9D3A-679D-CD2E70C3E4EC}"/>
              </a:ext>
            </a:extLst>
          </p:cNvPr>
          <p:cNvGrpSpPr/>
          <p:nvPr/>
        </p:nvGrpSpPr>
        <p:grpSpPr>
          <a:xfrm>
            <a:off x="7175768" y="4632208"/>
            <a:ext cx="1636316" cy="2054342"/>
            <a:chOff x="8375918" y="4359999"/>
            <a:chExt cx="1636316" cy="2054342"/>
          </a:xfrm>
        </p:grpSpPr>
        <p:pic>
          <p:nvPicPr>
            <p:cNvPr id="11" name="Picture 10" descr="Icon&#10;&#10;Description automatically generated">
              <a:extLst>
                <a:ext uri="{FF2B5EF4-FFF2-40B4-BE49-F238E27FC236}">
                  <a16:creationId xmlns:a16="http://schemas.microsoft.com/office/drawing/2014/main" id="{3D49CAB7-031E-CED9-E5A5-ECBDB0789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75918" y="4359999"/>
              <a:ext cx="1636316" cy="1636316"/>
            </a:xfrm>
            <a:prstGeom prst="ellipse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81FD21-81FA-C97A-C108-AEF61DD0ECA6}"/>
                </a:ext>
              </a:extLst>
            </p:cNvPr>
            <p:cNvSpPr txBox="1"/>
            <p:nvPr/>
          </p:nvSpPr>
          <p:spPr>
            <a:xfrm>
              <a:off x="8375918" y="5983454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 err="1">
                  <a:solidFill>
                    <a:schemeClr val="accent1">
                      <a:lumMod val="75000"/>
                    </a:schemeClr>
                  </a:solidFill>
                </a:rPr>
                <a:t>MuseScore</a:t>
              </a:r>
              <a:endParaRPr lang="en-US" sz="22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E38D07B-50A2-0D61-5580-DA98DABDE6B9}"/>
              </a:ext>
            </a:extLst>
          </p:cNvPr>
          <p:cNvGrpSpPr/>
          <p:nvPr/>
        </p:nvGrpSpPr>
        <p:grpSpPr>
          <a:xfrm>
            <a:off x="5270254" y="4779822"/>
            <a:ext cx="1636316" cy="1922602"/>
            <a:chOff x="6260854" y="4570272"/>
            <a:chExt cx="1636316" cy="1922602"/>
          </a:xfrm>
        </p:grpSpPr>
        <p:pic>
          <p:nvPicPr>
            <p:cNvPr id="25" name="Picture 24" descr="Logo&#10;&#10;Description automatically generated with medium confidence">
              <a:extLst>
                <a:ext uri="{FF2B5EF4-FFF2-40B4-BE49-F238E27FC236}">
                  <a16:creationId xmlns:a16="http://schemas.microsoft.com/office/drawing/2014/main" id="{B8C8C0B3-744F-BDEC-9651-F3117EAE00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61220"/>
            <a:stretch/>
          </p:blipFill>
          <p:spPr>
            <a:xfrm>
              <a:off x="6371933" y="4570272"/>
              <a:ext cx="1414158" cy="1426043"/>
            </a:xfrm>
            <a:prstGeom prst="ellipse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F048ABE-2C61-4728-0986-A4ED9A39A8A7}"/>
                </a:ext>
              </a:extLst>
            </p:cNvPr>
            <p:cNvSpPr txBox="1"/>
            <p:nvPr/>
          </p:nvSpPr>
          <p:spPr>
            <a:xfrm>
              <a:off x="6260854" y="6061987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>
                  <a:solidFill>
                    <a:schemeClr val="accent6">
                      <a:lumMod val="75000"/>
                    </a:schemeClr>
                  </a:solidFill>
                </a:rPr>
                <a:t>Finale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01C88B-E963-89E0-89CD-E6F916F23600}"/>
              </a:ext>
            </a:extLst>
          </p:cNvPr>
          <p:cNvGrpSpPr/>
          <p:nvPr/>
        </p:nvGrpSpPr>
        <p:grpSpPr>
          <a:xfrm>
            <a:off x="3266268" y="4778845"/>
            <a:ext cx="1636316" cy="1937121"/>
            <a:chOff x="4256868" y="4569295"/>
            <a:chExt cx="1636316" cy="1937121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A4EF1FDF-B752-B0AC-21FE-F807547E4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67947" y="4569295"/>
              <a:ext cx="1414159" cy="1414159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57F56D-5614-D662-7B65-793E85B2C9F1}"/>
                </a:ext>
              </a:extLst>
            </p:cNvPr>
            <p:cNvSpPr txBox="1"/>
            <p:nvPr/>
          </p:nvSpPr>
          <p:spPr>
            <a:xfrm>
              <a:off x="4256868" y="6075529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>
                  <a:solidFill>
                    <a:srgbClr val="7030A0"/>
                  </a:solidFill>
                </a:rPr>
                <a:t>Sibelius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FF45DB7-8ED0-137C-A6CE-80CEB2FC8200}"/>
              </a:ext>
            </a:extLst>
          </p:cNvPr>
          <p:cNvGrpSpPr/>
          <p:nvPr/>
        </p:nvGrpSpPr>
        <p:grpSpPr>
          <a:xfrm>
            <a:off x="1151204" y="4832167"/>
            <a:ext cx="1636316" cy="1870257"/>
            <a:chOff x="2141804" y="4622617"/>
            <a:chExt cx="1636316" cy="1870257"/>
          </a:xfrm>
        </p:grpSpPr>
        <p:sp>
          <p:nvSpPr>
            <p:cNvPr id="31" name="Content Placeholder 4">
              <a:extLst>
                <a:ext uri="{FF2B5EF4-FFF2-40B4-BE49-F238E27FC236}">
                  <a16:creationId xmlns:a16="http://schemas.microsoft.com/office/drawing/2014/main" id="{FEB7D7FB-4DD9-26A5-F860-87C54ECEDF7E}"/>
                </a:ext>
              </a:extLst>
            </p:cNvPr>
            <p:cNvSpPr/>
            <p:nvPr/>
          </p:nvSpPr>
          <p:spPr>
            <a:xfrm>
              <a:off x="2472068" y="4622617"/>
              <a:ext cx="1305040" cy="1307889"/>
            </a:xfrm>
            <a:custGeom>
              <a:avLst/>
              <a:gdLst>
                <a:gd name="connsiteX0" fmla="*/ 652566 w 1305040"/>
                <a:gd name="connsiteY0" fmla="*/ 0 h 1307889"/>
                <a:gd name="connsiteX1" fmla="*/ 0 w 1305040"/>
                <a:gd name="connsiteY1" fmla="*/ 0 h 1307889"/>
                <a:gd name="connsiteX2" fmla="*/ 0 w 1305040"/>
                <a:gd name="connsiteY2" fmla="*/ 1307849 h 1307889"/>
                <a:gd name="connsiteX3" fmla="*/ 233138 w 1305040"/>
                <a:gd name="connsiteY3" fmla="*/ 1307849 h 1307889"/>
                <a:gd name="connsiteX4" fmla="*/ 233138 w 1305040"/>
                <a:gd name="connsiteY4" fmla="*/ 728772 h 1307889"/>
                <a:gd name="connsiteX5" fmla="*/ 711308 w 1305040"/>
                <a:gd name="connsiteY5" fmla="*/ 353401 h 1307889"/>
                <a:gd name="connsiteX6" fmla="*/ 947748 w 1305040"/>
                <a:gd name="connsiteY6" fmla="*/ 539745 h 1307889"/>
                <a:gd name="connsiteX7" fmla="*/ 512836 w 1305040"/>
                <a:gd name="connsiteY7" fmla="*/ 918294 h 1307889"/>
                <a:gd name="connsiteX8" fmla="*/ 355716 w 1305040"/>
                <a:gd name="connsiteY8" fmla="*/ 902974 h 1307889"/>
                <a:gd name="connsiteX9" fmla="*/ 355716 w 1305040"/>
                <a:gd name="connsiteY9" fmla="*/ 1307890 h 1307889"/>
                <a:gd name="connsiteX10" fmla="*/ 652467 w 1305040"/>
                <a:gd name="connsiteY10" fmla="*/ 1307890 h 1307889"/>
                <a:gd name="connsiteX11" fmla="*/ 1305041 w 1305040"/>
                <a:gd name="connsiteY11" fmla="*/ 654068 h 1307889"/>
                <a:gd name="connsiteX12" fmla="*/ 652566 w 1305040"/>
                <a:gd name="connsiteY12" fmla="*/ 0 h 1307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05040" h="1307889">
                  <a:moveTo>
                    <a:pt x="652566" y="0"/>
                  </a:moveTo>
                  <a:lnTo>
                    <a:pt x="0" y="0"/>
                  </a:lnTo>
                  <a:lnTo>
                    <a:pt x="0" y="1307849"/>
                  </a:lnTo>
                  <a:lnTo>
                    <a:pt x="233138" y="1307849"/>
                  </a:lnTo>
                  <a:lnTo>
                    <a:pt x="233138" y="728772"/>
                  </a:lnTo>
                  <a:cubicBezTo>
                    <a:pt x="233138" y="534995"/>
                    <a:pt x="445345" y="353401"/>
                    <a:pt x="711308" y="353401"/>
                  </a:cubicBezTo>
                  <a:cubicBezTo>
                    <a:pt x="851128" y="353401"/>
                    <a:pt x="947748" y="427899"/>
                    <a:pt x="947748" y="539745"/>
                  </a:cubicBezTo>
                  <a:cubicBezTo>
                    <a:pt x="947748" y="728566"/>
                    <a:pt x="753547" y="906333"/>
                    <a:pt x="512836" y="918294"/>
                  </a:cubicBezTo>
                  <a:cubicBezTo>
                    <a:pt x="463146" y="918294"/>
                    <a:pt x="406728" y="916540"/>
                    <a:pt x="355716" y="902974"/>
                  </a:cubicBezTo>
                  <a:lnTo>
                    <a:pt x="355716" y="1307890"/>
                  </a:lnTo>
                  <a:lnTo>
                    <a:pt x="652467" y="1307890"/>
                  </a:lnTo>
                  <a:cubicBezTo>
                    <a:pt x="1012898" y="1307890"/>
                    <a:pt x="1305041" y="1015067"/>
                    <a:pt x="1305041" y="654068"/>
                  </a:cubicBezTo>
                  <a:cubicBezTo>
                    <a:pt x="1305131" y="292773"/>
                    <a:pt x="1012980" y="0"/>
                    <a:pt x="652566" y="0"/>
                  </a:cubicBezTo>
                </a:path>
              </a:pathLst>
            </a:custGeom>
            <a:solidFill>
              <a:srgbClr val="C90526"/>
            </a:solidFill>
            <a:ln w="8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FA2AA52-3810-4535-0B85-E009922E6CDA}"/>
                </a:ext>
              </a:extLst>
            </p:cNvPr>
            <p:cNvSpPr txBox="1"/>
            <p:nvPr/>
          </p:nvSpPr>
          <p:spPr>
            <a:xfrm>
              <a:off x="2141804" y="6061987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 err="1">
                  <a:solidFill>
                    <a:srgbClr val="C00000"/>
                  </a:solidFill>
                </a:rPr>
                <a:t>Dorico</a:t>
              </a:r>
              <a:endParaRPr lang="en-US" sz="2200" i="1" dirty="0">
                <a:solidFill>
                  <a:srgbClr val="C00000"/>
                </a:solidFill>
              </a:endParaRPr>
            </a:p>
          </p:txBody>
        </p:sp>
      </p:grp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045DD4C-088B-241A-3D7E-FEE50A9295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5122" y="1972581"/>
            <a:ext cx="2656149" cy="77301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0418BB-939E-C201-CA1F-A18A3D11E131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2343150" y="2359089"/>
            <a:ext cx="6371972" cy="2273119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01F901-1231-1E66-5C5A-9BC47E68FCA8}"/>
              </a:ext>
            </a:extLst>
          </p:cNvPr>
          <p:cNvCxnSpPr>
            <a:cxnSpLocks/>
          </p:cNvCxnSpPr>
          <p:nvPr/>
        </p:nvCxnSpPr>
        <p:spPr>
          <a:xfrm flipV="1">
            <a:off x="3971182" y="2540452"/>
            <a:ext cx="4774343" cy="2075662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B4FB12-64B4-C340-A56E-0FFC8DAC5D86}"/>
              </a:ext>
            </a:extLst>
          </p:cNvPr>
          <p:cNvCxnSpPr>
            <a:cxnSpLocks/>
          </p:cNvCxnSpPr>
          <p:nvPr/>
        </p:nvCxnSpPr>
        <p:spPr>
          <a:xfrm flipV="1">
            <a:off x="6086770" y="2643686"/>
            <a:ext cx="2706264" cy="1988521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19C498-21CF-0349-F78B-94C4AE52537C}"/>
              </a:ext>
            </a:extLst>
          </p:cNvPr>
          <p:cNvCxnSpPr>
            <a:cxnSpLocks/>
          </p:cNvCxnSpPr>
          <p:nvPr/>
        </p:nvCxnSpPr>
        <p:spPr>
          <a:xfrm flipV="1">
            <a:off x="7993926" y="2745597"/>
            <a:ext cx="837998" cy="1857804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180B0-6603-FFAB-7CA3-5CCDB6A6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F554FF6-C7B0-33D9-442F-A6B749081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39"/>
            <a:ext cx="10515600" cy="1227049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Un </a:t>
            </a:r>
            <a:r>
              <a:rPr lang="en-US" dirty="0" err="1"/>
              <a:t>ejemplo</a:t>
            </a:r>
            <a:r>
              <a:rPr lang="en-US" dirty="0"/>
              <a:t> de un </a:t>
            </a:r>
            <a:r>
              <a:rPr lang="en-US" dirty="0" err="1"/>
              <a:t>formato</a:t>
            </a:r>
            <a:r>
              <a:rPr lang="en-US" dirty="0"/>
              <a:t> de </a:t>
            </a:r>
            <a:r>
              <a:rPr lang="en-US" dirty="0" err="1"/>
              <a:t>codificación</a:t>
            </a:r>
            <a:r>
              <a:rPr lang="en-US" dirty="0"/>
              <a:t> musical</a:t>
            </a:r>
          </a:p>
        </p:txBody>
      </p:sp>
    </p:spTree>
    <p:extLst>
      <p:ext uri="{BB962C8B-B14F-4D97-AF65-F5344CB8AC3E}">
        <p14:creationId xmlns:p14="http://schemas.microsoft.com/office/powerpoint/2010/main" val="228094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4A67A65E-88D6-857B-1ACB-ED26E2D92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57" y="1305561"/>
            <a:ext cx="7772400" cy="462464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6A6B5A6-FFA1-9D3A-679D-CD2E70C3E4EC}"/>
              </a:ext>
            </a:extLst>
          </p:cNvPr>
          <p:cNvGrpSpPr/>
          <p:nvPr/>
        </p:nvGrpSpPr>
        <p:grpSpPr>
          <a:xfrm>
            <a:off x="7175768" y="4632208"/>
            <a:ext cx="1636316" cy="2054342"/>
            <a:chOff x="8375918" y="4359999"/>
            <a:chExt cx="1636316" cy="2054342"/>
          </a:xfrm>
        </p:grpSpPr>
        <p:pic>
          <p:nvPicPr>
            <p:cNvPr id="11" name="Picture 10" descr="Icon&#10;&#10;Description automatically generated">
              <a:extLst>
                <a:ext uri="{FF2B5EF4-FFF2-40B4-BE49-F238E27FC236}">
                  <a16:creationId xmlns:a16="http://schemas.microsoft.com/office/drawing/2014/main" id="{3D49CAB7-031E-CED9-E5A5-ECBDB0789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5918" y="4359999"/>
              <a:ext cx="1636316" cy="1636316"/>
            </a:xfrm>
            <a:prstGeom prst="ellipse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81FD21-81FA-C97A-C108-AEF61DD0ECA6}"/>
                </a:ext>
              </a:extLst>
            </p:cNvPr>
            <p:cNvSpPr txBox="1"/>
            <p:nvPr/>
          </p:nvSpPr>
          <p:spPr>
            <a:xfrm>
              <a:off x="8375918" y="5983454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 err="1">
                  <a:solidFill>
                    <a:schemeClr val="accent1">
                      <a:lumMod val="75000"/>
                    </a:schemeClr>
                  </a:solidFill>
                </a:rPr>
                <a:t>MuseScore</a:t>
              </a:r>
              <a:endParaRPr lang="en-US" sz="22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E38D07B-50A2-0D61-5580-DA98DABDE6B9}"/>
              </a:ext>
            </a:extLst>
          </p:cNvPr>
          <p:cNvGrpSpPr/>
          <p:nvPr/>
        </p:nvGrpSpPr>
        <p:grpSpPr>
          <a:xfrm>
            <a:off x="5270254" y="4779822"/>
            <a:ext cx="1636316" cy="1922602"/>
            <a:chOff x="6260854" y="4570272"/>
            <a:chExt cx="1636316" cy="1922602"/>
          </a:xfrm>
        </p:grpSpPr>
        <p:pic>
          <p:nvPicPr>
            <p:cNvPr id="25" name="Picture 24" descr="Logo&#10;&#10;Description automatically generated with medium confidence">
              <a:extLst>
                <a:ext uri="{FF2B5EF4-FFF2-40B4-BE49-F238E27FC236}">
                  <a16:creationId xmlns:a16="http://schemas.microsoft.com/office/drawing/2014/main" id="{B8C8C0B3-744F-BDEC-9651-F3117EAE00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1220"/>
            <a:stretch/>
          </p:blipFill>
          <p:spPr>
            <a:xfrm>
              <a:off x="6371933" y="4570272"/>
              <a:ext cx="1414158" cy="1426043"/>
            </a:xfrm>
            <a:prstGeom prst="ellipse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F048ABE-2C61-4728-0986-A4ED9A39A8A7}"/>
                </a:ext>
              </a:extLst>
            </p:cNvPr>
            <p:cNvSpPr txBox="1"/>
            <p:nvPr/>
          </p:nvSpPr>
          <p:spPr>
            <a:xfrm>
              <a:off x="6260854" y="6061987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>
                  <a:solidFill>
                    <a:schemeClr val="accent6">
                      <a:lumMod val="75000"/>
                    </a:schemeClr>
                  </a:solidFill>
                </a:rPr>
                <a:t>Finale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01C88B-E963-89E0-89CD-E6F916F23600}"/>
              </a:ext>
            </a:extLst>
          </p:cNvPr>
          <p:cNvGrpSpPr/>
          <p:nvPr/>
        </p:nvGrpSpPr>
        <p:grpSpPr>
          <a:xfrm>
            <a:off x="3266268" y="4778845"/>
            <a:ext cx="1636316" cy="1937121"/>
            <a:chOff x="4256868" y="4569295"/>
            <a:chExt cx="1636316" cy="1937121"/>
          </a:xfrm>
          <a:effectLst>
            <a:glow rad="25400">
              <a:srgbClr val="7030A0">
                <a:alpha val="19790"/>
              </a:srgbClr>
            </a:glow>
          </a:effectLst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A4EF1FDF-B752-B0AC-21FE-F807547E4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7947" y="4569295"/>
              <a:ext cx="1414159" cy="1414159"/>
            </a:xfrm>
            <a:prstGeom prst="ellipse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57F56D-5614-D662-7B65-793E85B2C9F1}"/>
                </a:ext>
              </a:extLst>
            </p:cNvPr>
            <p:cNvSpPr txBox="1"/>
            <p:nvPr/>
          </p:nvSpPr>
          <p:spPr>
            <a:xfrm>
              <a:off x="4256868" y="6075529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>
                  <a:solidFill>
                    <a:srgbClr val="7030A0"/>
                  </a:solidFill>
                </a:rPr>
                <a:t>Sibelius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FF45DB7-8ED0-137C-A6CE-80CEB2FC8200}"/>
              </a:ext>
            </a:extLst>
          </p:cNvPr>
          <p:cNvGrpSpPr/>
          <p:nvPr/>
        </p:nvGrpSpPr>
        <p:grpSpPr>
          <a:xfrm>
            <a:off x="1151204" y="4832167"/>
            <a:ext cx="1636316" cy="1870257"/>
            <a:chOff x="2141804" y="4622617"/>
            <a:chExt cx="1636316" cy="1870257"/>
          </a:xfrm>
        </p:grpSpPr>
        <p:sp>
          <p:nvSpPr>
            <p:cNvPr id="31" name="Content Placeholder 4">
              <a:extLst>
                <a:ext uri="{FF2B5EF4-FFF2-40B4-BE49-F238E27FC236}">
                  <a16:creationId xmlns:a16="http://schemas.microsoft.com/office/drawing/2014/main" id="{FEB7D7FB-4DD9-26A5-F860-87C54ECEDF7E}"/>
                </a:ext>
              </a:extLst>
            </p:cNvPr>
            <p:cNvSpPr/>
            <p:nvPr/>
          </p:nvSpPr>
          <p:spPr>
            <a:xfrm>
              <a:off x="2472068" y="4622617"/>
              <a:ext cx="1305040" cy="1307889"/>
            </a:xfrm>
            <a:custGeom>
              <a:avLst/>
              <a:gdLst>
                <a:gd name="connsiteX0" fmla="*/ 652566 w 1305040"/>
                <a:gd name="connsiteY0" fmla="*/ 0 h 1307889"/>
                <a:gd name="connsiteX1" fmla="*/ 0 w 1305040"/>
                <a:gd name="connsiteY1" fmla="*/ 0 h 1307889"/>
                <a:gd name="connsiteX2" fmla="*/ 0 w 1305040"/>
                <a:gd name="connsiteY2" fmla="*/ 1307849 h 1307889"/>
                <a:gd name="connsiteX3" fmla="*/ 233138 w 1305040"/>
                <a:gd name="connsiteY3" fmla="*/ 1307849 h 1307889"/>
                <a:gd name="connsiteX4" fmla="*/ 233138 w 1305040"/>
                <a:gd name="connsiteY4" fmla="*/ 728772 h 1307889"/>
                <a:gd name="connsiteX5" fmla="*/ 711308 w 1305040"/>
                <a:gd name="connsiteY5" fmla="*/ 353401 h 1307889"/>
                <a:gd name="connsiteX6" fmla="*/ 947748 w 1305040"/>
                <a:gd name="connsiteY6" fmla="*/ 539745 h 1307889"/>
                <a:gd name="connsiteX7" fmla="*/ 512836 w 1305040"/>
                <a:gd name="connsiteY7" fmla="*/ 918294 h 1307889"/>
                <a:gd name="connsiteX8" fmla="*/ 355716 w 1305040"/>
                <a:gd name="connsiteY8" fmla="*/ 902974 h 1307889"/>
                <a:gd name="connsiteX9" fmla="*/ 355716 w 1305040"/>
                <a:gd name="connsiteY9" fmla="*/ 1307890 h 1307889"/>
                <a:gd name="connsiteX10" fmla="*/ 652467 w 1305040"/>
                <a:gd name="connsiteY10" fmla="*/ 1307890 h 1307889"/>
                <a:gd name="connsiteX11" fmla="*/ 1305041 w 1305040"/>
                <a:gd name="connsiteY11" fmla="*/ 654068 h 1307889"/>
                <a:gd name="connsiteX12" fmla="*/ 652566 w 1305040"/>
                <a:gd name="connsiteY12" fmla="*/ 0 h 1307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05040" h="1307889">
                  <a:moveTo>
                    <a:pt x="652566" y="0"/>
                  </a:moveTo>
                  <a:lnTo>
                    <a:pt x="0" y="0"/>
                  </a:lnTo>
                  <a:lnTo>
                    <a:pt x="0" y="1307849"/>
                  </a:lnTo>
                  <a:lnTo>
                    <a:pt x="233138" y="1307849"/>
                  </a:lnTo>
                  <a:lnTo>
                    <a:pt x="233138" y="728772"/>
                  </a:lnTo>
                  <a:cubicBezTo>
                    <a:pt x="233138" y="534995"/>
                    <a:pt x="445345" y="353401"/>
                    <a:pt x="711308" y="353401"/>
                  </a:cubicBezTo>
                  <a:cubicBezTo>
                    <a:pt x="851128" y="353401"/>
                    <a:pt x="947748" y="427899"/>
                    <a:pt x="947748" y="539745"/>
                  </a:cubicBezTo>
                  <a:cubicBezTo>
                    <a:pt x="947748" y="728566"/>
                    <a:pt x="753547" y="906333"/>
                    <a:pt x="512836" y="918294"/>
                  </a:cubicBezTo>
                  <a:cubicBezTo>
                    <a:pt x="463146" y="918294"/>
                    <a:pt x="406728" y="916540"/>
                    <a:pt x="355716" y="902974"/>
                  </a:cubicBezTo>
                  <a:lnTo>
                    <a:pt x="355716" y="1307890"/>
                  </a:lnTo>
                  <a:lnTo>
                    <a:pt x="652467" y="1307890"/>
                  </a:lnTo>
                  <a:cubicBezTo>
                    <a:pt x="1012898" y="1307890"/>
                    <a:pt x="1305041" y="1015067"/>
                    <a:pt x="1305041" y="654068"/>
                  </a:cubicBezTo>
                  <a:cubicBezTo>
                    <a:pt x="1305131" y="292773"/>
                    <a:pt x="1012980" y="0"/>
                    <a:pt x="652566" y="0"/>
                  </a:cubicBezTo>
                </a:path>
              </a:pathLst>
            </a:custGeom>
            <a:solidFill>
              <a:srgbClr val="C90526"/>
            </a:solidFill>
            <a:ln w="8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FA2AA52-3810-4535-0B85-E009922E6CDA}"/>
                </a:ext>
              </a:extLst>
            </p:cNvPr>
            <p:cNvSpPr txBox="1"/>
            <p:nvPr/>
          </p:nvSpPr>
          <p:spPr>
            <a:xfrm>
              <a:off x="2141804" y="6061987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 err="1">
                  <a:solidFill>
                    <a:srgbClr val="C00000"/>
                  </a:solidFill>
                </a:rPr>
                <a:t>Dorico</a:t>
              </a:r>
              <a:endParaRPr lang="en-US" sz="2200" i="1" dirty="0">
                <a:solidFill>
                  <a:srgbClr val="C00000"/>
                </a:solidFill>
              </a:endParaRPr>
            </a:p>
          </p:txBody>
        </p:sp>
      </p:grp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045DD4C-088B-241A-3D7E-FEE50A9295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5122" y="1972581"/>
            <a:ext cx="2656149" cy="77301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9D10E-3D84-8815-4FB2-CA004036D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B3BED6-27C6-D270-EA40-EBC7F9B8F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39"/>
            <a:ext cx="10515600" cy="1227049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Un </a:t>
            </a:r>
            <a:r>
              <a:rPr lang="en-US" dirty="0" err="1"/>
              <a:t>ejemplo</a:t>
            </a:r>
            <a:r>
              <a:rPr lang="en-US" dirty="0"/>
              <a:t> de un </a:t>
            </a:r>
            <a:r>
              <a:rPr lang="en-US" dirty="0" err="1"/>
              <a:t>formato</a:t>
            </a:r>
            <a:r>
              <a:rPr lang="en-US" dirty="0"/>
              <a:t> de </a:t>
            </a:r>
            <a:r>
              <a:rPr lang="en-US" dirty="0" err="1"/>
              <a:t>codificación</a:t>
            </a:r>
            <a:r>
              <a:rPr lang="en-US" dirty="0"/>
              <a:t> musical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4A2A16-4D3E-C493-6972-D91C786B5AF1}"/>
              </a:ext>
            </a:extLst>
          </p:cNvPr>
          <p:cNvGrpSpPr/>
          <p:nvPr/>
        </p:nvGrpSpPr>
        <p:grpSpPr>
          <a:xfrm>
            <a:off x="7171006" y="4756850"/>
            <a:ext cx="1636316" cy="1929700"/>
            <a:chOff x="8375918" y="4484641"/>
            <a:chExt cx="1636316" cy="1929700"/>
          </a:xfrm>
          <a:effectLst>
            <a:glow rad="279400">
              <a:schemeClr val="accent1">
                <a:alpha val="20000"/>
              </a:schemeClr>
            </a:glow>
          </a:effectLst>
        </p:grpSpPr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162A8069-D386-BA8F-144B-2E64905A48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529" t="6223" r="8484" b="7547"/>
            <a:stretch/>
          </p:blipFill>
          <p:spPr>
            <a:xfrm>
              <a:off x="8521236" y="4484641"/>
              <a:ext cx="1390651" cy="1410988"/>
            </a:xfrm>
            <a:prstGeom prst="ellipse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B952C5-0DE1-7A11-1AC3-8B3670F0DF0F}"/>
                </a:ext>
              </a:extLst>
            </p:cNvPr>
            <p:cNvSpPr txBox="1"/>
            <p:nvPr/>
          </p:nvSpPr>
          <p:spPr>
            <a:xfrm>
              <a:off x="8375918" y="5983454"/>
              <a:ext cx="16363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 err="1">
                  <a:solidFill>
                    <a:schemeClr val="accent1">
                      <a:lumMod val="75000"/>
                    </a:schemeClr>
                  </a:solidFill>
                </a:rPr>
                <a:t>MuseScore</a:t>
              </a:r>
              <a:endParaRPr lang="en-US" sz="22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9B2264-742A-C86C-02B5-48C3EA3CE1E6}"/>
              </a:ext>
            </a:extLst>
          </p:cNvPr>
          <p:cNvCxnSpPr>
            <a:cxnSpLocks/>
          </p:cNvCxnSpPr>
          <p:nvPr/>
        </p:nvCxnSpPr>
        <p:spPr>
          <a:xfrm flipV="1">
            <a:off x="3971182" y="2540452"/>
            <a:ext cx="4774343" cy="207566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DC67FE-3F34-C21B-3E4A-C0289542F0DF}"/>
              </a:ext>
            </a:extLst>
          </p:cNvPr>
          <p:cNvCxnSpPr>
            <a:cxnSpLocks/>
          </p:cNvCxnSpPr>
          <p:nvPr/>
        </p:nvCxnSpPr>
        <p:spPr>
          <a:xfrm flipV="1">
            <a:off x="7993926" y="2745597"/>
            <a:ext cx="837998" cy="1857804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0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F91F4-6ACE-1A03-C097-4A01950F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luce un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dirty="0" err="1"/>
              <a:t>MusicXML</a:t>
            </a:r>
            <a:r>
              <a:rPr lang="en-US" dirty="0"/>
              <a:t>?</a:t>
            </a:r>
          </a:p>
        </p:txBody>
      </p:sp>
      <p:pic>
        <p:nvPicPr>
          <p:cNvPr id="19" name="Picture 18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4A67A65E-88D6-857B-1ACB-ED26E2D92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75" y="1578489"/>
            <a:ext cx="6598214" cy="392599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63ECA8E-7653-AE94-02E1-E1761ABAFE1F}"/>
              </a:ext>
            </a:extLst>
          </p:cNvPr>
          <p:cNvGrpSpPr/>
          <p:nvPr/>
        </p:nvGrpSpPr>
        <p:grpSpPr>
          <a:xfrm>
            <a:off x="6993066" y="1042065"/>
            <a:ext cx="4621258" cy="4462414"/>
            <a:chOff x="6993066" y="681458"/>
            <a:chExt cx="4621258" cy="4462414"/>
          </a:xfrm>
        </p:grpSpPr>
        <p:pic>
          <p:nvPicPr>
            <p:cNvPr id="6" name="Picture 5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02729338-0BA4-9B8D-F071-66BD611C8473}"/>
                </a:ext>
              </a:extLst>
            </p:cNvPr>
            <p:cNvPicPr>
              <a:picLocks/>
            </p:cNvPicPr>
            <p:nvPr/>
          </p:nvPicPr>
          <p:blipFill rotWithShape="1">
            <a:blip r:embed="rId4"/>
            <a:srcRect l="5309" t="14375" r="37288" b="19556"/>
            <a:stretch/>
          </p:blipFill>
          <p:spPr>
            <a:xfrm>
              <a:off x="6993066" y="1217882"/>
              <a:ext cx="4621258" cy="3925990"/>
            </a:xfrm>
            <a:prstGeom prst="foldedCorner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" name="Picture 2" descr="Logo&#10;&#10;Description automatically generated">
              <a:extLst>
                <a:ext uri="{FF2B5EF4-FFF2-40B4-BE49-F238E27FC236}">
                  <a16:creationId xmlns:a16="http://schemas.microsoft.com/office/drawing/2014/main" id="{2045DD4C-088B-241A-3D7E-FEE50A929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29800" y="681458"/>
              <a:ext cx="1772771" cy="515927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CEEAB3D-54C4-A0D7-6957-9627A0934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87898"/>
            <a:ext cx="10515600" cy="85649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err="1"/>
              <a:t>Formato</a:t>
            </a:r>
            <a:r>
              <a:rPr lang="en-US" b="1" dirty="0"/>
              <a:t> de </a:t>
            </a:r>
            <a:r>
              <a:rPr lang="en-US" b="1" dirty="0" err="1"/>
              <a:t>intercambio</a:t>
            </a:r>
            <a:r>
              <a:rPr lang="en-US" dirty="0"/>
              <a:t> entre </a:t>
            </a:r>
            <a:r>
              <a:rPr lang="en-US" dirty="0" err="1"/>
              <a:t>aplicaciones</a:t>
            </a:r>
            <a:r>
              <a:rPr lang="en-US" dirty="0"/>
              <a:t> musicales (legible </a:t>
            </a:r>
            <a:r>
              <a:rPr lang="en-US" dirty="0" err="1"/>
              <a:t>por</a:t>
            </a:r>
            <a:r>
              <a:rPr lang="en-US" dirty="0"/>
              <a:t> un </a:t>
            </a:r>
            <a:r>
              <a:rPr lang="en-US" dirty="0" err="1"/>
              <a:t>ordenador</a:t>
            </a:r>
            <a:r>
              <a:rPr lang="en-US" dirty="0"/>
              <a:t>)</a:t>
            </a:r>
          </a:p>
          <a:p>
            <a:r>
              <a:rPr lang="en-US" dirty="0"/>
              <a:t>Se </a:t>
            </a:r>
            <a:r>
              <a:rPr lang="en-US" dirty="0" err="1"/>
              <a:t>basa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/>
              <a:t>XML</a:t>
            </a:r>
            <a:r>
              <a:rPr lang="en-US" dirty="0"/>
              <a:t> que es un </a:t>
            </a:r>
            <a:r>
              <a:rPr lang="en-US" dirty="0" err="1"/>
              <a:t>lenguaje</a:t>
            </a:r>
            <a:r>
              <a:rPr lang="en-US" dirty="0"/>
              <a:t> de </a:t>
            </a:r>
            <a:r>
              <a:rPr lang="en-US" b="1" dirty="0" err="1">
                <a:solidFill>
                  <a:srgbClr val="D00000"/>
                </a:solidFill>
              </a:rPr>
              <a:t>etiquetado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dirty="0" err="1"/>
              <a:t>estructura</a:t>
            </a:r>
            <a:r>
              <a:rPr lang="en-US" b="1" dirty="0"/>
              <a:t> </a:t>
            </a:r>
            <a:r>
              <a:rPr lang="en-US" b="1" dirty="0" err="1"/>
              <a:t>jerárquica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9EDC0-86FA-B3C7-8081-F60B99406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99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6258-B62E-0DFB-1C34-1F3504823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097338"/>
          </a:xfrm>
        </p:spPr>
        <p:txBody>
          <a:bodyPr anchor="ctr">
            <a:normAutofit/>
          </a:bodyPr>
          <a:lstStyle/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formato</a:t>
            </a:r>
            <a:r>
              <a:rPr lang="en-US" dirty="0"/>
              <a:t> de Music Encoding Initiative (MEI)?</a:t>
            </a:r>
            <a:br>
              <a:rPr lang="en-US" dirty="0"/>
            </a:br>
            <a:r>
              <a:rPr lang="en-US" dirty="0"/>
              <a:t>y</a:t>
            </a:r>
            <a:br>
              <a:rPr lang="en-US" dirty="0"/>
            </a:br>
            <a:r>
              <a:rPr lang="en-US" dirty="0"/>
              <a:t>¿Por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usarlo</a:t>
            </a:r>
            <a:r>
              <a:rPr lang="en-US" dirty="0"/>
              <a:t>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05D436-6294-8E35-EC82-0BDA6FB58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79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DF3A2-ADBD-F6DD-4F7E-498D7D4CB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Music Encoding Initiative (MEI)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DF02A-F871-ECAC-5C2B-91DC9C23E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223"/>
            <a:ext cx="10515600" cy="4843865"/>
          </a:xfrm>
        </p:spPr>
        <p:txBody>
          <a:bodyPr anchor="t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400" dirty="0" err="1"/>
              <a:t>Formato</a:t>
            </a:r>
            <a:r>
              <a:rPr lang="en-US" sz="2400" dirty="0"/>
              <a:t>/</a:t>
            </a:r>
            <a:r>
              <a:rPr lang="en-US" sz="2400" dirty="0" err="1"/>
              <a:t>lenguaje</a:t>
            </a:r>
            <a:r>
              <a:rPr lang="en-US" sz="2400" dirty="0"/>
              <a:t> para </a:t>
            </a:r>
            <a:r>
              <a:rPr lang="en-US" sz="2400" dirty="0" err="1"/>
              <a:t>codificar</a:t>
            </a:r>
            <a:r>
              <a:rPr lang="en-US" sz="2400" dirty="0"/>
              <a:t> </a:t>
            </a:r>
            <a:r>
              <a:rPr lang="en-US" sz="2400" dirty="0" err="1"/>
              <a:t>documentos</a:t>
            </a:r>
            <a:r>
              <a:rPr lang="en-US" sz="2400" dirty="0"/>
              <a:t> con </a:t>
            </a:r>
            <a:r>
              <a:rPr lang="en-US" sz="2400" dirty="0" err="1"/>
              <a:t>música</a:t>
            </a:r>
            <a:r>
              <a:rPr lang="en-US" sz="2400" dirty="0"/>
              <a:t> </a:t>
            </a:r>
            <a:r>
              <a:rPr lang="en-US" sz="2200" dirty="0"/>
              <a:t>(al </a:t>
            </a:r>
            <a:r>
              <a:rPr lang="en-US" sz="2200" dirty="0" err="1"/>
              <a:t>igual</a:t>
            </a:r>
            <a:r>
              <a:rPr lang="en-US" sz="2200" dirty="0"/>
              <a:t> que </a:t>
            </a:r>
            <a:r>
              <a:rPr lang="en-US" sz="2200" dirty="0" err="1"/>
              <a:t>MusicXML</a:t>
            </a:r>
            <a:r>
              <a:rPr lang="en-US" sz="2200" dirty="0"/>
              <a:t>)</a:t>
            </a:r>
            <a:br>
              <a:rPr lang="en-US" sz="2200" dirty="0"/>
            </a:br>
            <a:r>
              <a:rPr lang="en-US" sz="2200" b="1" dirty="0" err="1"/>
              <a:t>También</a:t>
            </a:r>
            <a:r>
              <a:rPr lang="en-US" sz="2200" b="1" dirty="0"/>
              <a:t> se </a:t>
            </a:r>
            <a:r>
              <a:rPr lang="en-US" sz="2200" b="1" dirty="0" err="1"/>
              <a:t>basa</a:t>
            </a:r>
            <a:r>
              <a:rPr lang="en-US" sz="2200" b="1" dirty="0"/>
              <a:t> </a:t>
            </a:r>
            <a:r>
              <a:rPr lang="en-US" sz="2200" b="1" dirty="0" err="1"/>
              <a:t>en</a:t>
            </a:r>
            <a:r>
              <a:rPr lang="en-US" sz="2200" b="1" dirty="0"/>
              <a:t> XML:</a:t>
            </a:r>
          </a:p>
          <a:p>
            <a:pPr lvl="1">
              <a:lnSpc>
                <a:spcPct val="150000"/>
              </a:lnSpc>
            </a:pPr>
            <a:r>
              <a:rPr lang="en-US" sz="2200" dirty="0" err="1"/>
              <a:t>Estructura</a:t>
            </a:r>
            <a:r>
              <a:rPr lang="en-US" sz="2200" dirty="0"/>
              <a:t> y </a:t>
            </a:r>
            <a:r>
              <a:rPr lang="en-US" sz="2200" dirty="0" err="1"/>
              <a:t>lenguaje</a:t>
            </a:r>
            <a:r>
              <a:rPr lang="en-US" sz="2200" dirty="0"/>
              <a:t> de </a:t>
            </a:r>
            <a:r>
              <a:rPr lang="en-US" sz="2200" dirty="0" err="1"/>
              <a:t>etiquetado</a:t>
            </a:r>
            <a:r>
              <a:rPr lang="en-US" sz="2200" dirty="0"/>
              <a:t> </a:t>
            </a:r>
            <a:r>
              <a:rPr lang="en-US" sz="2200" dirty="0" err="1"/>
              <a:t>muy</a:t>
            </a:r>
            <a:r>
              <a:rPr lang="en-US" sz="2200" dirty="0"/>
              <a:t> </a:t>
            </a:r>
            <a:r>
              <a:rPr lang="en-US" sz="2200" dirty="0" err="1"/>
              <a:t>parecida</a:t>
            </a:r>
            <a:r>
              <a:rPr lang="en-US" sz="2200" dirty="0"/>
              <a:t> a la de </a:t>
            </a:r>
            <a:r>
              <a:rPr lang="en-US" sz="2200" dirty="0" err="1"/>
              <a:t>MusicXML</a:t>
            </a:r>
            <a:r>
              <a:rPr lang="en-CA" sz="2200" b="0" i="0" u="none" strike="noStrike" dirty="0">
                <a:solidFill>
                  <a:srgbClr val="177C12"/>
                </a:solidFill>
                <a:effectLst/>
                <a:latin typeface="ui-sans-serif"/>
              </a:rPr>
              <a:t> </a:t>
            </a:r>
            <a:endParaRPr lang="en-US" sz="2200" dirty="0"/>
          </a:p>
          <a:p>
            <a:pPr lvl="1">
              <a:lnSpc>
                <a:spcPct val="150000"/>
              </a:lnSpc>
            </a:pPr>
            <a:r>
              <a:rPr lang="en-US" sz="2200" dirty="0"/>
              <a:t>Legible </a:t>
            </a:r>
            <a:r>
              <a:rPr lang="en-US" sz="2200" dirty="0" err="1"/>
              <a:t>por</a:t>
            </a:r>
            <a:r>
              <a:rPr lang="en-US" sz="2200" dirty="0"/>
              <a:t> un </a:t>
            </a:r>
            <a:r>
              <a:rPr lang="en-US" sz="2200" dirty="0" err="1"/>
              <a:t>ordenador</a:t>
            </a:r>
            <a:r>
              <a:rPr lang="en-US" sz="2200" dirty="0"/>
              <a:t>/</a:t>
            </a:r>
            <a:r>
              <a:rPr lang="en-US" sz="2200" dirty="0" err="1"/>
              <a:t>máquina</a:t>
            </a:r>
            <a:r>
              <a:rPr lang="en-US" sz="22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Comunidad</a:t>
            </a:r>
            <a:r>
              <a:rPr lang="en-US" sz="2400" dirty="0"/>
              <a:t> que </a:t>
            </a:r>
            <a:r>
              <a:rPr lang="en-US" sz="2400" dirty="0" err="1"/>
              <a:t>desarrolla</a:t>
            </a:r>
            <a:r>
              <a:rPr lang="en-US" sz="2400" dirty="0"/>
              <a:t> </a:t>
            </a:r>
            <a:r>
              <a:rPr lang="en-US" sz="2400" dirty="0" err="1"/>
              <a:t>dicho</a:t>
            </a:r>
            <a:r>
              <a:rPr lang="en-US" sz="2400" dirty="0"/>
              <a:t> </a:t>
            </a:r>
            <a:r>
              <a:rPr lang="en-US" sz="2400" dirty="0" err="1"/>
              <a:t>formato</a:t>
            </a:r>
            <a:r>
              <a:rPr lang="en-US" sz="2400" dirty="0"/>
              <a:t>, </a:t>
            </a:r>
            <a:r>
              <a:rPr lang="en-US" sz="2400" dirty="0" err="1"/>
              <a:t>muy</a:t>
            </a:r>
            <a:r>
              <a:rPr lang="en-US" sz="2400" dirty="0"/>
              <a:t> </a:t>
            </a:r>
            <a:r>
              <a:rPr lang="en-US" sz="2400" dirty="0" err="1"/>
              <a:t>diversa</a:t>
            </a:r>
            <a:r>
              <a:rPr lang="en-US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sz="2200" dirty="0" err="1"/>
              <a:t>Musicología</a:t>
            </a:r>
            <a:endParaRPr lang="en-US" sz="2200" dirty="0"/>
          </a:p>
          <a:p>
            <a:pPr lvl="1">
              <a:lnSpc>
                <a:spcPct val="150000"/>
              </a:lnSpc>
            </a:pPr>
            <a:r>
              <a:rPr lang="en-US" sz="2200" dirty="0" err="1"/>
              <a:t>Teoría</a:t>
            </a:r>
            <a:r>
              <a:rPr lang="en-US" sz="2200" dirty="0"/>
              <a:t> musical</a:t>
            </a:r>
          </a:p>
          <a:p>
            <a:pPr lvl="1">
              <a:lnSpc>
                <a:spcPct val="150000"/>
              </a:lnSpc>
            </a:pPr>
            <a:r>
              <a:rPr lang="en-US" sz="2200" dirty="0" err="1"/>
              <a:t>Bibliotecas</a:t>
            </a:r>
            <a:r>
              <a:rPr lang="en-US" sz="2200" dirty="0"/>
              <a:t> y </a:t>
            </a:r>
            <a:r>
              <a:rPr lang="en-US" sz="2200" dirty="0" err="1"/>
              <a:t>archivos</a:t>
            </a:r>
            <a:r>
              <a:rPr lang="en-US" sz="2200" dirty="0"/>
              <a:t> musicales</a:t>
            </a:r>
          </a:p>
          <a:p>
            <a:pPr lvl="1">
              <a:lnSpc>
                <a:spcPct val="150000"/>
              </a:lnSpc>
            </a:pPr>
            <a:r>
              <a:rPr lang="en-US" sz="2200" dirty="0" err="1"/>
              <a:t>Tecnología</a:t>
            </a:r>
            <a:r>
              <a:rPr lang="en-US" sz="2200" dirty="0"/>
              <a:t> musical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El </a:t>
            </a:r>
            <a:r>
              <a:rPr lang="en-US" sz="2400" dirty="0" err="1"/>
              <a:t>lenguaje</a:t>
            </a:r>
            <a:r>
              <a:rPr lang="en-US" sz="2400" dirty="0"/>
              <a:t> MEI </a:t>
            </a:r>
            <a:r>
              <a:rPr lang="en-US" sz="2400" dirty="0" err="1"/>
              <a:t>responde</a:t>
            </a:r>
            <a:r>
              <a:rPr lang="en-US" sz="2400" dirty="0"/>
              <a:t> a las </a:t>
            </a:r>
            <a:r>
              <a:rPr lang="en-US" sz="2400" dirty="0" err="1"/>
              <a:t>necesidades</a:t>
            </a:r>
            <a:r>
              <a:rPr lang="en-US" sz="2400" dirty="0"/>
              <a:t> de </a:t>
            </a:r>
            <a:r>
              <a:rPr lang="en-US" sz="2400" dirty="0" err="1"/>
              <a:t>esta</a:t>
            </a:r>
            <a:r>
              <a:rPr lang="en-US" sz="2400" dirty="0"/>
              <a:t> </a:t>
            </a:r>
            <a:r>
              <a:rPr lang="en-US" sz="2400" dirty="0" err="1"/>
              <a:t>comunidad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9185D-7900-BA54-30A6-3AF49222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12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DF3A2-ADBD-F6DD-4F7E-498D7D4C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Music Encoding Initiative (MEI)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DF02A-F871-ECAC-5C2B-91DC9C23E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847210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 err="1"/>
              <a:t>Además</a:t>
            </a:r>
            <a:r>
              <a:rPr lang="en-US" sz="2200" dirty="0"/>
              <a:t> de </a:t>
            </a:r>
            <a:r>
              <a:rPr lang="en-US" sz="2200" dirty="0" err="1"/>
              <a:t>permitir</a:t>
            </a:r>
            <a:r>
              <a:rPr lang="en-US" sz="2200" dirty="0"/>
              <a:t> </a:t>
            </a:r>
            <a:r>
              <a:rPr lang="en-US" sz="2200" dirty="0" err="1"/>
              <a:t>codificar</a:t>
            </a:r>
            <a:r>
              <a:rPr lang="en-US" sz="2200" dirty="0"/>
              <a:t> </a:t>
            </a:r>
            <a:r>
              <a:rPr lang="en-US" sz="2200" dirty="0" err="1"/>
              <a:t>notación</a:t>
            </a:r>
            <a:r>
              <a:rPr lang="en-US" sz="2200" dirty="0"/>
              <a:t> </a:t>
            </a:r>
            <a:r>
              <a:rPr lang="en-US" sz="2200" dirty="0" err="1"/>
              <a:t>moderna</a:t>
            </a:r>
            <a:r>
              <a:rPr lang="en-US" sz="2200" dirty="0"/>
              <a:t>, </a:t>
            </a:r>
            <a:r>
              <a:rPr lang="en-US" sz="2200" dirty="0" err="1"/>
              <a:t>permite</a:t>
            </a:r>
            <a:r>
              <a:rPr lang="en-US" sz="2200" dirty="0"/>
              <a:t>:</a:t>
            </a:r>
          </a:p>
          <a:p>
            <a:r>
              <a:rPr lang="en-US" sz="2200" dirty="0" err="1"/>
              <a:t>Codificar</a:t>
            </a:r>
            <a:r>
              <a:rPr lang="en-US" sz="2200" dirty="0"/>
              <a:t> </a:t>
            </a:r>
            <a:r>
              <a:rPr lang="en-US" sz="2200" b="1" dirty="0" err="1"/>
              <a:t>notación</a:t>
            </a:r>
            <a:r>
              <a:rPr lang="en-US" sz="2200" b="1" dirty="0"/>
              <a:t> de </a:t>
            </a:r>
            <a:r>
              <a:rPr lang="en-US" sz="2200" b="1" dirty="0" err="1"/>
              <a:t>música</a:t>
            </a:r>
            <a:r>
              <a:rPr lang="en-US" sz="2200" b="1" dirty="0"/>
              <a:t> </a:t>
            </a:r>
            <a:r>
              <a:rPr lang="en-US" sz="2200" b="1" dirty="0" err="1"/>
              <a:t>antigua</a:t>
            </a:r>
            <a:r>
              <a:rPr lang="en-US" sz="2200" b="1" dirty="0"/>
              <a:t> </a:t>
            </a:r>
            <a:br>
              <a:rPr lang="en-US" sz="2200" b="1" dirty="0"/>
            </a:br>
            <a:r>
              <a:rPr lang="en-US" sz="2200" dirty="0"/>
              <a:t>(</a:t>
            </a:r>
            <a:r>
              <a:rPr lang="en-US" sz="2200" dirty="0" err="1"/>
              <a:t>por</a:t>
            </a:r>
            <a:r>
              <a:rPr lang="en-US" sz="2200" dirty="0"/>
              <a:t> </a:t>
            </a:r>
            <a:r>
              <a:rPr lang="en-US" sz="2200" dirty="0" err="1"/>
              <a:t>ejemplo</a:t>
            </a:r>
            <a:r>
              <a:rPr lang="en-US" sz="2200" dirty="0"/>
              <a:t>: neumas, mensural, </a:t>
            </a:r>
            <a:r>
              <a:rPr lang="en-US" sz="2200" dirty="0" err="1"/>
              <a:t>tablaturas</a:t>
            </a:r>
            <a:r>
              <a:rPr lang="en-US" sz="2200" dirty="0"/>
              <a:t>)</a:t>
            </a:r>
          </a:p>
          <a:p>
            <a:r>
              <a:rPr lang="en-US" sz="2200" dirty="0" err="1"/>
              <a:t>Codificar</a:t>
            </a:r>
            <a:r>
              <a:rPr lang="en-US" sz="2200" dirty="0"/>
              <a:t> </a:t>
            </a:r>
            <a:r>
              <a:rPr lang="en-US" sz="2200" b="1" dirty="0"/>
              <a:t>metadata</a:t>
            </a:r>
            <a:r>
              <a:rPr lang="en-US" sz="2200" dirty="0"/>
              <a:t> </a:t>
            </a:r>
            <a:r>
              <a:rPr lang="en-US" sz="2200" dirty="0" err="1"/>
              <a:t>detallada</a:t>
            </a:r>
            <a:r>
              <a:rPr lang="en-US" sz="2200" dirty="0"/>
              <a:t> de </a:t>
            </a:r>
            <a:r>
              <a:rPr lang="en-US" sz="2200" dirty="0" err="1"/>
              <a:t>una</a:t>
            </a:r>
            <a:r>
              <a:rPr lang="en-US" sz="2200" dirty="0"/>
              <a:t> </a:t>
            </a:r>
            <a:r>
              <a:rPr lang="en-US" sz="2200" dirty="0" err="1"/>
              <a:t>pieza</a:t>
            </a:r>
            <a:endParaRPr lang="en-US" sz="2200" dirty="0"/>
          </a:p>
          <a:p>
            <a:r>
              <a:rPr lang="en-US" sz="2200" dirty="0" err="1"/>
              <a:t>Establecer</a:t>
            </a:r>
            <a:r>
              <a:rPr lang="en-US" sz="2200" dirty="0"/>
              <a:t> </a:t>
            </a:r>
            <a:r>
              <a:rPr lang="en-US" sz="2200" b="1" dirty="0"/>
              <a:t>enlaces</a:t>
            </a:r>
            <a:r>
              <a:rPr lang="en-US" sz="2200" dirty="0"/>
              <a:t> entre la </a:t>
            </a:r>
            <a:r>
              <a:rPr lang="en-US" sz="2200" dirty="0" err="1"/>
              <a:t>música</a:t>
            </a:r>
            <a:r>
              <a:rPr lang="en-US" sz="2200" dirty="0"/>
              <a:t> </a:t>
            </a:r>
            <a:r>
              <a:rPr lang="en-US" sz="2200" dirty="0" err="1"/>
              <a:t>codificada</a:t>
            </a:r>
            <a:r>
              <a:rPr lang="en-US" sz="2200" dirty="0"/>
              <a:t> </a:t>
            </a:r>
            <a:br>
              <a:rPr lang="en-US" sz="2200" dirty="0"/>
            </a:br>
            <a:r>
              <a:rPr lang="en-US" sz="2200" dirty="0"/>
              <a:t>y la </a:t>
            </a:r>
            <a:r>
              <a:rPr lang="en-US" sz="2200" b="1" dirty="0"/>
              <a:t>imagen o audio </a:t>
            </a:r>
            <a:r>
              <a:rPr lang="en-US" sz="2200" dirty="0"/>
              <a:t>de la </a:t>
            </a:r>
            <a:r>
              <a:rPr lang="en-US" sz="2200" dirty="0" err="1"/>
              <a:t>pieza</a:t>
            </a:r>
            <a:endParaRPr lang="en-US" sz="2200" dirty="0"/>
          </a:p>
          <a:p>
            <a:r>
              <a:rPr lang="en-US" sz="2200" b="1" dirty="0" err="1"/>
              <a:t>Ediciones</a:t>
            </a:r>
            <a:r>
              <a:rPr lang="en-US" sz="2200" b="1" dirty="0"/>
              <a:t> </a:t>
            </a:r>
            <a:r>
              <a:rPr lang="en-US" sz="2200" b="1" dirty="0" err="1"/>
              <a:t>críticas</a:t>
            </a:r>
            <a:r>
              <a:rPr lang="en-US" sz="2200" b="1" dirty="0"/>
              <a:t> </a:t>
            </a:r>
            <a:r>
              <a:rPr lang="en-US" sz="2200" dirty="0"/>
              <a:t>de </a:t>
            </a:r>
            <a:r>
              <a:rPr lang="en-US" sz="2200" dirty="0" err="1"/>
              <a:t>música</a:t>
            </a:r>
            <a:endParaRPr lang="en-US" sz="2200" dirty="0"/>
          </a:p>
          <a:p>
            <a:r>
              <a:rPr lang="en-US" sz="2200" dirty="0" err="1"/>
              <a:t>Proveer</a:t>
            </a:r>
            <a:r>
              <a:rPr lang="en-US" sz="2200" dirty="0"/>
              <a:t> </a:t>
            </a:r>
            <a:r>
              <a:rPr lang="en-US" sz="2200" dirty="0" err="1"/>
              <a:t>información</a:t>
            </a:r>
            <a:r>
              <a:rPr lang="en-US" sz="2200" dirty="0"/>
              <a:t> de </a:t>
            </a:r>
            <a:r>
              <a:rPr lang="en-US" sz="2200" b="1" dirty="0" err="1"/>
              <a:t>análisis</a:t>
            </a:r>
            <a:r>
              <a:rPr lang="en-US" sz="2200" b="1" dirty="0"/>
              <a:t> musical </a:t>
            </a:r>
            <a:br>
              <a:rPr lang="en-US" sz="2200" b="1" dirty="0"/>
            </a:br>
            <a:r>
              <a:rPr lang="en-US" sz="2200" dirty="0"/>
              <a:t>(</a:t>
            </a:r>
            <a:r>
              <a:rPr lang="en-US" sz="2200" dirty="0" err="1"/>
              <a:t>intervalos</a:t>
            </a:r>
            <a:r>
              <a:rPr lang="en-US" sz="2200" dirty="0"/>
              <a:t> </a:t>
            </a:r>
            <a:r>
              <a:rPr lang="en-US" sz="2200" dirty="0" err="1"/>
              <a:t>melódicos</a:t>
            </a:r>
            <a:r>
              <a:rPr lang="en-US" sz="2200" dirty="0"/>
              <a:t>, </a:t>
            </a:r>
            <a:r>
              <a:rPr lang="en-US" sz="2200" dirty="0" err="1"/>
              <a:t>armonía</a:t>
            </a:r>
            <a:r>
              <a:rPr lang="en-US" sz="2200" dirty="0"/>
              <a:t>, etc.)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EA0CB-9736-3DFC-774D-8698E94264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315" t="16183" r="40063" b="-2"/>
          <a:stretch/>
        </p:blipFill>
        <p:spPr>
          <a:xfrm>
            <a:off x="7412736" y="2694462"/>
            <a:ext cx="3941064" cy="34335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1100F-11F1-D1CB-F30B-5E16161A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9FF2CE1-4360-5044-9EA9-3D29EE27F34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224444-4B42-D8F0-8EC6-D9977F7EF8C0}"/>
              </a:ext>
            </a:extLst>
          </p:cNvPr>
          <p:cNvSpPr txBox="1"/>
          <p:nvPr/>
        </p:nvSpPr>
        <p:spPr>
          <a:xfrm>
            <a:off x="5852161" y="6109968"/>
            <a:ext cx="55677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i="1" dirty="0"/>
              <a:t>Imagen obtenida en </a:t>
            </a:r>
            <a:r>
              <a:rPr lang="es-ES_tradnl" sz="1400" i="1" dirty="0">
                <a:hlinkClick r:id="rId4"/>
              </a:rPr>
              <a:t>https://simssa.ca/assets/files/napoles-simssaxvii.pdf</a:t>
            </a:r>
            <a:endParaRPr lang="es-ES_tradnl" sz="1400" i="1" dirty="0"/>
          </a:p>
        </p:txBody>
      </p:sp>
    </p:spTree>
    <p:extLst>
      <p:ext uri="{BB962C8B-B14F-4D97-AF65-F5344CB8AC3E}">
        <p14:creationId xmlns:p14="http://schemas.microsoft.com/office/powerpoint/2010/main" val="1408858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DF3A2-ADBD-F6DD-4F7E-498D7D4C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Music Encoding Initiative (MEI)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EA0CB-9736-3DFC-774D-8698E94264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08" t="134" r="767" b="16680"/>
          <a:stretch/>
        </p:blipFill>
        <p:spPr>
          <a:xfrm>
            <a:off x="6446520" y="4067301"/>
            <a:ext cx="5098773" cy="21373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1100F-11F1-D1CB-F30B-5E16161A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9FF2CE1-4360-5044-9EA9-3D29EE27F3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3B497-966B-0713-ABF8-478F9A52B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517383"/>
            <a:ext cx="5098773" cy="14819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DD01BA3-6E75-FE55-404F-91C34E8FDAF1}"/>
              </a:ext>
            </a:extLst>
          </p:cNvPr>
          <p:cNvSpPr txBox="1">
            <a:spLocks/>
          </p:cNvSpPr>
          <p:nvPr/>
        </p:nvSpPr>
        <p:spPr>
          <a:xfrm>
            <a:off x="572493" y="2071316"/>
            <a:ext cx="6847210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 err="1"/>
              <a:t>Además</a:t>
            </a:r>
            <a:r>
              <a:rPr lang="en-US" sz="2200" dirty="0"/>
              <a:t> de </a:t>
            </a:r>
            <a:r>
              <a:rPr lang="en-US" sz="2200" dirty="0" err="1"/>
              <a:t>permitir</a:t>
            </a:r>
            <a:r>
              <a:rPr lang="en-US" sz="2200" dirty="0"/>
              <a:t> </a:t>
            </a:r>
            <a:r>
              <a:rPr lang="en-US" sz="2200" dirty="0" err="1"/>
              <a:t>codificar</a:t>
            </a:r>
            <a:r>
              <a:rPr lang="en-US" sz="2200" dirty="0"/>
              <a:t> </a:t>
            </a:r>
            <a:r>
              <a:rPr lang="en-US" sz="2200" dirty="0" err="1"/>
              <a:t>notación</a:t>
            </a:r>
            <a:r>
              <a:rPr lang="en-US" sz="2200" dirty="0"/>
              <a:t> </a:t>
            </a:r>
            <a:r>
              <a:rPr lang="en-US" sz="2200" dirty="0" err="1"/>
              <a:t>moderna</a:t>
            </a:r>
            <a:r>
              <a:rPr lang="en-US" sz="2200" dirty="0"/>
              <a:t>, </a:t>
            </a:r>
            <a:r>
              <a:rPr lang="en-US" sz="2200" dirty="0" err="1"/>
              <a:t>permite</a:t>
            </a:r>
            <a:r>
              <a:rPr lang="en-US" sz="2200" dirty="0"/>
              <a:t>:</a:t>
            </a:r>
          </a:p>
          <a:p>
            <a:r>
              <a:rPr lang="en-US" sz="2200" dirty="0" err="1"/>
              <a:t>Codificar</a:t>
            </a:r>
            <a:r>
              <a:rPr lang="en-US" sz="2200" dirty="0"/>
              <a:t> </a:t>
            </a:r>
            <a:r>
              <a:rPr lang="en-US" sz="2200" b="1" dirty="0" err="1"/>
              <a:t>notación</a:t>
            </a:r>
            <a:r>
              <a:rPr lang="en-US" sz="2200" b="1" dirty="0"/>
              <a:t> de </a:t>
            </a:r>
            <a:r>
              <a:rPr lang="en-US" sz="2200" b="1" dirty="0" err="1"/>
              <a:t>música</a:t>
            </a:r>
            <a:r>
              <a:rPr lang="en-US" sz="2200" b="1" dirty="0"/>
              <a:t> </a:t>
            </a:r>
            <a:r>
              <a:rPr lang="en-US" sz="2200" b="1" dirty="0" err="1"/>
              <a:t>antigua</a:t>
            </a:r>
            <a:r>
              <a:rPr lang="en-US" sz="2200" b="1" dirty="0"/>
              <a:t> </a:t>
            </a:r>
            <a:br>
              <a:rPr lang="en-US" sz="2200" b="1" dirty="0"/>
            </a:br>
            <a:r>
              <a:rPr lang="en-US" sz="2200" dirty="0"/>
              <a:t>(</a:t>
            </a:r>
            <a:r>
              <a:rPr lang="en-US" sz="2200" dirty="0" err="1"/>
              <a:t>por</a:t>
            </a:r>
            <a:r>
              <a:rPr lang="en-US" sz="2200" dirty="0"/>
              <a:t> </a:t>
            </a:r>
            <a:r>
              <a:rPr lang="en-US" sz="2200" dirty="0" err="1"/>
              <a:t>ejemplo</a:t>
            </a:r>
            <a:r>
              <a:rPr lang="en-US" sz="2200" dirty="0"/>
              <a:t>: neumas, mensural, </a:t>
            </a:r>
            <a:r>
              <a:rPr lang="en-US" sz="2200" dirty="0" err="1"/>
              <a:t>tablaturas</a:t>
            </a:r>
            <a:r>
              <a:rPr lang="en-US" sz="2200" dirty="0"/>
              <a:t>)</a:t>
            </a:r>
          </a:p>
          <a:p>
            <a:r>
              <a:rPr lang="en-US" sz="2200" dirty="0" err="1"/>
              <a:t>Codificar</a:t>
            </a:r>
            <a:r>
              <a:rPr lang="en-US" sz="2200" dirty="0"/>
              <a:t> </a:t>
            </a:r>
            <a:r>
              <a:rPr lang="en-US" sz="2200" b="1" dirty="0"/>
              <a:t>metadata</a:t>
            </a:r>
            <a:r>
              <a:rPr lang="en-US" sz="2200" dirty="0"/>
              <a:t> </a:t>
            </a:r>
            <a:r>
              <a:rPr lang="en-US" sz="2200" dirty="0" err="1"/>
              <a:t>detallada</a:t>
            </a:r>
            <a:r>
              <a:rPr lang="en-US" sz="2200" dirty="0"/>
              <a:t> de </a:t>
            </a:r>
            <a:r>
              <a:rPr lang="en-US" sz="2200" dirty="0" err="1"/>
              <a:t>una</a:t>
            </a:r>
            <a:r>
              <a:rPr lang="en-US" sz="2200" dirty="0"/>
              <a:t> </a:t>
            </a:r>
            <a:r>
              <a:rPr lang="en-US" sz="2200" dirty="0" err="1"/>
              <a:t>pieza</a:t>
            </a:r>
            <a:endParaRPr lang="en-US" sz="2200" dirty="0"/>
          </a:p>
          <a:p>
            <a:r>
              <a:rPr lang="en-US" sz="2200" dirty="0" err="1"/>
              <a:t>Establecer</a:t>
            </a:r>
            <a:r>
              <a:rPr lang="en-US" sz="2200" dirty="0"/>
              <a:t> </a:t>
            </a:r>
            <a:r>
              <a:rPr lang="en-US" sz="2200" b="1" dirty="0"/>
              <a:t>enlaces</a:t>
            </a:r>
            <a:r>
              <a:rPr lang="en-US" sz="2200" dirty="0"/>
              <a:t> entre la </a:t>
            </a:r>
            <a:r>
              <a:rPr lang="en-US" sz="2200" dirty="0" err="1"/>
              <a:t>música</a:t>
            </a:r>
            <a:r>
              <a:rPr lang="en-US" sz="2200" dirty="0"/>
              <a:t> </a:t>
            </a:r>
            <a:r>
              <a:rPr lang="en-US" sz="2200" dirty="0" err="1"/>
              <a:t>codificada</a:t>
            </a:r>
            <a:r>
              <a:rPr lang="en-US" sz="2200" dirty="0"/>
              <a:t> </a:t>
            </a:r>
            <a:br>
              <a:rPr lang="en-US" sz="2200" dirty="0"/>
            </a:br>
            <a:r>
              <a:rPr lang="en-US" sz="2200" dirty="0"/>
              <a:t>y la </a:t>
            </a:r>
            <a:r>
              <a:rPr lang="en-US" sz="2200" b="1" dirty="0"/>
              <a:t>imagen o audio </a:t>
            </a:r>
            <a:r>
              <a:rPr lang="en-US" sz="2200" dirty="0"/>
              <a:t>de la </a:t>
            </a:r>
            <a:r>
              <a:rPr lang="en-US" sz="2200" dirty="0" err="1"/>
              <a:t>pieza</a:t>
            </a:r>
            <a:endParaRPr lang="en-US" sz="2200" dirty="0"/>
          </a:p>
          <a:p>
            <a:r>
              <a:rPr lang="en-US" sz="2200" b="1" dirty="0" err="1"/>
              <a:t>Ediciones</a:t>
            </a:r>
            <a:r>
              <a:rPr lang="en-US" sz="2200" b="1" dirty="0"/>
              <a:t> </a:t>
            </a:r>
            <a:r>
              <a:rPr lang="en-US" sz="2200" b="1" dirty="0" err="1"/>
              <a:t>críticas</a:t>
            </a:r>
            <a:r>
              <a:rPr lang="en-US" sz="2200" b="1" dirty="0"/>
              <a:t> </a:t>
            </a:r>
            <a:r>
              <a:rPr lang="en-US" sz="2200" dirty="0"/>
              <a:t>de </a:t>
            </a:r>
            <a:r>
              <a:rPr lang="en-US" sz="2200" dirty="0" err="1"/>
              <a:t>música</a:t>
            </a:r>
            <a:endParaRPr lang="en-US" sz="2200" dirty="0"/>
          </a:p>
          <a:p>
            <a:r>
              <a:rPr lang="en-US" sz="2200" dirty="0" err="1"/>
              <a:t>Proveer</a:t>
            </a:r>
            <a:r>
              <a:rPr lang="en-US" sz="2200" dirty="0"/>
              <a:t> </a:t>
            </a:r>
            <a:r>
              <a:rPr lang="en-US" sz="2200" dirty="0" err="1"/>
              <a:t>información</a:t>
            </a:r>
            <a:r>
              <a:rPr lang="en-US" sz="2200" dirty="0"/>
              <a:t> de </a:t>
            </a:r>
            <a:r>
              <a:rPr lang="en-US" sz="2200" b="1" dirty="0" err="1"/>
              <a:t>análisis</a:t>
            </a:r>
            <a:r>
              <a:rPr lang="en-US" sz="2200" b="1" dirty="0"/>
              <a:t> musical </a:t>
            </a:r>
            <a:br>
              <a:rPr lang="en-US" sz="2200" b="1" dirty="0"/>
            </a:br>
            <a:r>
              <a:rPr lang="en-US" sz="2200" dirty="0"/>
              <a:t>(</a:t>
            </a:r>
            <a:r>
              <a:rPr lang="en-US" sz="2200" dirty="0" err="1"/>
              <a:t>intervalos</a:t>
            </a:r>
            <a:r>
              <a:rPr lang="en-US" sz="2200" dirty="0"/>
              <a:t> </a:t>
            </a:r>
            <a:r>
              <a:rPr lang="en-US" sz="2200" dirty="0" err="1"/>
              <a:t>melódicos</a:t>
            </a:r>
            <a:r>
              <a:rPr lang="en-US" sz="2200" dirty="0"/>
              <a:t>, </a:t>
            </a:r>
            <a:r>
              <a:rPr lang="en-US" sz="2200" dirty="0" err="1"/>
              <a:t>armonía</a:t>
            </a:r>
            <a:r>
              <a:rPr lang="en-US" sz="2200" dirty="0"/>
              <a:t>, etc.)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646D1B-0F56-8C6A-28CD-73148AAE8135}"/>
              </a:ext>
            </a:extLst>
          </p:cNvPr>
          <p:cNvSpPr txBox="1"/>
          <p:nvPr/>
        </p:nvSpPr>
        <p:spPr>
          <a:xfrm>
            <a:off x="5600700" y="6178548"/>
            <a:ext cx="59563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i="1" dirty="0"/>
              <a:t>Imágenes obtenidas en </a:t>
            </a:r>
            <a:r>
              <a:rPr lang="es-ES_tradnl" sz="1400" i="1" dirty="0">
                <a:hlinkClick r:id="rId5"/>
              </a:rPr>
              <a:t>https://simssa.ca/assets/files/napoles-simssaxvii.pdf</a:t>
            </a:r>
            <a:endParaRPr lang="es-ES_tradnl" sz="1400" i="1" dirty="0"/>
          </a:p>
        </p:txBody>
      </p:sp>
    </p:spTree>
    <p:extLst>
      <p:ext uri="{BB962C8B-B14F-4D97-AF65-F5344CB8AC3E}">
        <p14:creationId xmlns:p14="http://schemas.microsoft.com/office/powerpoint/2010/main" val="47492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6258-B62E-0DFB-1C34-1F3504823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662" y="566671"/>
            <a:ext cx="10560676" cy="5756856"/>
          </a:xfrm>
        </p:spPr>
        <p:txBody>
          <a:bodyPr anchor="ctr">
            <a:noAutofit/>
          </a:bodyPr>
          <a:lstStyle/>
          <a:p>
            <a:r>
              <a:rPr lang="en-US" sz="3600" b="1" dirty="0" err="1"/>
              <a:t>En</a:t>
            </a:r>
            <a:r>
              <a:rPr lang="en-US" sz="3600" b="1" dirty="0"/>
              <a:t> </a:t>
            </a:r>
            <a:r>
              <a:rPr lang="en-US" sz="3600" b="1" dirty="0" err="1"/>
              <a:t>este</a:t>
            </a:r>
            <a:r>
              <a:rPr lang="en-US" sz="3600" b="1" dirty="0"/>
              <a:t> tutorial </a:t>
            </a:r>
            <a:br>
              <a:rPr lang="en-US" sz="3600" b="1" dirty="0"/>
            </a:br>
            <a:r>
              <a:rPr lang="en-US" sz="3600" b="1" dirty="0" err="1"/>
              <a:t>cubriremos</a:t>
            </a:r>
            <a:r>
              <a:rPr lang="en-US" sz="3600" b="1" dirty="0"/>
              <a:t> </a:t>
            </a:r>
            <a:r>
              <a:rPr lang="en-US" sz="3600" b="1" dirty="0" err="1"/>
              <a:t>los</a:t>
            </a:r>
            <a:r>
              <a:rPr lang="en-US" sz="3600" b="1" dirty="0"/>
              <a:t> </a:t>
            </a:r>
            <a:r>
              <a:rPr lang="en-US" sz="3600" b="1" dirty="0" err="1"/>
              <a:t>aspectos</a:t>
            </a:r>
            <a:r>
              <a:rPr lang="en-US" sz="3600" b="1" dirty="0"/>
              <a:t> </a:t>
            </a:r>
            <a:r>
              <a:rPr lang="en-US" sz="3600" b="1" dirty="0" err="1"/>
              <a:t>básicos</a:t>
            </a:r>
            <a:r>
              <a:rPr lang="en-US" sz="3600" b="1" dirty="0"/>
              <a:t> de MEI </a:t>
            </a:r>
            <a:br>
              <a:rPr lang="en-US" sz="3600" b="1" dirty="0"/>
            </a:br>
            <a:r>
              <a:rPr lang="en-US" sz="3600" b="1" dirty="0"/>
              <a:t>y </a:t>
            </a:r>
            <a:r>
              <a:rPr lang="en-US" sz="3600" b="1" dirty="0" err="1"/>
              <a:t>codificaremos</a:t>
            </a:r>
            <a:r>
              <a:rPr lang="en-US" sz="3600" b="1" dirty="0"/>
              <a:t> </a:t>
            </a:r>
            <a:r>
              <a:rPr lang="en-US" sz="3600" b="1" dirty="0" err="1"/>
              <a:t>nuestro</a:t>
            </a:r>
            <a:r>
              <a:rPr lang="en-US" sz="3600" b="1" dirty="0"/>
              <a:t> primer </a:t>
            </a:r>
            <a:r>
              <a:rPr lang="en-US" sz="3600" b="1" dirty="0" err="1"/>
              <a:t>archivo</a:t>
            </a:r>
            <a:r>
              <a:rPr lang="en-US" sz="3600" b="1" dirty="0"/>
              <a:t> MEI</a:t>
            </a:r>
            <a:br>
              <a:rPr lang="en-US" sz="3600" dirty="0"/>
            </a:b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____________________________________________</a:t>
            </a:r>
            <a:br>
              <a:rPr lang="en-US" sz="3600" dirty="0">
                <a:solidFill>
                  <a:schemeClr val="bg2">
                    <a:lumMod val="75000"/>
                  </a:schemeClr>
                </a:solidFill>
              </a:rPr>
            </a:br>
            <a:br>
              <a:rPr lang="en-US" sz="1800" dirty="0"/>
            </a:b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Más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adelante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pueden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usar las </a:t>
            </a:r>
            <a:r>
              <a:rPr lang="en-US" sz="3600" i="1" dirty="0">
                <a:solidFill>
                  <a:schemeClr val="accent6"/>
                </a:solidFill>
              </a:rPr>
              <a:t>Directrices de MEI </a:t>
            </a:r>
            <a:br>
              <a:rPr lang="en-US" sz="3600" i="1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y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los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3600" i="1" dirty="0" err="1">
                <a:solidFill>
                  <a:schemeClr val="accent6"/>
                </a:solidFill>
              </a:rPr>
              <a:t>tutoriales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provistos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en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la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página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web para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continuar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aprendiendo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este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lenguaje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br>
              <a:rPr lang="en-US" sz="3600" dirty="0">
                <a:solidFill>
                  <a:schemeClr val="bg2">
                    <a:lumMod val="50000"/>
                  </a:schemeClr>
                </a:solidFill>
              </a:rPr>
            </a:br>
            <a:br>
              <a:rPr lang="en-US" sz="14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y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usarlo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para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codificar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aspectos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de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su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interés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o de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su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área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de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estudio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(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notación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</a:rPr>
              <a:t>antigua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, metadata, etc.)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7183A-92BA-5E07-FF38-141633AB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81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6258-B62E-0DFB-1C34-1F3504823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662" y="859665"/>
            <a:ext cx="10560676" cy="5138670"/>
          </a:xfrm>
        </p:spPr>
        <p:txBody>
          <a:bodyPr anchor="ctr">
            <a:noAutofit/>
          </a:bodyPr>
          <a:lstStyle/>
          <a:p>
            <a:r>
              <a:rPr lang="en-US" sz="3600" b="1" dirty="0" err="1"/>
              <a:t>En</a:t>
            </a:r>
            <a:r>
              <a:rPr lang="en-US" sz="3600" b="1" dirty="0"/>
              <a:t> </a:t>
            </a:r>
            <a:r>
              <a:rPr lang="en-US" sz="3600" b="1" dirty="0" err="1"/>
              <a:t>este</a:t>
            </a:r>
            <a:r>
              <a:rPr lang="en-US" sz="3600" b="1" dirty="0"/>
              <a:t> tutorial </a:t>
            </a:r>
            <a:br>
              <a:rPr lang="en-US" sz="3600" b="1" dirty="0"/>
            </a:br>
            <a:r>
              <a:rPr lang="en-US" sz="3600" b="1" dirty="0" err="1"/>
              <a:t>cubriremos</a:t>
            </a:r>
            <a:r>
              <a:rPr lang="en-US" sz="3600" b="1" dirty="0"/>
              <a:t> </a:t>
            </a:r>
            <a:r>
              <a:rPr lang="en-US" sz="3600" b="1" dirty="0" err="1"/>
              <a:t>los</a:t>
            </a:r>
            <a:r>
              <a:rPr lang="en-US" sz="3600" b="1" dirty="0"/>
              <a:t> </a:t>
            </a:r>
            <a:r>
              <a:rPr lang="en-US" sz="3600" b="1" dirty="0" err="1"/>
              <a:t>aspectos</a:t>
            </a:r>
            <a:r>
              <a:rPr lang="en-US" sz="3600" b="1" dirty="0"/>
              <a:t> </a:t>
            </a:r>
            <a:r>
              <a:rPr lang="en-US" sz="3600" b="1" dirty="0" err="1"/>
              <a:t>básicos</a:t>
            </a:r>
            <a:r>
              <a:rPr lang="en-US" sz="3600" b="1" dirty="0"/>
              <a:t> de MEI </a:t>
            </a:r>
            <a:br>
              <a:rPr lang="en-US" sz="3600" b="1" dirty="0"/>
            </a:br>
            <a:r>
              <a:rPr lang="en-US" sz="3600" b="1" dirty="0"/>
              <a:t>y </a:t>
            </a:r>
            <a:r>
              <a:rPr lang="en-US" sz="3600" b="1" dirty="0" err="1"/>
              <a:t>codificaremos</a:t>
            </a:r>
            <a:r>
              <a:rPr lang="en-US" sz="3600" b="1" dirty="0"/>
              <a:t> </a:t>
            </a:r>
            <a:r>
              <a:rPr lang="en-US" sz="3600" b="1" dirty="0" err="1"/>
              <a:t>nuestro</a:t>
            </a:r>
            <a:r>
              <a:rPr lang="en-US" sz="3600" b="1" dirty="0"/>
              <a:t> primer </a:t>
            </a:r>
            <a:r>
              <a:rPr lang="en-US" sz="3600" b="1" dirty="0" err="1"/>
              <a:t>archivo</a:t>
            </a:r>
            <a:r>
              <a:rPr lang="en-US" sz="3600" b="1" dirty="0"/>
              <a:t> MEI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2800" dirty="0"/>
              <a:t>Sitio web de MEI</a:t>
            </a:r>
            <a:br>
              <a:rPr lang="en-US" sz="2800" dirty="0"/>
            </a:br>
            <a:r>
              <a:rPr lang="en-US" sz="2800" dirty="0">
                <a:hlinkClick r:id="rId3"/>
              </a:rPr>
              <a:t>https://music-encoding.org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 err="1"/>
              <a:t>Tutoriales</a:t>
            </a:r>
            <a:r>
              <a:rPr lang="en-US" sz="2800" dirty="0"/>
              <a:t> </a:t>
            </a:r>
            <a:r>
              <a:rPr lang="en-US" sz="2800" dirty="0" err="1"/>
              <a:t>en</a:t>
            </a:r>
            <a:r>
              <a:rPr lang="en-US" sz="2800" dirty="0"/>
              <a:t> </a:t>
            </a:r>
            <a:r>
              <a:rPr lang="en-US" sz="2800" dirty="0" err="1"/>
              <a:t>español</a:t>
            </a:r>
            <a:r>
              <a:rPr lang="en-US" sz="2800" dirty="0"/>
              <a:t>: </a:t>
            </a:r>
            <a:br>
              <a:rPr lang="en-US" sz="2800" dirty="0"/>
            </a:br>
            <a:r>
              <a:rPr lang="en-US" sz="2800" dirty="0">
                <a:hlinkClick r:id="rId4"/>
              </a:rPr>
              <a:t>https://music-encoding.org/resources/tutorials-ES.html</a:t>
            </a:r>
            <a:br>
              <a:rPr lang="en-US" sz="2800" dirty="0"/>
            </a:br>
            <a:r>
              <a:rPr lang="en-US" sz="2000" dirty="0"/>
              <a:t>(</a:t>
            </a:r>
            <a:r>
              <a:rPr lang="en-US" sz="2000" dirty="0" err="1"/>
              <a:t>Traducidos</a:t>
            </a:r>
            <a:r>
              <a:rPr lang="en-US" sz="2000" dirty="0"/>
              <a:t> del </a:t>
            </a:r>
            <a:r>
              <a:rPr lang="en-US" sz="2000" dirty="0" err="1"/>
              <a:t>inglés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Alba </a:t>
            </a:r>
            <a:r>
              <a:rPr lang="en-US" sz="2000" dirty="0" err="1"/>
              <a:t>Bedmar</a:t>
            </a:r>
            <a:r>
              <a:rPr lang="en-US" sz="2000" dirty="0"/>
              <a:t> </a:t>
            </a:r>
            <a:r>
              <a:rPr lang="en-US" sz="2000" dirty="0" err="1"/>
              <a:t>Osma</a:t>
            </a:r>
            <a:r>
              <a:rPr lang="en-US" sz="2000" dirty="0"/>
              <a:t> y </a:t>
            </a:r>
            <a:r>
              <a:rPr lang="en-US" sz="2000" dirty="0" err="1"/>
              <a:t>actualizados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David </a:t>
            </a:r>
            <a:r>
              <a:rPr lang="en-US" sz="2000" dirty="0" err="1"/>
              <a:t>Rizo</a:t>
            </a:r>
            <a:r>
              <a:rPr lang="en-US" sz="2000" dirty="0"/>
              <a:t>,</a:t>
            </a:r>
            <a:br>
              <a:rPr lang="en-US" sz="2000" dirty="0"/>
            </a:br>
            <a:r>
              <a:rPr lang="en-US" sz="2000" dirty="0"/>
              <a:t>Universidad de Alicante)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2390EA-C344-8126-9989-B2787359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912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6258-B62E-0DFB-1C34-1F3504823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3037"/>
            <a:ext cx="9144000" cy="5022759"/>
          </a:xfrm>
        </p:spPr>
        <p:txBody>
          <a:bodyPr anchor="ctr">
            <a:normAutofit/>
          </a:bodyPr>
          <a:lstStyle/>
          <a:p>
            <a:r>
              <a:rPr lang="en-US" dirty="0"/>
              <a:t>¡</a:t>
            </a:r>
            <a:r>
              <a:rPr lang="en-US" dirty="0" err="1"/>
              <a:t>Qué</a:t>
            </a:r>
            <a:r>
              <a:rPr lang="en-US" dirty="0"/>
              <a:t> bien, </a:t>
            </a:r>
            <a:r>
              <a:rPr lang="en-US" dirty="0" err="1"/>
              <a:t>estoy</a:t>
            </a:r>
            <a:r>
              <a:rPr lang="en-US" dirty="0"/>
              <a:t> </a:t>
            </a:r>
            <a:r>
              <a:rPr lang="en-US" dirty="0" err="1"/>
              <a:t>aprendiendo</a:t>
            </a:r>
            <a:r>
              <a:rPr lang="en-US" dirty="0"/>
              <a:t> MEI!</a:t>
            </a:r>
            <a:br>
              <a:rPr lang="en-US" dirty="0"/>
            </a:br>
            <a:br>
              <a:rPr lang="en-US" sz="2700" dirty="0"/>
            </a:br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puedo</a:t>
            </a:r>
            <a:r>
              <a:rPr lang="en-US" dirty="0"/>
              <a:t> </a:t>
            </a:r>
            <a:r>
              <a:rPr lang="en-US" dirty="0" err="1"/>
              <a:t>codificar</a:t>
            </a:r>
            <a:r>
              <a:rPr lang="en-US" dirty="0"/>
              <a:t> mi </a:t>
            </a:r>
            <a:r>
              <a:rPr lang="en-US" dirty="0" err="1"/>
              <a:t>propio</a:t>
            </a:r>
            <a:r>
              <a:rPr lang="en-US" dirty="0"/>
              <a:t> </a:t>
            </a:r>
            <a:r>
              <a:rPr lang="en-US" dirty="0" err="1"/>
              <a:t>archivo</a:t>
            </a:r>
            <a:r>
              <a:rPr lang="en-US" dirty="0"/>
              <a:t> de MEI? </a:t>
            </a:r>
            <a:br>
              <a:rPr lang="en-US" dirty="0"/>
            </a:br>
            <a:r>
              <a:rPr lang="en-US" dirty="0"/>
              <a:t>¿</a:t>
            </a:r>
            <a:r>
              <a:rPr lang="en-US" dirty="0" err="1"/>
              <a:t>Dónde</a:t>
            </a:r>
            <a:r>
              <a:rPr lang="en-US" dirty="0"/>
              <a:t> </a:t>
            </a:r>
            <a:r>
              <a:rPr lang="en-US" dirty="0" err="1"/>
              <a:t>puedo</a:t>
            </a:r>
            <a:r>
              <a:rPr lang="en-US" dirty="0"/>
              <a:t> </a:t>
            </a:r>
            <a:r>
              <a:rPr lang="en-US" dirty="0" err="1"/>
              <a:t>codificarlo</a:t>
            </a:r>
            <a:r>
              <a:rPr lang="en-US" dirty="0"/>
              <a:t>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03DC39-8761-C9CF-CAD5-6F6E014C5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53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E5FA-DAF5-ACCF-039E-824400A81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683" y="343471"/>
            <a:ext cx="9087118" cy="1257065"/>
          </a:xfrm>
        </p:spPr>
        <p:txBody>
          <a:bodyPr/>
          <a:lstStyle/>
          <a:p>
            <a:r>
              <a:rPr lang="es-ES_tradnl" dirty="0" err="1"/>
              <a:t>mei-friend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AAC4B-7D19-CFF0-9AEE-479AF70B7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41601"/>
            <a:ext cx="10515600" cy="3398590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s-ES_tradnl" dirty="0"/>
              <a:t>Se puede usar en línea en un explorador de internet </a:t>
            </a:r>
            <a:br>
              <a:rPr lang="es-ES_tradnl" dirty="0"/>
            </a:br>
            <a:r>
              <a:rPr lang="es-ES_tradnl" dirty="0"/>
              <a:t>(por ejemplo: Chrome y Firefox)</a:t>
            </a:r>
          </a:p>
          <a:p>
            <a:pPr>
              <a:lnSpc>
                <a:spcPct val="100000"/>
              </a:lnSpc>
            </a:pPr>
            <a:r>
              <a:rPr lang="es-ES_tradnl" dirty="0"/>
              <a:t>Muestra tanto el código como su renderización</a:t>
            </a:r>
          </a:p>
          <a:p>
            <a:pPr>
              <a:lnSpc>
                <a:spcPct val="100000"/>
              </a:lnSpc>
            </a:pPr>
            <a:r>
              <a:rPr lang="es-ES_tradnl" dirty="0"/>
              <a:t>Permite ver cambios en el renderizado cuando se actualiza el código</a:t>
            </a:r>
          </a:p>
          <a:p>
            <a:pPr>
              <a:lnSpc>
                <a:spcPct val="100000"/>
              </a:lnSpc>
            </a:pPr>
            <a:r>
              <a:rPr lang="es-ES_tradnl" dirty="0"/>
              <a:t>Tiene funciones de auto-completado (útil para saber qué elementos, atributos, y valores son permitidos)</a:t>
            </a:r>
          </a:p>
          <a:p>
            <a:pPr>
              <a:lnSpc>
                <a:spcPct val="100000"/>
              </a:lnSpc>
            </a:pPr>
            <a:r>
              <a:rPr lang="es-ES_tradnl" dirty="0"/>
              <a:t>Permite verificar si el archivo es válido (es decir, si sigue las reglas del esquema de MEI para la codificación de archivos)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7C88F1-76F6-F183-35AD-C7F111EC5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8651"/>
            <a:ext cx="1428483" cy="1257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D2FEE3-A509-AF5A-AAAD-80E4B845E703}"/>
              </a:ext>
            </a:extLst>
          </p:cNvPr>
          <p:cNvSpPr txBox="1"/>
          <p:nvPr/>
        </p:nvSpPr>
        <p:spPr>
          <a:xfrm>
            <a:off x="4317105" y="6125447"/>
            <a:ext cx="3557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000" dirty="0">
                <a:hlinkClick r:id="rId4"/>
              </a:rPr>
              <a:t>https://mei-friend.mdw.ac.at/</a:t>
            </a:r>
            <a:endParaRPr lang="es-ES_tradnl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AB4B681-4E40-AB15-B13D-BD9572CEB43A}"/>
              </a:ext>
            </a:extLst>
          </p:cNvPr>
          <p:cNvSpPr txBox="1">
            <a:spLocks/>
          </p:cNvSpPr>
          <p:nvPr/>
        </p:nvSpPr>
        <p:spPr>
          <a:xfrm>
            <a:off x="0" y="1598018"/>
            <a:ext cx="12192000" cy="104358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s-ES_tradnl" sz="3200" dirty="0"/>
              <a:t>Hay unos cuantos editores disponibles. </a:t>
            </a:r>
            <a:br>
              <a:rPr lang="es-ES_tradnl" sz="3200" dirty="0"/>
            </a:br>
            <a:r>
              <a:rPr lang="es-ES_tradnl" sz="3200" dirty="0"/>
              <a:t>El que usaremos hoy se llama </a:t>
            </a:r>
            <a:r>
              <a:rPr lang="es-ES_tradnl" sz="3200" i="1" dirty="0" err="1">
                <a:solidFill>
                  <a:schemeClr val="accent1"/>
                </a:solidFill>
              </a:rPr>
              <a:t>mei-friend</a:t>
            </a:r>
            <a:r>
              <a:rPr lang="es-ES_tradnl" sz="3200" i="1" dirty="0"/>
              <a:t>.</a:t>
            </a:r>
          </a:p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endParaRPr lang="es-ES_tradnl" sz="300" i="1" dirty="0">
              <a:solidFill>
                <a:schemeClr val="accent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FD98DDA-C39F-BAEF-0126-52D0B57A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63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F931F6-946A-3224-8A17-CC531E0B9A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607" t="4281" r="-222" b="17447"/>
          <a:stretch/>
        </p:blipFill>
        <p:spPr>
          <a:xfrm>
            <a:off x="3129565" y="296214"/>
            <a:ext cx="6349285" cy="62977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2B11-A1FA-1770-0BAC-8F334E6BB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02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0C2231A-0D39-7B34-C0D1-56A36F084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608" t="21482" r="46686" b="69252"/>
          <a:stretch/>
        </p:blipFill>
        <p:spPr>
          <a:xfrm>
            <a:off x="941486" y="904978"/>
            <a:ext cx="10309027" cy="22880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DC3B-572C-B7C0-279E-44E801A2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18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9D8F7C-487D-3337-17FA-F3ABEEC3BE34}"/>
              </a:ext>
            </a:extLst>
          </p:cNvPr>
          <p:cNvSpPr txBox="1"/>
          <p:nvPr/>
        </p:nvSpPr>
        <p:spPr>
          <a:xfrm>
            <a:off x="899367" y="3822436"/>
            <a:ext cx="103932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/>
              <a:t>Inicio:</a:t>
            </a:r>
            <a:endParaRPr lang="es-ES_tradnl" sz="2000" b="1" dirty="0">
              <a:hlinkClick r:id="rId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>
                <a:hlinkClick r:id="rId4"/>
              </a:rPr>
              <a:t>Paso 0: Plantilla</a:t>
            </a:r>
            <a:endParaRPr lang="es-ES_tradnl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A0040A-87C5-7791-A0B1-5F92F56CE1ED}"/>
              </a:ext>
            </a:extLst>
          </p:cNvPr>
          <p:cNvSpPr txBox="1"/>
          <p:nvPr/>
        </p:nvSpPr>
        <p:spPr>
          <a:xfrm>
            <a:off x="7692724" y="875469"/>
            <a:ext cx="3557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000" dirty="0">
                <a:hlinkClick r:id="rId5"/>
              </a:rPr>
              <a:t>https://mei-friend.mdw.ac.at/</a:t>
            </a: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1552832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0C2231A-0D39-7B34-C0D1-56A36F084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608" t="21482" r="46686" b="69252"/>
          <a:stretch/>
        </p:blipFill>
        <p:spPr>
          <a:xfrm>
            <a:off x="941486" y="904978"/>
            <a:ext cx="10309027" cy="22880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DC3B-572C-B7C0-279E-44E801A2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19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9D8F7C-487D-3337-17FA-F3ABEEC3BE34}"/>
              </a:ext>
            </a:extLst>
          </p:cNvPr>
          <p:cNvSpPr txBox="1"/>
          <p:nvPr/>
        </p:nvSpPr>
        <p:spPr>
          <a:xfrm>
            <a:off x="857250" y="3805202"/>
            <a:ext cx="103932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/>
              <a:t>Solución – Código de los pasos individuales: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>
                <a:hlinkClick r:id="rId4"/>
              </a:rPr>
              <a:t>Paso 1: Definir el primer pentagrama (staffDef)</a:t>
            </a: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>
                <a:hlinkClick r:id="rId5"/>
              </a:rPr>
              <a:t>Paso 2: Definir la partitura (</a:t>
            </a:r>
            <a:r>
              <a:rPr lang="es-ES_tradnl" sz="2000" dirty="0" err="1">
                <a:hlinkClick r:id="rId5"/>
              </a:rPr>
              <a:t>scoreDef</a:t>
            </a:r>
            <a:r>
              <a:rPr lang="es-ES_tradnl" sz="2000" dirty="0">
                <a:hlinkClick r:id="rId5"/>
              </a:rPr>
              <a:t>)</a:t>
            </a: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>
                <a:hlinkClick r:id="rId6"/>
              </a:rPr>
              <a:t>Paso 3: Primer compás</a:t>
            </a: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>
                <a:hlinkClick r:id="rId7"/>
              </a:rPr>
              <a:t>Paso 4: Segundo compás</a:t>
            </a: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>
                <a:hlinkClick r:id="rId8"/>
              </a:rPr>
              <a:t>Paso 5: Tercer compás</a:t>
            </a:r>
            <a:endParaRPr lang="es-ES_tradnl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1AB1B-1694-CE8C-2000-F7B40AA7618D}"/>
              </a:ext>
            </a:extLst>
          </p:cNvPr>
          <p:cNvSpPr txBox="1"/>
          <p:nvPr/>
        </p:nvSpPr>
        <p:spPr>
          <a:xfrm>
            <a:off x="7692724" y="875469"/>
            <a:ext cx="3557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000" dirty="0">
                <a:hlinkClick r:id="rId9"/>
              </a:rPr>
              <a:t>https://mei-friend.mdw.ac.at/</a:t>
            </a: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3349060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0C2231A-0D39-7B34-C0D1-56A36F084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07" t="21482" r="46555" b="62684"/>
          <a:stretch/>
        </p:blipFill>
        <p:spPr>
          <a:xfrm>
            <a:off x="928607" y="491133"/>
            <a:ext cx="10334786" cy="39097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818E3E-5BB8-9369-418A-75FF42965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1AB1B-1694-CE8C-2000-F7B40AA7618D}"/>
              </a:ext>
            </a:extLst>
          </p:cNvPr>
          <p:cNvSpPr txBox="1"/>
          <p:nvPr/>
        </p:nvSpPr>
        <p:spPr>
          <a:xfrm>
            <a:off x="7705604" y="467638"/>
            <a:ext cx="3557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000" dirty="0">
                <a:hlinkClick r:id="rId3"/>
              </a:rPr>
              <a:t>https://mei-friend.mdw.ac.at/</a:t>
            </a: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4116738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0C2231A-0D39-7B34-C0D1-56A36F084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07" t="21482" r="46555" b="62684"/>
          <a:stretch/>
        </p:blipFill>
        <p:spPr>
          <a:xfrm>
            <a:off x="928607" y="491133"/>
            <a:ext cx="10334786" cy="39097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818E3E-5BB8-9369-418A-75FF42965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F36CC2-8AF4-6236-5645-DCE98005483B}"/>
              </a:ext>
            </a:extLst>
          </p:cNvPr>
          <p:cNvSpPr txBox="1"/>
          <p:nvPr/>
        </p:nvSpPr>
        <p:spPr>
          <a:xfrm>
            <a:off x="870130" y="4599920"/>
            <a:ext cx="103932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/>
              <a:t>Solución – Código de los pasos individuales: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>
                <a:hlinkClick r:id="rId3"/>
              </a:rPr>
              <a:t>Paso 6: Definir el segundo pentagrama (staffDef con @n=2)</a:t>
            </a: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>
                <a:hlinkClick r:id="rId4"/>
              </a:rPr>
              <a:t>Paso 7: Crear el segundo pentagrama (staff con @n=2)</a:t>
            </a: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>
                <a:hlinkClick r:id="rId5"/>
              </a:rPr>
              <a:t>Paso 8: Rellenar el primer compás (mismas notas que el primer pentagrama, copiar y pegar)</a:t>
            </a: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>
                <a:hlinkClick r:id="rId6"/>
              </a:rPr>
              <a:t>Paso 9: Rellenar el segundo y tercer compás (lo mismo)</a:t>
            </a:r>
            <a:endParaRPr lang="es-ES_tradnl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1AB1B-1694-CE8C-2000-F7B40AA7618D}"/>
              </a:ext>
            </a:extLst>
          </p:cNvPr>
          <p:cNvSpPr txBox="1"/>
          <p:nvPr/>
        </p:nvSpPr>
        <p:spPr>
          <a:xfrm>
            <a:off x="7705604" y="467638"/>
            <a:ext cx="3557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000" dirty="0">
                <a:hlinkClick r:id="rId7"/>
              </a:rPr>
              <a:t>https://mei-friend.mdw.ac.at/</a:t>
            </a: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1183085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0C2231A-0D39-7B34-C0D1-56A36F084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07" t="21483" r="46685" b="49418"/>
          <a:stretch/>
        </p:blipFill>
        <p:spPr>
          <a:xfrm>
            <a:off x="1460212" y="501134"/>
            <a:ext cx="8367277" cy="58316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EB3034-3AE4-C2C8-8F02-9120B103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05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0C2231A-0D39-7B34-C0D1-56A36F084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607" t="21483" r="46685" b="49418"/>
          <a:stretch/>
        </p:blipFill>
        <p:spPr>
          <a:xfrm>
            <a:off x="1460212" y="501134"/>
            <a:ext cx="8367277" cy="58316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EB3034-3AE4-C2C8-8F02-9120B103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CE1-4360-5044-9EA9-3D29EE27F344}" type="slidenum">
              <a:rPr lang="en-US" smtClean="0"/>
              <a:t>23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439C4-D1B5-FA51-4B4D-48BAA9FF37EB}"/>
              </a:ext>
            </a:extLst>
          </p:cNvPr>
          <p:cNvSpPr txBox="1"/>
          <p:nvPr/>
        </p:nvSpPr>
        <p:spPr>
          <a:xfrm>
            <a:off x="916048" y="534823"/>
            <a:ext cx="9815740" cy="25545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ES_tradnl" sz="2000" b="1" dirty="0"/>
              <a:t>Solución – Código de los pasos individuales: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>
                <a:hlinkClick r:id="rId4"/>
              </a:rPr>
              <a:t>Paso 10: Definir el tercer pentagrama (staffDef con @n=3)</a:t>
            </a: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>
                <a:hlinkClick r:id="rId5"/>
              </a:rPr>
              <a:t>Paso 11: Crear el tercer pentagrama (staff con @n=3) y rellenar todos los compases </a:t>
            </a:r>
            <a:br>
              <a:rPr lang="es-ES_tradnl" sz="2000" dirty="0">
                <a:hlinkClick r:id="rId5"/>
              </a:rPr>
            </a:br>
            <a:r>
              <a:rPr lang="es-ES_tradnl" sz="2000" dirty="0">
                <a:hlinkClick r:id="rId5"/>
              </a:rPr>
              <a:t>(mismas notas que la segunda voz, copiar y pegar)</a:t>
            </a: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>
                <a:hlinkClick r:id="rId6"/>
              </a:rPr>
              <a:t>Paso 12: Cambiar la octava de las notas</a:t>
            </a: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>
                <a:hlinkClick r:id="rId7"/>
              </a:rPr>
              <a:t>Paso 13: Definir el cuarto pentagrama (staffDef con @n=4)</a:t>
            </a: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>
                <a:hlinkClick r:id="rId8"/>
              </a:rPr>
              <a:t>Paso 14: Crear el cuarto pentagrama (staff con @n=4) en cada &lt;measure&gt; y </a:t>
            </a:r>
            <a:br>
              <a:rPr lang="es-ES_tradnl" sz="2000" dirty="0">
                <a:hlinkClick r:id="rId8"/>
              </a:rPr>
            </a:br>
            <a:r>
              <a:rPr lang="es-ES_tradnl" sz="2000" dirty="0">
                <a:hlinkClick r:id="rId8"/>
              </a:rPr>
              <a:t>rellenar estos compases (mismas notas que la tercera voz, copiar y pegar)</a:t>
            </a: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4018464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87F9B89-BB0B-4FDE-BF27-E8357EDAD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hape 406">
            <a:extLst>
              <a:ext uri="{FF2B5EF4-FFF2-40B4-BE49-F238E27FC236}">
                <a16:creationId xmlns:a16="http://schemas.microsoft.com/office/drawing/2014/main" id="{FAB976C9-F0CA-0A44-ADEF-BF1AA90136E7}"/>
              </a:ext>
            </a:extLst>
          </p:cNvPr>
          <p:cNvSpPr txBox="1">
            <a:spLocks/>
          </p:cNvSpPr>
          <p:nvPr/>
        </p:nvSpPr>
        <p:spPr>
          <a:xfrm>
            <a:off x="838200" y="2411154"/>
            <a:ext cx="10537826" cy="1867659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fontAlgn="auto"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¡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Muchas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gracias!</a:t>
            </a:r>
          </a:p>
          <a:p>
            <a:pPr marL="0" marR="0" lvl="0" indent="0" fontAlgn="auto">
              <a:spcAft>
                <a:spcPts val="600"/>
              </a:spcAft>
              <a:buClrTx/>
              <a:buSzTx/>
              <a:tabLst/>
              <a:defRPr/>
            </a:pPr>
            <a:r>
              <a:rPr lang="en-US" sz="3600" b="1" kern="1200" dirty="0">
                <a:solidFill>
                  <a:srgbClr val="00B0F0"/>
                </a:solidFill>
                <a:latin typeface="+mj-lt"/>
                <a:ea typeface="+mj-ea"/>
                <a:cs typeface="+mj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martha.thomae@fcsh.unl.pt</a:t>
            </a:r>
            <a:endParaRPr lang="en-US" sz="3600" b="1" kern="1200" dirty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5ADD8F-714F-52ED-86E2-D0AB15A8F9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046" r="1" b="14738"/>
          <a:stretch/>
        </p:blipFill>
        <p:spPr>
          <a:xfrm>
            <a:off x="7" y="-3"/>
            <a:ext cx="6000749" cy="2180602"/>
          </a:xfrm>
          <a:custGeom>
            <a:avLst/>
            <a:gdLst/>
            <a:ahLst/>
            <a:cxnLst/>
            <a:rect l="l" t="t" r="r" b="b"/>
            <a:pathLst>
              <a:path w="6000749" h="2180602">
                <a:moveTo>
                  <a:pt x="0" y="0"/>
                </a:moveTo>
                <a:lnTo>
                  <a:pt x="6000749" y="0"/>
                </a:lnTo>
                <a:lnTo>
                  <a:pt x="6000749" y="1817452"/>
                </a:lnTo>
                <a:lnTo>
                  <a:pt x="5980686" y="1817518"/>
                </a:lnTo>
                <a:cubicBezTo>
                  <a:pt x="5936335" y="1820765"/>
                  <a:pt x="5892433" y="1826513"/>
                  <a:pt x="5848802" y="1832962"/>
                </a:cubicBezTo>
                <a:cubicBezTo>
                  <a:pt x="5791110" y="1841560"/>
                  <a:pt x="5731975" y="1846794"/>
                  <a:pt x="5674647" y="1855580"/>
                </a:cubicBezTo>
                <a:cubicBezTo>
                  <a:pt x="5631737" y="1862309"/>
                  <a:pt x="5588831" y="1870348"/>
                  <a:pt x="5549529" y="1881188"/>
                </a:cubicBezTo>
                <a:cubicBezTo>
                  <a:pt x="5492552" y="1897079"/>
                  <a:pt x="5442799" y="1921005"/>
                  <a:pt x="5370320" y="1914649"/>
                </a:cubicBezTo>
                <a:cubicBezTo>
                  <a:pt x="5306495" y="1909042"/>
                  <a:pt x="5248806" y="1920817"/>
                  <a:pt x="5190391" y="1932032"/>
                </a:cubicBezTo>
                <a:cubicBezTo>
                  <a:pt x="5147481" y="1940257"/>
                  <a:pt x="5104579" y="1948670"/>
                  <a:pt x="5060224" y="1953904"/>
                </a:cubicBezTo>
                <a:cubicBezTo>
                  <a:pt x="5007578" y="1960072"/>
                  <a:pt x="4948083" y="1957454"/>
                  <a:pt x="4901206" y="1968858"/>
                </a:cubicBezTo>
                <a:cubicBezTo>
                  <a:pt x="4852168" y="1980822"/>
                  <a:pt x="4811428" y="1972783"/>
                  <a:pt x="4767795" y="1969418"/>
                </a:cubicBezTo>
                <a:cubicBezTo>
                  <a:pt x="4698205" y="1964184"/>
                  <a:pt x="4628970" y="1954464"/>
                  <a:pt x="4558660" y="1966802"/>
                </a:cubicBezTo>
                <a:cubicBezTo>
                  <a:pt x="4473205" y="1981756"/>
                  <a:pt x="4388468" y="1997831"/>
                  <a:pt x="4302653" y="2012037"/>
                </a:cubicBezTo>
                <a:cubicBezTo>
                  <a:pt x="4269476" y="2017459"/>
                  <a:pt x="4233785" y="2019702"/>
                  <a:pt x="4199166" y="2022132"/>
                </a:cubicBezTo>
                <a:cubicBezTo>
                  <a:pt x="4166357" y="2024189"/>
                  <a:pt x="4127055" y="2018955"/>
                  <a:pt x="4101809" y="2026805"/>
                </a:cubicBezTo>
                <a:cubicBezTo>
                  <a:pt x="4036905" y="2046993"/>
                  <a:pt x="3970203" y="2056899"/>
                  <a:pt x="3895199" y="2056899"/>
                </a:cubicBezTo>
                <a:cubicBezTo>
                  <a:pt x="3867072" y="2056899"/>
                  <a:pt x="3839668" y="2065312"/>
                  <a:pt x="3811186" y="2066808"/>
                </a:cubicBezTo>
                <a:cubicBezTo>
                  <a:pt x="3772239" y="2068676"/>
                  <a:pt x="3727528" y="2073724"/>
                  <a:pt x="3693636" y="2066619"/>
                </a:cubicBezTo>
                <a:cubicBezTo>
                  <a:pt x="3613949" y="2049797"/>
                  <a:pt x="3549409" y="2063817"/>
                  <a:pt x="3479814" y="2080453"/>
                </a:cubicBezTo>
                <a:cubicBezTo>
                  <a:pt x="3411303" y="2096903"/>
                  <a:pt x="3339188" y="2109986"/>
                  <a:pt x="3266353" y="2120829"/>
                </a:cubicBezTo>
                <a:cubicBezTo>
                  <a:pt x="3238949" y="2124754"/>
                  <a:pt x="3206140" y="2118211"/>
                  <a:pt x="3175847" y="2116904"/>
                </a:cubicBezTo>
                <a:cubicBezTo>
                  <a:pt x="3165028" y="2116529"/>
                  <a:pt x="3153130" y="2115968"/>
                  <a:pt x="3143397" y="2117838"/>
                </a:cubicBezTo>
                <a:cubicBezTo>
                  <a:pt x="3049288" y="2135783"/>
                  <a:pt x="2953732" y="2149428"/>
                  <a:pt x="2851692" y="2140083"/>
                </a:cubicBezTo>
                <a:cubicBezTo>
                  <a:pt x="2842318" y="2139147"/>
                  <a:pt x="2831859" y="2141204"/>
                  <a:pt x="2822482" y="2142513"/>
                </a:cubicBezTo>
                <a:cubicBezTo>
                  <a:pt x="2776688" y="2149242"/>
                  <a:pt x="2731976" y="2159896"/>
                  <a:pt x="2685467" y="2162326"/>
                </a:cubicBezTo>
                <a:cubicBezTo>
                  <a:pt x="2570801" y="2168307"/>
                  <a:pt x="2455420" y="2170739"/>
                  <a:pt x="2340028" y="2174664"/>
                </a:cubicBezTo>
                <a:cubicBezTo>
                  <a:pt x="2332817" y="2174850"/>
                  <a:pt x="2325246" y="2174850"/>
                  <a:pt x="2318757" y="2176159"/>
                </a:cubicBezTo>
                <a:cubicBezTo>
                  <a:pt x="2276207" y="2184198"/>
                  <a:pt x="2239070" y="2181580"/>
                  <a:pt x="2203009" y="2166253"/>
                </a:cubicBezTo>
                <a:cubicBezTo>
                  <a:pt x="2187144" y="2159523"/>
                  <a:pt x="2165509" y="2155971"/>
                  <a:pt x="2145680" y="2152233"/>
                </a:cubicBezTo>
                <a:cubicBezTo>
                  <a:pt x="2116471" y="2146624"/>
                  <a:pt x="2086546" y="2141204"/>
                  <a:pt x="2056257" y="2137652"/>
                </a:cubicBezTo>
                <a:cubicBezTo>
                  <a:pt x="2026328" y="2134288"/>
                  <a:pt x="1994238" y="2129615"/>
                  <a:pt x="1965392" y="2132231"/>
                </a:cubicBezTo>
                <a:cubicBezTo>
                  <a:pt x="1913469" y="2136904"/>
                  <a:pt x="1864067" y="2147372"/>
                  <a:pt x="1812867" y="2154289"/>
                </a:cubicBezTo>
                <a:cubicBezTo>
                  <a:pt x="1795199" y="2156719"/>
                  <a:pt x="1775726" y="2156344"/>
                  <a:pt x="1757340" y="2156533"/>
                </a:cubicBezTo>
                <a:cubicBezTo>
                  <a:pt x="1715149" y="2157092"/>
                  <a:pt x="1671880" y="2151672"/>
                  <a:pt x="1633661" y="2167187"/>
                </a:cubicBezTo>
                <a:cubicBezTo>
                  <a:pt x="1598326" y="2181766"/>
                  <a:pt x="1562625" y="2177468"/>
                  <a:pt x="1525488" y="2166439"/>
                </a:cubicBezTo>
                <a:cubicBezTo>
                  <a:pt x="1498803" y="2158587"/>
                  <a:pt x="1468519" y="2152419"/>
                  <a:pt x="1438590" y="2149428"/>
                </a:cubicBezTo>
                <a:cubicBezTo>
                  <a:pt x="1397482" y="2145317"/>
                  <a:pt x="1356738" y="2143633"/>
                  <a:pt x="1312386" y="2146065"/>
                </a:cubicBezTo>
                <a:cubicBezTo>
                  <a:pt x="1281015" y="2147747"/>
                  <a:pt x="1255413" y="2148494"/>
                  <a:pt x="1230894" y="2158401"/>
                </a:cubicBezTo>
                <a:cubicBezTo>
                  <a:pt x="1226930" y="2159896"/>
                  <a:pt x="1219719" y="2160271"/>
                  <a:pt x="1214309" y="2160083"/>
                </a:cubicBezTo>
                <a:cubicBezTo>
                  <a:pt x="1143277" y="2156905"/>
                  <a:pt x="1072963" y="2158587"/>
                  <a:pt x="1001207" y="2160832"/>
                </a:cubicBezTo>
                <a:cubicBezTo>
                  <a:pt x="909986" y="2163821"/>
                  <a:pt x="814067" y="2155037"/>
                  <a:pt x="735104" y="2123634"/>
                </a:cubicBezTo>
                <a:cubicBezTo>
                  <a:pt x="723565" y="2118959"/>
                  <a:pt x="706257" y="2116904"/>
                  <a:pt x="691111" y="2115782"/>
                </a:cubicBezTo>
                <a:cubicBezTo>
                  <a:pt x="619719" y="2110923"/>
                  <a:pt x="547963" y="2107557"/>
                  <a:pt x="476567" y="2102136"/>
                </a:cubicBezTo>
                <a:cubicBezTo>
                  <a:pt x="437625" y="2099146"/>
                  <a:pt x="396881" y="2096528"/>
                  <a:pt x="361546" y="2088303"/>
                </a:cubicBezTo>
                <a:cubicBezTo>
                  <a:pt x="326934" y="2080267"/>
                  <a:pt x="299163" y="2070733"/>
                  <a:pt x="278611" y="2087555"/>
                </a:cubicBezTo>
                <a:cubicBezTo>
                  <a:pt x="241838" y="2078583"/>
                  <a:pt x="209740" y="2071106"/>
                  <a:pt x="178377" y="2063069"/>
                </a:cubicBezTo>
                <a:cubicBezTo>
                  <a:pt x="166834" y="2060079"/>
                  <a:pt x="157098" y="2055217"/>
                  <a:pt x="145559" y="2052413"/>
                </a:cubicBezTo>
                <a:cubicBezTo>
                  <a:pt x="133298" y="2049422"/>
                  <a:pt x="119598" y="2047554"/>
                  <a:pt x="106258" y="2046059"/>
                </a:cubicBezTo>
                <a:lnTo>
                  <a:pt x="0" y="2034015"/>
                </a:lnTo>
                <a:close/>
              </a:path>
            </a:pathLst>
          </a:cu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C3994A-5AC5-B2A7-A49F-E3AB687FC46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319" b="-1"/>
          <a:stretch/>
        </p:blipFill>
        <p:spPr>
          <a:xfrm>
            <a:off x="6191243" y="4"/>
            <a:ext cx="6000750" cy="1867659"/>
          </a:xfrm>
          <a:custGeom>
            <a:avLst/>
            <a:gdLst/>
            <a:ahLst/>
            <a:cxnLst/>
            <a:rect l="l" t="t" r="r" b="b"/>
            <a:pathLst>
              <a:path w="6000750" h="1867659">
                <a:moveTo>
                  <a:pt x="0" y="0"/>
                </a:moveTo>
                <a:lnTo>
                  <a:pt x="6000750" y="0"/>
                </a:lnTo>
                <a:lnTo>
                  <a:pt x="6000750" y="1804153"/>
                </a:lnTo>
                <a:lnTo>
                  <a:pt x="5979548" y="1802679"/>
                </a:lnTo>
                <a:cubicBezTo>
                  <a:pt x="5935197" y="1800063"/>
                  <a:pt x="5890485" y="1798568"/>
                  <a:pt x="5846133" y="1795950"/>
                </a:cubicBezTo>
                <a:cubicBezTo>
                  <a:pt x="5775100" y="1791652"/>
                  <a:pt x="5704427" y="1786791"/>
                  <a:pt x="5633754" y="1782305"/>
                </a:cubicBezTo>
                <a:cubicBezTo>
                  <a:pt x="5604189" y="1780623"/>
                  <a:pt x="5573177" y="1775950"/>
                  <a:pt x="5545414" y="1778753"/>
                </a:cubicBezTo>
                <a:cubicBezTo>
                  <a:pt x="5475460" y="1785857"/>
                  <a:pt x="5406589" y="1783800"/>
                  <a:pt x="5336999" y="1778941"/>
                </a:cubicBezTo>
                <a:cubicBezTo>
                  <a:pt x="5313202" y="1777257"/>
                  <a:pt x="5287601" y="1777632"/>
                  <a:pt x="5264524" y="1780809"/>
                </a:cubicBezTo>
                <a:cubicBezTo>
                  <a:pt x="5217287" y="1787166"/>
                  <a:pt x="5171497" y="1796138"/>
                  <a:pt x="5124979" y="1803988"/>
                </a:cubicBezTo>
                <a:cubicBezTo>
                  <a:pt x="5119930" y="1804922"/>
                  <a:pt x="5113801" y="1805111"/>
                  <a:pt x="5108395" y="1805670"/>
                </a:cubicBezTo>
                <a:cubicBezTo>
                  <a:pt x="5077743" y="1808849"/>
                  <a:pt x="5047458" y="1812027"/>
                  <a:pt x="5016806" y="1814831"/>
                </a:cubicBezTo>
                <a:cubicBezTo>
                  <a:pt x="5000222" y="1816326"/>
                  <a:pt x="4983274" y="1816513"/>
                  <a:pt x="4966685" y="1817822"/>
                </a:cubicBezTo>
                <a:cubicBezTo>
                  <a:pt x="4902505" y="1823056"/>
                  <a:pt x="4831831" y="1814270"/>
                  <a:pt x="4776301" y="1836887"/>
                </a:cubicBezTo>
                <a:cubicBezTo>
                  <a:pt x="4740243" y="1851469"/>
                  <a:pt x="4705268" y="1848103"/>
                  <a:pt x="4666689" y="1845860"/>
                </a:cubicBezTo>
                <a:cubicBezTo>
                  <a:pt x="4637480" y="1844178"/>
                  <a:pt x="4607551" y="1844739"/>
                  <a:pt x="4577985" y="1844551"/>
                </a:cubicBezTo>
                <a:cubicBezTo>
                  <a:pt x="4526062" y="1843992"/>
                  <a:pt x="4474139" y="1843803"/>
                  <a:pt x="4422216" y="1842869"/>
                </a:cubicBezTo>
                <a:cubicBezTo>
                  <a:pt x="4405628" y="1842496"/>
                  <a:pt x="4388683" y="1837821"/>
                  <a:pt x="4372455" y="1838569"/>
                </a:cubicBezTo>
                <a:cubicBezTo>
                  <a:pt x="4297455" y="1842121"/>
                  <a:pt x="4222455" y="1847730"/>
                  <a:pt x="4147455" y="1850907"/>
                </a:cubicBezTo>
                <a:cubicBezTo>
                  <a:pt x="4104909" y="1852776"/>
                  <a:pt x="4061276" y="1849225"/>
                  <a:pt x="4019089" y="1851841"/>
                </a:cubicBezTo>
                <a:cubicBezTo>
                  <a:pt x="3970414" y="1854832"/>
                  <a:pt x="3922818" y="1862496"/>
                  <a:pt x="3874499" y="1867170"/>
                </a:cubicBezTo>
                <a:cubicBezTo>
                  <a:pt x="3861159" y="1868477"/>
                  <a:pt x="3846376" y="1866796"/>
                  <a:pt x="3832312" y="1866423"/>
                </a:cubicBezTo>
                <a:cubicBezTo>
                  <a:pt x="3816447" y="1866048"/>
                  <a:pt x="3800941" y="1865300"/>
                  <a:pt x="3785076" y="1865114"/>
                </a:cubicBezTo>
                <a:cubicBezTo>
                  <a:pt x="3736757" y="1864739"/>
                  <a:pt x="3688441" y="1865300"/>
                  <a:pt x="3640122" y="1863991"/>
                </a:cubicBezTo>
                <a:cubicBezTo>
                  <a:pt x="3610557" y="1863243"/>
                  <a:pt x="3579549" y="1855580"/>
                  <a:pt x="3552141" y="1858384"/>
                </a:cubicBezTo>
                <a:cubicBezTo>
                  <a:pt x="3496255" y="1863805"/>
                  <a:pt x="3440365" y="1851655"/>
                  <a:pt x="3384478" y="1861748"/>
                </a:cubicBezTo>
                <a:cubicBezTo>
                  <a:pt x="3367166" y="1864739"/>
                  <a:pt x="3343370" y="1857262"/>
                  <a:pt x="3322455" y="1856889"/>
                </a:cubicBezTo>
                <a:cubicBezTo>
                  <a:pt x="3270172" y="1855955"/>
                  <a:pt x="3217890" y="1856141"/>
                  <a:pt x="3165607" y="1856328"/>
                </a:cubicBezTo>
                <a:cubicBezTo>
                  <a:pt x="3118730" y="1856514"/>
                  <a:pt x="3070051" y="1853898"/>
                  <a:pt x="3024980" y="1859132"/>
                </a:cubicBezTo>
                <a:cubicBezTo>
                  <a:pt x="2977744" y="1864739"/>
                  <a:pt x="2935197" y="1863991"/>
                  <a:pt x="2889403" y="1857637"/>
                </a:cubicBezTo>
                <a:cubicBezTo>
                  <a:pt x="2858032" y="1853337"/>
                  <a:pt x="2824859" y="1852776"/>
                  <a:pt x="2792409" y="1851469"/>
                </a:cubicBezTo>
                <a:cubicBezTo>
                  <a:pt x="2757434" y="1849973"/>
                  <a:pt x="2718851" y="1853898"/>
                  <a:pt x="2687120" y="1847730"/>
                </a:cubicBezTo>
                <a:cubicBezTo>
                  <a:pt x="2592647" y="1829410"/>
                  <a:pt x="2495653" y="1825485"/>
                  <a:pt x="2396857" y="1825485"/>
                </a:cubicBezTo>
                <a:cubicBezTo>
                  <a:pt x="2378826" y="1825485"/>
                  <a:pt x="2360436" y="1828101"/>
                  <a:pt x="2343132" y="1830906"/>
                </a:cubicBezTo>
                <a:cubicBezTo>
                  <a:pt x="2242167" y="1847730"/>
                  <a:pt x="2140846" y="1846235"/>
                  <a:pt x="2038082" y="1835953"/>
                </a:cubicBezTo>
                <a:cubicBezTo>
                  <a:pt x="2016807" y="1833710"/>
                  <a:pt x="1993011" y="1833335"/>
                  <a:pt x="1971736" y="1835578"/>
                </a:cubicBezTo>
                <a:cubicBezTo>
                  <a:pt x="1911878" y="1842121"/>
                  <a:pt x="1853827" y="1852964"/>
                  <a:pt x="1793609" y="1857637"/>
                </a:cubicBezTo>
                <a:cubicBezTo>
                  <a:pt x="1694094" y="1865300"/>
                  <a:pt x="1607915" y="1839505"/>
                  <a:pt x="1518852" y="1822681"/>
                </a:cubicBezTo>
                <a:cubicBezTo>
                  <a:pt x="1434115" y="1806793"/>
                  <a:pt x="1362000" y="1770903"/>
                  <a:pt x="1261757" y="1778941"/>
                </a:cubicBezTo>
                <a:cubicBezTo>
                  <a:pt x="1251665" y="1779689"/>
                  <a:pt x="1240486" y="1774641"/>
                  <a:pt x="1229307" y="1773332"/>
                </a:cubicBezTo>
                <a:cubicBezTo>
                  <a:pt x="1198659" y="1769780"/>
                  <a:pt x="1168011" y="1765482"/>
                  <a:pt x="1137000" y="1763799"/>
                </a:cubicBezTo>
                <a:cubicBezTo>
                  <a:pt x="1099140" y="1761555"/>
                  <a:pt x="1060557" y="1762303"/>
                  <a:pt x="1022698" y="1760435"/>
                </a:cubicBezTo>
                <a:cubicBezTo>
                  <a:pt x="974019" y="1758192"/>
                  <a:pt x="926063" y="1752210"/>
                  <a:pt x="877744" y="1752210"/>
                </a:cubicBezTo>
                <a:cubicBezTo>
                  <a:pt x="838802" y="1752210"/>
                  <a:pt x="800219" y="1759126"/>
                  <a:pt x="761640" y="1762492"/>
                </a:cubicBezTo>
                <a:cubicBezTo>
                  <a:pt x="707192" y="1767164"/>
                  <a:pt x="647335" y="1765855"/>
                  <a:pt x="599379" y="1777819"/>
                </a:cubicBezTo>
                <a:cubicBezTo>
                  <a:pt x="548179" y="1790530"/>
                  <a:pt x="499500" y="1796325"/>
                  <a:pt x="446494" y="1792400"/>
                </a:cubicBezTo>
                <a:cubicBezTo>
                  <a:pt x="428827" y="1791091"/>
                  <a:pt x="406110" y="1783239"/>
                  <a:pt x="398179" y="1775203"/>
                </a:cubicBezTo>
                <a:cubicBezTo>
                  <a:pt x="380508" y="1757258"/>
                  <a:pt x="356352" y="1754078"/>
                  <a:pt x="323538" y="1760248"/>
                </a:cubicBezTo>
                <a:cubicBezTo>
                  <a:pt x="295052" y="1765482"/>
                  <a:pt x="260077" y="1768098"/>
                  <a:pt x="240608" y="1778193"/>
                </a:cubicBezTo>
                <a:cubicBezTo>
                  <a:pt x="185437" y="1806793"/>
                  <a:pt x="115123" y="1807727"/>
                  <a:pt x="46616" y="1815390"/>
                </a:cubicBezTo>
                <a:lnTo>
                  <a:pt x="0" y="1816030"/>
                </a:lnTo>
                <a:close/>
              </a:path>
            </a:pathLst>
          </a:cu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74AA512-0626-46EA-9229-571D9AF08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52210"/>
            <a:ext cx="12192000" cy="858278"/>
          </a:xfrm>
          <a:custGeom>
            <a:avLst/>
            <a:gdLst>
              <a:gd name="connsiteX0" fmla="*/ 7068995 w 12192000"/>
              <a:gd name="connsiteY0" fmla="*/ 0 h 858278"/>
              <a:gd name="connsiteX1" fmla="*/ 7213949 w 12192000"/>
              <a:gd name="connsiteY1" fmla="*/ 8225 h 858278"/>
              <a:gd name="connsiteX2" fmla="*/ 7328251 w 12192000"/>
              <a:gd name="connsiteY2" fmla="*/ 11589 h 858278"/>
              <a:gd name="connsiteX3" fmla="*/ 7420557 w 12192000"/>
              <a:gd name="connsiteY3" fmla="*/ 21122 h 858278"/>
              <a:gd name="connsiteX4" fmla="*/ 7453008 w 12192000"/>
              <a:gd name="connsiteY4" fmla="*/ 26731 h 858278"/>
              <a:gd name="connsiteX5" fmla="*/ 7710103 w 12192000"/>
              <a:gd name="connsiteY5" fmla="*/ 70471 h 858278"/>
              <a:gd name="connsiteX6" fmla="*/ 7984860 w 12192000"/>
              <a:gd name="connsiteY6" fmla="*/ 105427 h 858278"/>
              <a:gd name="connsiteX7" fmla="*/ 8162987 w 12192000"/>
              <a:gd name="connsiteY7" fmla="*/ 83368 h 858278"/>
              <a:gd name="connsiteX8" fmla="*/ 8229332 w 12192000"/>
              <a:gd name="connsiteY8" fmla="*/ 83743 h 858278"/>
              <a:gd name="connsiteX9" fmla="*/ 8534382 w 12192000"/>
              <a:gd name="connsiteY9" fmla="*/ 78696 h 858278"/>
              <a:gd name="connsiteX10" fmla="*/ 8588107 w 12192000"/>
              <a:gd name="connsiteY10" fmla="*/ 73275 h 858278"/>
              <a:gd name="connsiteX11" fmla="*/ 8878370 w 12192000"/>
              <a:gd name="connsiteY11" fmla="*/ 95520 h 858278"/>
              <a:gd name="connsiteX12" fmla="*/ 8983659 w 12192000"/>
              <a:gd name="connsiteY12" fmla="*/ 99259 h 858278"/>
              <a:gd name="connsiteX13" fmla="*/ 9080653 w 12192000"/>
              <a:gd name="connsiteY13" fmla="*/ 105427 h 858278"/>
              <a:gd name="connsiteX14" fmla="*/ 9216230 w 12192000"/>
              <a:gd name="connsiteY14" fmla="*/ 106922 h 858278"/>
              <a:gd name="connsiteX15" fmla="*/ 9356857 w 12192000"/>
              <a:gd name="connsiteY15" fmla="*/ 104118 h 858278"/>
              <a:gd name="connsiteX16" fmla="*/ 9513705 w 12192000"/>
              <a:gd name="connsiteY16" fmla="*/ 104679 h 858278"/>
              <a:gd name="connsiteX17" fmla="*/ 9575728 w 12192000"/>
              <a:gd name="connsiteY17" fmla="*/ 109538 h 858278"/>
              <a:gd name="connsiteX18" fmla="*/ 9743391 w 12192000"/>
              <a:gd name="connsiteY18" fmla="*/ 106174 h 858278"/>
              <a:gd name="connsiteX19" fmla="*/ 9831372 w 12192000"/>
              <a:gd name="connsiteY19" fmla="*/ 111781 h 858278"/>
              <a:gd name="connsiteX20" fmla="*/ 9976326 w 12192000"/>
              <a:gd name="connsiteY20" fmla="*/ 112904 h 858278"/>
              <a:gd name="connsiteX21" fmla="*/ 10023562 w 12192000"/>
              <a:gd name="connsiteY21" fmla="*/ 114213 h 858278"/>
              <a:gd name="connsiteX22" fmla="*/ 10065749 w 12192000"/>
              <a:gd name="connsiteY22" fmla="*/ 114960 h 858278"/>
              <a:gd name="connsiteX23" fmla="*/ 10210339 w 12192000"/>
              <a:gd name="connsiteY23" fmla="*/ 99631 h 858278"/>
              <a:gd name="connsiteX24" fmla="*/ 10338705 w 12192000"/>
              <a:gd name="connsiteY24" fmla="*/ 98697 h 858278"/>
              <a:gd name="connsiteX25" fmla="*/ 10563705 w 12192000"/>
              <a:gd name="connsiteY25" fmla="*/ 86359 h 858278"/>
              <a:gd name="connsiteX26" fmla="*/ 10613466 w 12192000"/>
              <a:gd name="connsiteY26" fmla="*/ 90659 h 858278"/>
              <a:gd name="connsiteX27" fmla="*/ 10769235 w 12192000"/>
              <a:gd name="connsiteY27" fmla="*/ 92341 h 858278"/>
              <a:gd name="connsiteX28" fmla="*/ 10857939 w 12192000"/>
              <a:gd name="connsiteY28" fmla="*/ 93650 h 858278"/>
              <a:gd name="connsiteX29" fmla="*/ 10967551 w 12192000"/>
              <a:gd name="connsiteY29" fmla="*/ 84677 h 858278"/>
              <a:gd name="connsiteX30" fmla="*/ 11157935 w 12192000"/>
              <a:gd name="connsiteY30" fmla="*/ 65612 h 858278"/>
              <a:gd name="connsiteX31" fmla="*/ 11208056 w 12192000"/>
              <a:gd name="connsiteY31" fmla="*/ 62621 h 858278"/>
              <a:gd name="connsiteX32" fmla="*/ 11299645 w 12192000"/>
              <a:gd name="connsiteY32" fmla="*/ 53460 h 858278"/>
              <a:gd name="connsiteX33" fmla="*/ 11316229 w 12192000"/>
              <a:gd name="connsiteY33" fmla="*/ 51778 h 858278"/>
              <a:gd name="connsiteX34" fmla="*/ 11455774 w 12192000"/>
              <a:gd name="connsiteY34" fmla="*/ 28599 h 858278"/>
              <a:gd name="connsiteX35" fmla="*/ 11528249 w 12192000"/>
              <a:gd name="connsiteY35" fmla="*/ 26731 h 858278"/>
              <a:gd name="connsiteX36" fmla="*/ 11736664 w 12192000"/>
              <a:gd name="connsiteY36" fmla="*/ 26543 h 858278"/>
              <a:gd name="connsiteX37" fmla="*/ 11825004 w 12192000"/>
              <a:gd name="connsiteY37" fmla="*/ 30095 h 858278"/>
              <a:gd name="connsiteX38" fmla="*/ 12037383 w 12192000"/>
              <a:gd name="connsiteY38" fmla="*/ 43740 h 858278"/>
              <a:gd name="connsiteX39" fmla="*/ 12170798 w 12192000"/>
              <a:gd name="connsiteY39" fmla="*/ 50469 h 858278"/>
              <a:gd name="connsiteX40" fmla="*/ 12192000 w 12192000"/>
              <a:gd name="connsiteY40" fmla="*/ 51944 h 858278"/>
              <a:gd name="connsiteX41" fmla="*/ 12192000 w 12192000"/>
              <a:gd name="connsiteY41" fmla="*/ 200794 h 858278"/>
              <a:gd name="connsiteX42" fmla="*/ 12145556 w 12192000"/>
              <a:gd name="connsiteY42" fmla="*/ 203937 h 858278"/>
              <a:gd name="connsiteX43" fmla="*/ 12007095 w 12192000"/>
              <a:gd name="connsiteY43" fmla="*/ 241882 h 858278"/>
              <a:gd name="connsiteX44" fmla="*/ 11918395 w 12192000"/>
              <a:gd name="connsiteY44" fmla="*/ 243752 h 858278"/>
              <a:gd name="connsiteX45" fmla="*/ 11762625 w 12192000"/>
              <a:gd name="connsiteY45" fmla="*/ 188608 h 858278"/>
              <a:gd name="connsiteX46" fmla="*/ 11699883 w 12192000"/>
              <a:gd name="connsiteY46" fmla="*/ 182254 h 858278"/>
              <a:gd name="connsiteX47" fmla="*/ 11591351 w 12192000"/>
              <a:gd name="connsiteY47" fmla="*/ 178702 h 858278"/>
              <a:gd name="connsiteX48" fmla="*/ 11492554 w 12192000"/>
              <a:gd name="connsiteY48" fmla="*/ 196272 h 858278"/>
              <a:gd name="connsiteX49" fmla="*/ 11259979 w 12192000"/>
              <a:gd name="connsiteY49" fmla="*/ 283006 h 858278"/>
              <a:gd name="connsiteX50" fmla="*/ 11221397 w 12192000"/>
              <a:gd name="connsiteY50" fmla="*/ 291605 h 858278"/>
              <a:gd name="connsiteX51" fmla="*/ 11153249 w 12192000"/>
              <a:gd name="connsiteY51" fmla="*/ 297401 h 858278"/>
              <a:gd name="connsiteX52" fmla="*/ 10884980 w 12192000"/>
              <a:gd name="connsiteY52" fmla="*/ 367310 h 858278"/>
              <a:gd name="connsiteX53" fmla="*/ 10826205 w 12192000"/>
              <a:gd name="connsiteY53" fmla="*/ 366749 h 858278"/>
              <a:gd name="connsiteX54" fmla="*/ 10729570 w 12192000"/>
              <a:gd name="connsiteY54" fmla="*/ 360767 h 858278"/>
              <a:gd name="connsiteX55" fmla="*/ 10625364 w 12192000"/>
              <a:gd name="connsiteY55" fmla="*/ 372171 h 858278"/>
              <a:gd name="connsiteX56" fmla="*/ 10549282 w 12192000"/>
              <a:gd name="connsiteY56" fmla="*/ 380208 h 858278"/>
              <a:gd name="connsiteX57" fmla="*/ 10336184 w 12192000"/>
              <a:gd name="connsiteY57" fmla="*/ 356656 h 858278"/>
              <a:gd name="connsiteX58" fmla="*/ 10158780 w 12192000"/>
              <a:gd name="connsiteY58" fmla="*/ 333477 h 858278"/>
              <a:gd name="connsiteX59" fmla="*/ 10134261 w 12192000"/>
              <a:gd name="connsiteY59" fmla="*/ 336654 h 858278"/>
              <a:gd name="connsiteX60" fmla="*/ 9898441 w 12192000"/>
              <a:gd name="connsiteY60" fmla="*/ 355722 h 858278"/>
              <a:gd name="connsiteX61" fmla="*/ 9795318 w 12192000"/>
              <a:gd name="connsiteY61" fmla="*/ 381703 h 858278"/>
              <a:gd name="connsiteX62" fmla="*/ 9653613 w 12192000"/>
              <a:gd name="connsiteY62" fmla="*/ 404695 h 858278"/>
              <a:gd name="connsiteX63" fmla="*/ 9496038 w 12192000"/>
              <a:gd name="connsiteY63" fmla="*/ 432174 h 858278"/>
              <a:gd name="connsiteX64" fmla="*/ 9380293 w 12192000"/>
              <a:gd name="connsiteY64" fmla="*/ 445446 h 858278"/>
              <a:gd name="connsiteX65" fmla="*/ 9209742 w 12192000"/>
              <a:gd name="connsiteY65" fmla="*/ 435726 h 858278"/>
              <a:gd name="connsiteX66" fmla="*/ 9174763 w 12192000"/>
              <a:gd name="connsiteY66" fmla="*/ 427874 h 858278"/>
              <a:gd name="connsiteX67" fmla="*/ 8839428 w 12192000"/>
              <a:gd name="connsiteY67" fmla="*/ 368992 h 858278"/>
              <a:gd name="connsiteX68" fmla="*/ 8615871 w 12192000"/>
              <a:gd name="connsiteY68" fmla="*/ 368244 h 858278"/>
              <a:gd name="connsiteX69" fmla="*/ 8541590 w 12192000"/>
              <a:gd name="connsiteY69" fmla="*/ 377030 h 858278"/>
              <a:gd name="connsiteX70" fmla="*/ 8406013 w 12192000"/>
              <a:gd name="connsiteY70" fmla="*/ 416097 h 858278"/>
              <a:gd name="connsiteX71" fmla="*/ 8346160 w 12192000"/>
              <a:gd name="connsiteY71" fmla="*/ 421706 h 858278"/>
              <a:gd name="connsiteX72" fmla="*/ 8240152 w 12192000"/>
              <a:gd name="connsiteY72" fmla="*/ 425445 h 858278"/>
              <a:gd name="connsiteX73" fmla="*/ 8010102 w 12192000"/>
              <a:gd name="connsiteY73" fmla="*/ 421706 h 858278"/>
              <a:gd name="connsiteX74" fmla="*/ 7710103 w 12192000"/>
              <a:gd name="connsiteY74" fmla="*/ 437595 h 858278"/>
              <a:gd name="connsiteX75" fmla="*/ 7591114 w 12192000"/>
              <a:gd name="connsiteY75" fmla="*/ 432735 h 858278"/>
              <a:gd name="connsiteX76" fmla="*/ 7462749 w 12192000"/>
              <a:gd name="connsiteY76" fmla="*/ 424322 h 858278"/>
              <a:gd name="connsiteX77" fmla="*/ 7425244 w 12192000"/>
              <a:gd name="connsiteY77" fmla="*/ 424697 h 858278"/>
              <a:gd name="connsiteX78" fmla="*/ 7228012 w 12192000"/>
              <a:gd name="connsiteY78" fmla="*/ 444510 h 858278"/>
              <a:gd name="connsiteX79" fmla="*/ 7182936 w 12192000"/>
              <a:gd name="connsiteY79" fmla="*/ 457783 h 858278"/>
              <a:gd name="connsiteX80" fmla="*/ 7065391 w 12192000"/>
              <a:gd name="connsiteY80" fmla="*/ 452362 h 858278"/>
              <a:gd name="connsiteX81" fmla="*/ 6960826 w 12192000"/>
              <a:gd name="connsiteY81" fmla="*/ 430679 h 858278"/>
              <a:gd name="connsiteX82" fmla="*/ 6361185 w 12192000"/>
              <a:gd name="connsiteY82" fmla="*/ 383946 h 858278"/>
              <a:gd name="connsiteX83" fmla="*/ 6000609 w 12192000"/>
              <a:gd name="connsiteY83" fmla="*/ 383198 h 858278"/>
              <a:gd name="connsiteX84" fmla="*/ 5748205 w 12192000"/>
              <a:gd name="connsiteY84" fmla="*/ 362637 h 858278"/>
              <a:gd name="connsiteX85" fmla="*/ 5706377 w 12192000"/>
              <a:gd name="connsiteY85" fmla="*/ 340954 h 858278"/>
              <a:gd name="connsiteX86" fmla="*/ 5552410 w 12192000"/>
              <a:gd name="connsiteY86" fmla="*/ 317962 h 858278"/>
              <a:gd name="connsiteX87" fmla="*/ 5406015 w 12192000"/>
              <a:gd name="connsiteY87" fmla="*/ 365442 h 858278"/>
              <a:gd name="connsiteX88" fmla="*/ 5222482 w 12192000"/>
              <a:gd name="connsiteY88" fmla="*/ 437222 h 858278"/>
              <a:gd name="connsiteX89" fmla="*/ 5122603 w 12192000"/>
              <a:gd name="connsiteY89" fmla="*/ 437781 h 858278"/>
              <a:gd name="connsiteX90" fmla="*/ 4916712 w 12192000"/>
              <a:gd name="connsiteY90" fmla="*/ 451801 h 858278"/>
              <a:gd name="connsiteX91" fmla="*/ 4773924 w 12192000"/>
              <a:gd name="connsiteY91" fmla="*/ 475728 h 858278"/>
              <a:gd name="connsiteX92" fmla="*/ 4573806 w 12192000"/>
              <a:gd name="connsiteY92" fmla="*/ 504140 h 858278"/>
              <a:gd name="connsiteX93" fmla="*/ 4499166 w 12192000"/>
              <a:gd name="connsiteY93" fmla="*/ 519094 h 858278"/>
              <a:gd name="connsiteX94" fmla="*/ 4320680 w 12192000"/>
              <a:gd name="connsiteY94" fmla="*/ 541339 h 858278"/>
              <a:gd name="connsiteX95" fmla="*/ 4172841 w 12192000"/>
              <a:gd name="connsiteY95" fmla="*/ 555918 h 858278"/>
              <a:gd name="connsiteX96" fmla="*/ 4053493 w 12192000"/>
              <a:gd name="connsiteY96" fmla="*/ 601529 h 858278"/>
              <a:gd name="connsiteX97" fmla="*/ 4015270 w 12192000"/>
              <a:gd name="connsiteY97" fmla="*/ 625082 h 858278"/>
              <a:gd name="connsiteX98" fmla="*/ 3983539 w 12192000"/>
              <a:gd name="connsiteY98" fmla="*/ 640223 h 858278"/>
              <a:gd name="connsiteX99" fmla="*/ 3842917 w 12192000"/>
              <a:gd name="connsiteY99" fmla="*/ 729013 h 858278"/>
              <a:gd name="connsiteX100" fmla="*/ 3827051 w 12192000"/>
              <a:gd name="connsiteY100" fmla="*/ 736490 h 858278"/>
              <a:gd name="connsiteX101" fmla="*/ 3636666 w 12192000"/>
              <a:gd name="connsiteY101" fmla="*/ 777428 h 858278"/>
              <a:gd name="connsiteX102" fmla="*/ 3569598 w 12192000"/>
              <a:gd name="connsiteY102" fmla="*/ 799671 h 858278"/>
              <a:gd name="connsiteX103" fmla="*/ 3431859 w 12192000"/>
              <a:gd name="connsiteY103" fmla="*/ 855189 h 858278"/>
              <a:gd name="connsiteX104" fmla="*/ 3377411 w 12192000"/>
              <a:gd name="connsiteY104" fmla="*/ 857058 h 858278"/>
              <a:gd name="connsiteX105" fmla="*/ 3176930 w 12192000"/>
              <a:gd name="connsiteY105" fmla="*/ 823786 h 858278"/>
              <a:gd name="connsiteX106" fmla="*/ 3075245 w 12192000"/>
              <a:gd name="connsiteY106" fmla="*/ 786212 h 858278"/>
              <a:gd name="connsiteX107" fmla="*/ 3039911 w 12192000"/>
              <a:gd name="connsiteY107" fmla="*/ 771258 h 858278"/>
              <a:gd name="connsiteX108" fmla="*/ 2790392 w 12192000"/>
              <a:gd name="connsiteY108" fmla="*/ 787334 h 858278"/>
              <a:gd name="connsiteX109" fmla="*/ 2720801 w 12192000"/>
              <a:gd name="connsiteY109" fmla="*/ 790887 h 858278"/>
              <a:gd name="connsiteX110" fmla="*/ 2482098 w 12192000"/>
              <a:gd name="connsiteY110" fmla="*/ 808832 h 858278"/>
              <a:gd name="connsiteX111" fmla="*/ 2432700 w 12192000"/>
              <a:gd name="connsiteY111" fmla="*/ 804532 h 858278"/>
              <a:gd name="connsiteX112" fmla="*/ 2111065 w 12192000"/>
              <a:gd name="connsiteY112" fmla="*/ 800980 h 858278"/>
              <a:gd name="connsiteX113" fmla="*/ 2088707 w 12192000"/>
              <a:gd name="connsiteY113" fmla="*/ 811261 h 858278"/>
              <a:gd name="connsiteX114" fmla="*/ 1973323 w 12192000"/>
              <a:gd name="connsiteY114" fmla="*/ 841731 h 858278"/>
              <a:gd name="connsiteX115" fmla="*/ 1819359 w 12192000"/>
              <a:gd name="connsiteY115" fmla="*/ 849581 h 858278"/>
              <a:gd name="connsiteX116" fmla="*/ 1791232 w 12192000"/>
              <a:gd name="connsiteY116" fmla="*/ 846776 h 858278"/>
              <a:gd name="connsiteX117" fmla="*/ 1687387 w 12192000"/>
              <a:gd name="connsiteY117" fmla="*/ 827897 h 858278"/>
              <a:gd name="connsiteX118" fmla="*/ 1454092 w 12192000"/>
              <a:gd name="connsiteY118" fmla="*/ 810327 h 858278"/>
              <a:gd name="connsiteX119" fmla="*/ 1408662 w 12192000"/>
              <a:gd name="connsiteY119" fmla="*/ 803970 h 858278"/>
              <a:gd name="connsiteX120" fmla="*/ 1326809 w 12192000"/>
              <a:gd name="connsiteY120" fmla="*/ 794064 h 858278"/>
              <a:gd name="connsiteX121" fmla="*/ 1105054 w 12192000"/>
              <a:gd name="connsiteY121" fmla="*/ 787521 h 858278"/>
              <a:gd name="connsiteX122" fmla="*/ 997604 w 12192000"/>
              <a:gd name="connsiteY122" fmla="*/ 797241 h 858278"/>
              <a:gd name="connsiteX123" fmla="*/ 949648 w 12192000"/>
              <a:gd name="connsiteY123" fmla="*/ 796680 h 858278"/>
              <a:gd name="connsiteX124" fmla="*/ 789552 w 12192000"/>
              <a:gd name="connsiteY124" fmla="*/ 771819 h 858278"/>
              <a:gd name="connsiteX125" fmla="*/ 396881 w 12192000"/>
              <a:gd name="connsiteY125" fmla="*/ 787707 h 858278"/>
              <a:gd name="connsiteX126" fmla="*/ 272843 w 12192000"/>
              <a:gd name="connsiteY126" fmla="*/ 801166 h 858278"/>
              <a:gd name="connsiteX127" fmla="*/ 206859 w 12192000"/>
              <a:gd name="connsiteY127" fmla="*/ 803036 h 858278"/>
              <a:gd name="connsiteX128" fmla="*/ 114552 w 12192000"/>
              <a:gd name="connsiteY128" fmla="*/ 784157 h 858278"/>
              <a:gd name="connsiteX129" fmla="*/ 30492 w 12192000"/>
              <a:gd name="connsiteY129" fmla="*/ 773619 h 858278"/>
              <a:gd name="connsiteX130" fmla="*/ 0 w 12192000"/>
              <a:gd name="connsiteY130" fmla="*/ 776145 h 858278"/>
              <a:gd name="connsiteX131" fmla="*/ 0 w 12192000"/>
              <a:gd name="connsiteY131" fmla="*/ 281806 h 858278"/>
              <a:gd name="connsiteX132" fmla="*/ 106258 w 12192000"/>
              <a:gd name="connsiteY132" fmla="*/ 293849 h 858278"/>
              <a:gd name="connsiteX133" fmla="*/ 145560 w 12192000"/>
              <a:gd name="connsiteY133" fmla="*/ 300203 h 858278"/>
              <a:gd name="connsiteX134" fmla="*/ 178377 w 12192000"/>
              <a:gd name="connsiteY134" fmla="*/ 310859 h 858278"/>
              <a:gd name="connsiteX135" fmla="*/ 278612 w 12192000"/>
              <a:gd name="connsiteY135" fmla="*/ 335345 h 858278"/>
              <a:gd name="connsiteX136" fmla="*/ 361546 w 12192000"/>
              <a:gd name="connsiteY136" fmla="*/ 336093 h 858278"/>
              <a:gd name="connsiteX137" fmla="*/ 476567 w 12192000"/>
              <a:gd name="connsiteY137" fmla="*/ 349926 h 858278"/>
              <a:gd name="connsiteX138" fmla="*/ 691112 w 12192000"/>
              <a:gd name="connsiteY138" fmla="*/ 363572 h 858278"/>
              <a:gd name="connsiteX139" fmla="*/ 735104 w 12192000"/>
              <a:gd name="connsiteY139" fmla="*/ 371424 h 858278"/>
              <a:gd name="connsiteX140" fmla="*/ 1001208 w 12192000"/>
              <a:gd name="connsiteY140" fmla="*/ 408622 h 858278"/>
              <a:gd name="connsiteX141" fmla="*/ 1214309 w 12192000"/>
              <a:gd name="connsiteY141" fmla="*/ 407873 h 858278"/>
              <a:gd name="connsiteX142" fmla="*/ 1230894 w 12192000"/>
              <a:gd name="connsiteY142" fmla="*/ 406191 h 858278"/>
              <a:gd name="connsiteX143" fmla="*/ 1312386 w 12192000"/>
              <a:gd name="connsiteY143" fmla="*/ 393855 h 858278"/>
              <a:gd name="connsiteX144" fmla="*/ 1438590 w 12192000"/>
              <a:gd name="connsiteY144" fmla="*/ 397218 h 858278"/>
              <a:gd name="connsiteX145" fmla="*/ 1525488 w 12192000"/>
              <a:gd name="connsiteY145" fmla="*/ 414229 h 858278"/>
              <a:gd name="connsiteX146" fmla="*/ 1633661 w 12192000"/>
              <a:gd name="connsiteY146" fmla="*/ 414977 h 858278"/>
              <a:gd name="connsiteX147" fmla="*/ 1757340 w 12192000"/>
              <a:gd name="connsiteY147" fmla="*/ 404323 h 858278"/>
              <a:gd name="connsiteX148" fmla="*/ 1812867 w 12192000"/>
              <a:gd name="connsiteY148" fmla="*/ 402079 h 858278"/>
              <a:gd name="connsiteX149" fmla="*/ 1965392 w 12192000"/>
              <a:gd name="connsiteY149" fmla="*/ 380021 h 858278"/>
              <a:gd name="connsiteX150" fmla="*/ 2056257 w 12192000"/>
              <a:gd name="connsiteY150" fmla="*/ 385442 h 858278"/>
              <a:gd name="connsiteX151" fmla="*/ 2145680 w 12192000"/>
              <a:gd name="connsiteY151" fmla="*/ 400023 h 858278"/>
              <a:gd name="connsiteX152" fmla="*/ 2203009 w 12192000"/>
              <a:gd name="connsiteY152" fmla="*/ 414043 h 858278"/>
              <a:gd name="connsiteX153" fmla="*/ 2318757 w 12192000"/>
              <a:gd name="connsiteY153" fmla="*/ 423949 h 858278"/>
              <a:gd name="connsiteX154" fmla="*/ 2340028 w 12192000"/>
              <a:gd name="connsiteY154" fmla="*/ 422454 h 858278"/>
              <a:gd name="connsiteX155" fmla="*/ 2685467 w 12192000"/>
              <a:gd name="connsiteY155" fmla="*/ 410116 h 858278"/>
              <a:gd name="connsiteX156" fmla="*/ 2822482 w 12192000"/>
              <a:gd name="connsiteY156" fmla="*/ 390303 h 858278"/>
              <a:gd name="connsiteX157" fmla="*/ 2851692 w 12192000"/>
              <a:gd name="connsiteY157" fmla="*/ 387873 h 858278"/>
              <a:gd name="connsiteX158" fmla="*/ 3143397 w 12192000"/>
              <a:gd name="connsiteY158" fmla="*/ 365628 h 858278"/>
              <a:gd name="connsiteX159" fmla="*/ 3175847 w 12192000"/>
              <a:gd name="connsiteY159" fmla="*/ 364694 h 858278"/>
              <a:gd name="connsiteX160" fmla="*/ 3266354 w 12192000"/>
              <a:gd name="connsiteY160" fmla="*/ 368619 h 858278"/>
              <a:gd name="connsiteX161" fmla="*/ 3479815 w 12192000"/>
              <a:gd name="connsiteY161" fmla="*/ 328243 h 858278"/>
              <a:gd name="connsiteX162" fmla="*/ 3693636 w 12192000"/>
              <a:gd name="connsiteY162" fmla="*/ 314409 h 858278"/>
              <a:gd name="connsiteX163" fmla="*/ 3811186 w 12192000"/>
              <a:gd name="connsiteY163" fmla="*/ 314598 h 858278"/>
              <a:gd name="connsiteX164" fmla="*/ 3895199 w 12192000"/>
              <a:gd name="connsiteY164" fmla="*/ 304689 h 858278"/>
              <a:gd name="connsiteX165" fmla="*/ 4101809 w 12192000"/>
              <a:gd name="connsiteY165" fmla="*/ 274595 h 858278"/>
              <a:gd name="connsiteX166" fmla="*/ 4199167 w 12192000"/>
              <a:gd name="connsiteY166" fmla="*/ 269922 h 858278"/>
              <a:gd name="connsiteX167" fmla="*/ 4302653 w 12192000"/>
              <a:gd name="connsiteY167" fmla="*/ 259827 h 858278"/>
              <a:gd name="connsiteX168" fmla="*/ 4558660 w 12192000"/>
              <a:gd name="connsiteY168" fmla="*/ 214592 h 858278"/>
              <a:gd name="connsiteX169" fmla="*/ 4767795 w 12192000"/>
              <a:gd name="connsiteY169" fmla="*/ 217208 h 858278"/>
              <a:gd name="connsiteX170" fmla="*/ 4901207 w 12192000"/>
              <a:gd name="connsiteY170" fmla="*/ 216648 h 858278"/>
              <a:gd name="connsiteX171" fmla="*/ 5060224 w 12192000"/>
              <a:gd name="connsiteY171" fmla="*/ 201694 h 858278"/>
              <a:gd name="connsiteX172" fmla="*/ 5190391 w 12192000"/>
              <a:gd name="connsiteY172" fmla="*/ 179822 h 858278"/>
              <a:gd name="connsiteX173" fmla="*/ 5370320 w 12192000"/>
              <a:gd name="connsiteY173" fmla="*/ 162439 h 858278"/>
              <a:gd name="connsiteX174" fmla="*/ 5549530 w 12192000"/>
              <a:gd name="connsiteY174" fmla="*/ 128978 h 858278"/>
              <a:gd name="connsiteX175" fmla="*/ 5674647 w 12192000"/>
              <a:gd name="connsiteY175" fmla="*/ 103370 h 858278"/>
              <a:gd name="connsiteX176" fmla="*/ 5848803 w 12192000"/>
              <a:gd name="connsiteY176" fmla="*/ 80752 h 858278"/>
              <a:gd name="connsiteX177" fmla="*/ 6115270 w 12192000"/>
              <a:gd name="connsiteY177" fmla="*/ 64864 h 858278"/>
              <a:gd name="connsiteX178" fmla="*/ 6237866 w 12192000"/>
              <a:gd name="connsiteY178" fmla="*/ 63180 h 858278"/>
              <a:gd name="connsiteX179" fmla="*/ 6431858 w 12192000"/>
              <a:gd name="connsiteY179" fmla="*/ 25983 h 858278"/>
              <a:gd name="connsiteX180" fmla="*/ 6514789 w 12192000"/>
              <a:gd name="connsiteY180" fmla="*/ 8038 h 858278"/>
              <a:gd name="connsiteX181" fmla="*/ 6589430 w 12192000"/>
              <a:gd name="connsiteY181" fmla="*/ 22993 h 858278"/>
              <a:gd name="connsiteX182" fmla="*/ 6637745 w 12192000"/>
              <a:gd name="connsiteY182" fmla="*/ 40190 h 858278"/>
              <a:gd name="connsiteX183" fmla="*/ 6790630 w 12192000"/>
              <a:gd name="connsiteY183" fmla="*/ 25609 h 858278"/>
              <a:gd name="connsiteX184" fmla="*/ 6952890 w 12192000"/>
              <a:gd name="connsiteY184" fmla="*/ 10282 h 858278"/>
              <a:gd name="connsiteX185" fmla="*/ 7068995 w 12192000"/>
              <a:gd name="connsiteY185" fmla="*/ 0 h 85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2192000" h="858278">
                <a:moveTo>
                  <a:pt x="7068995" y="0"/>
                </a:moveTo>
                <a:cubicBezTo>
                  <a:pt x="7117313" y="0"/>
                  <a:pt x="7165270" y="5982"/>
                  <a:pt x="7213949" y="8225"/>
                </a:cubicBezTo>
                <a:cubicBezTo>
                  <a:pt x="7251807" y="10093"/>
                  <a:pt x="7290390" y="9345"/>
                  <a:pt x="7328251" y="11589"/>
                </a:cubicBezTo>
                <a:cubicBezTo>
                  <a:pt x="7359262" y="13272"/>
                  <a:pt x="7389909" y="17570"/>
                  <a:pt x="7420557" y="21122"/>
                </a:cubicBezTo>
                <a:cubicBezTo>
                  <a:pt x="7431737" y="22431"/>
                  <a:pt x="7442916" y="27479"/>
                  <a:pt x="7453008" y="26731"/>
                </a:cubicBezTo>
                <a:cubicBezTo>
                  <a:pt x="7553251" y="18693"/>
                  <a:pt x="7625366" y="54583"/>
                  <a:pt x="7710103" y="70471"/>
                </a:cubicBezTo>
                <a:cubicBezTo>
                  <a:pt x="7799166" y="87295"/>
                  <a:pt x="7885345" y="113090"/>
                  <a:pt x="7984860" y="105427"/>
                </a:cubicBezTo>
                <a:cubicBezTo>
                  <a:pt x="8045078" y="100754"/>
                  <a:pt x="8103129" y="89911"/>
                  <a:pt x="8162987" y="83368"/>
                </a:cubicBezTo>
                <a:cubicBezTo>
                  <a:pt x="8184261" y="81125"/>
                  <a:pt x="8208058" y="81500"/>
                  <a:pt x="8229332" y="83743"/>
                </a:cubicBezTo>
                <a:cubicBezTo>
                  <a:pt x="8332097" y="94025"/>
                  <a:pt x="8433417" y="95520"/>
                  <a:pt x="8534382" y="78696"/>
                </a:cubicBezTo>
                <a:cubicBezTo>
                  <a:pt x="8551686" y="75891"/>
                  <a:pt x="8570076" y="73275"/>
                  <a:pt x="8588107" y="73275"/>
                </a:cubicBezTo>
                <a:cubicBezTo>
                  <a:pt x="8686903" y="73275"/>
                  <a:pt x="8783897" y="77200"/>
                  <a:pt x="8878370" y="95520"/>
                </a:cubicBezTo>
                <a:cubicBezTo>
                  <a:pt x="8910101" y="101688"/>
                  <a:pt x="8948685" y="97763"/>
                  <a:pt x="8983659" y="99259"/>
                </a:cubicBezTo>
                <a:cubicBezTo>
                  <a:pt x="9016109" y="100566"/>
                  <a:pt x="9049283" y="101127"/>
                  <a:pt x="9080653" y="105427"/>
                </a:cubicBezTo>
                <a:cubicBezTo>
                  <a:pt x="9126447" y="111781"/>
                  <a:pt x="9168994" y="112529"/>
                  <a:pt x="9216230" y="106922"/>
                </a:cubicBezTo>
                <a:cubicBezTo>
                  <a:pt x="9261301" y="101688"/>
                  <a:pt x="9309980" y="104304"/>
                  <a:pt x="9356857" y="104118"/>
                </a:cubicBezTo>
                <a:cubicBezTo>
                  <a:pt x="9409140" y="103931"/>
                  <a:pt x="9461422" y="103745"/>
                  <a:pt x="9513705" y="104679"/>
                </a:cubicBezTo>
                <a:cubicBezTo>
                  <a:pt x="9534620" y="105052"/>
                  <a:pt x="9558416" y="112529"/>
                  <a:pt x="9575728" y="109538"/>
                </a:cubicBezTo>
                <a:cubicBezTo>
                  <a:pt x="9631615" y="99445"/>
                  <a:pt x="9687505" y="111595"/>
                  <a:pt x="9743391" y="106174"/>
                </a:cubicBezTo>
                <a:cubicBezTo>
                  <a:pt x="9770799" y="103370"/>
                  <a:pt x="9801807" y="111033"/>
                  <a:pt x="9831372" y="111781"/>
                </a:cubicBezTo>
                <a:cubicBezTo>
                  <a:pt x="9879691" y="113090"/>
                  <a:pt x="9928007" y="112529"/>
                  <a:pt x="9976326" y="112904"/>
                </a:cubicBezTo>
                <a:cubicBezTo>
                  <a:pt x="9992191" y="113090"/>
                  <a:pt x="10007697" y="113838"/>
                  <a:pt x="10023562" y="114213"/>
                </a:cubicBezTo>
                <a:cubicBezTo>
                  <a:pt x="10037626" y="114586"/>
                  <a:pt x="10052409" y="116267"/>
                  <a:pt x="10065749" y="114960"/>
                </a:cubicBezTo>
                <a:cubicBezTo>
                  <a:pt x="10114068" y="110286"/>
                  <a:pt x="10161664" y="102622"/>
                  <a:pt x="10210339" y="99631"/>
                </a:cubicBezTo>
                <a:cubicBezTo>
                  <a:pt x="10252526" y="97015"/>
                  <a:pt x="10296159" y="100566"/>
                  <a:pt x="10338705" y="98697"/>
                </a:cubicBezTo>
                <a:cubicBezTo>
                  <a:pt x="10413705" y="95520"/>
                  <a:pt x="10488705" y="89911"/>
                  <a:pt x="10563705" y="86359"/>
                </a:cubicBezTo>
                <a:cubicBezTo>
                  <a:pt x="10579933" y="85611"/>
                  <a:pt x="10596878" y="90286"/>
                  <a:pt x="10613466" y="90659"/>
                </a:cubicBezTo>
                <a:cubicBezTo>
                  <a:pt x="10665389" y="91593"/>
                  <a:pt x="10717312" y="91782"/>
                  <a:pt x="10769235" y="92341"/>
                </a:cubicBezTo>
                <a:cubicBezTo>
                  <a:pt x="10798801" y="92529"/>
                  <a:pt x="10828730" y="91968"/>
                  <a:pt x="10857939" y="93650"/>
                </a:cubicBezTo>
                <a:cubicBezTo>
                  <a:pt x="10896518" y="95893"/>
                  <a:pt x="10931493" y="99259"/>
                  <a:pt x="10967551" y="84677"/>
                </a:cubicBezTo>
                <a:cubicBezTo>
                  <a:pt x="11023081" y="62060"/>
                  <a:pt x="11093755" y="70846"/>
                  <a:pt x="11157935" y="65612"/>
                </a:cubicBezTo>
                <a:cubicBezTo>
                  <a:pt x="11174524" y="64303"/>
                  <a:pt x="11191472" y="64116"/>
                  <a:pt x="11208056" y="62621"/>
                </a:cubicBezTo>
                <a:cubicBezTo>
                  <a:pt x="11238708" y="59817"/>
                  <a:pt x="11268993" y="56639"/>
                  <a:pt x="11299645" y="53460"/>
                </a:cubicBezTo>
                <a:cubicBezTo>
                  <a:pt x="11305051" y="52901"/>
                  <a:pt x="11311180" y="52712"/>
                  <a:pt x="11316229" y="51778"/>
                </a:cubicBezTo>
                <a:cubicBezTo>
                  <a:pt x="11362747" y="43928"/>
                  <a:pt x="11408537" y="34956"/>
                  <a:pt x="11455774" y="28599"/>
                </a:cubicBezTo>
                <a:cubicBezTo>
                  <a:pt x="11478851" y="25422"/>
                  <a:pt x="11504452" y="25047"/>
                  <a:pt x="11528249" y="26731"/>
                </a:cubicBezTo>
                <a:cubicBezTo>
                  <a:pt x="11597839" y="31590"/>
                  <a:pt x="11666710" y="33647"/>
                  <a:pt x="11736664" y="26543"/>
                </a:cubicBezTo>
                <a:cubicBezTo>
                  <a:pt x="11764427" y="23740"/>
                  <a:pt x="11795439" y="28413"/>
                  <a:pt x="11825004" y="30095"/>
                </a:cubicBezTo>
                <a:cubicBezTo>
                  <a:pt x="11895677" y="34581"/>
                  <a:pt x="11966350" y="39442"/>
                  <a:pt x="12037383" y="43740"/>
                </a:cubicBezTo>
                <a:cubicBezTo>
                  <a:pt x="12081735" y="46358"/>
                  <a:pt x="12126447" y="47853"/>
                  <a:pt x="12170798" y="50469"/>
                </a:cubicBezTo>
                <a:lnTo>
                  <a:pt x="12192000" y="51944"/>
                </a:lnTo>
                <a:lnTo>
                  <a:pt x="12192000" y="200794"/>
                </a:lnTo>
                <a:lnTo>
                  <a:pt x="12145556" y="203937"/>
                </a:lnTo>
                <a:cubicBezTo>
                  <a:pt x="12092914" y="208610"/>
                  <a:pt x="12045318" y="220012"/>
                  <a:pt x="12007095" y="241882"/>
                </a:cubicBezTo>
                <a:cubicBezTo>
                  <a:pt x="11969958" y="263193"/>
                  <a:pt x="11961304" y="260763"/>
                  <a:pt x="11918395" y="243752"/>
                </a:cubicBezTo>
                <a:cubicBezTo>
                  <a:pt x="11868274" y="223937"/>
                  <a:pt x="11816350" y="205619"/>
                  <a:pt x="11762625" y="188608"/>
                </a:cubicBezTo>
                <a:cubicBezTo>
                  <a:pt x="11745677" y="183188"/>
                  <a:pt x="11721158" y="183375"/>
                  <a:pt x="11699883" y="182254"/>
                </a:cubicBezTo>
                <a:cubicBezTo>
                  <a:pt x="11663826" y="180197"/>
                  <a:pt x="11626685" y="176459"/>
                  <a:pt x="11591351" y="178702"/>
                </a:cubicBezTo>
                <a:cubicBezTo>
                  <a:pt x="11557458" y="180945"/>
                  <a:pt x="11523922" y="188608"/>
                  <a:pt x="11492554" y="196272"/>
                </a:cubicBezTo>
                <a:cubicBezTo>
                  <a:pt x="11404933" y="217769"/>
                  <a:pt x="11324524" y="244500"/>
                  <a:pt x="11259979" y="283006"/>
                </a:cubicBezTo>
                <a:cubicBezTo>
                  <a:pt x="11251689" y="288053"/>
                  <a:pt x="11235101" y="289924"/>
                  <a:pt x="11221397" y="291605"/>
                </a:cubicBezTo>
                <a:cubicBezTo>
                  <a:pt x="11199043" y="294410"/>
                  <a:pt x="11175966" y="297026"/>
                  <a:pt x="11153249" y="297401"/>
                </a:cubicBezTo>
                <a:cubicBezTo>
                  <a:pt x="11042914" y="299269"/>
                  <a:pt x="10956376" y="325439"/>
                  <a:pt x="10884980" y="367310"/>
                </a:cubicBezTo>
                <a:cubicBezTo>
                  <a:pt x="10864428" y="379273"/>
                  <a:pt x="10848562" y="380582"/>
                  <a:pt x="10826205" y="366749"/>
                </a:cubicBezTo>
                <a:cubicBezTo>
                  <a:pt x="10800247" y="350674"/>
                  <a:pt x="10763107" y="357029"/>
                  <a:pt x="10729570" y="360767"/>
                </a:cubicBezTo>
                <a:cubicBezTo>
                  <a:pt x="10694958" y="364506"/>
                  <a:pt x="10659980" y="368433"/>
                  <a:pt x="10625364" y="372171"/>
                </a:cubicBezTo>
                <a:cubicBezTo>
                  <a:pt x="10599766" y="374787"/>
                  <a:pt x="10574524" y="377030"/>
                  <a:pt x="10549282" y="380208"/>
                </a:cubicBezTo>
                <a:cubicBezTo>
                  <a:pt x="10470678" y="390116"/>
                  <a:pt x="10400005" y="387125"/>
                  <a:pt x="10336184" y="356656"/>
                </a:cubicBezTo>
                <a:cubicBezTo>
                  <a:pt x="10287505" y="333291"/>
                  <a:pt x="10225126" y="326373"/>
                  <a:pt x="10158780" y="333477"/>
                </a:cubicBezTo>
                <a:cubicBezTo>
                  <a:pt x="10150486" y="334411"/>
                  <a:pt x="10140030" y="338150"/>
                  <a:pt x="10134261" y="336654"/>
                </a:cubicBezTo>
                <a:cubicBezTo>
                  <a:pt x="10047362" y="314784"/>
                  <a:pt x="9978491" y="353292"/>
                  <a:pt x="9898441" y="355722"/>
                </a:cubicBezTo>
                <a:cubicBezTo>
                  <a:pt x="9863107" y="356842"/>
                  <a:pt x="9827049" y="370676"/>
                  <a:pt x="9795318" y="381703"/>
                </a:cubicBezTo>
                <a:cubicBezTo>
                  <a:pt x="9751686" y="396846"/>
                  <a:pt x="9712743" y="411425"/>
                  <a:pt x="9653613" y="404695"/>
                </a:cubicBezTo>
                <a:cubicBezTo>
                  <a:pt x="9594478" y="397780"/>
                  <a:pt x="9540390" y="410491"/>
                  <a:pt x="9496038" y="432174"/>
                </a:cubicBezTo>
                <a:cubicBezTo>
                  <a:pt x="9462145" y="448624"/>
                  <a:pt x="9425005" y="450119"/>
                  <a:pt x="9380293" y="445446"/>
                </a:cubicBezTo>
                <a:cubicBezTo>
                  <a:pt x="9324403" y="439651"/>
                  <a:pt x="9266351" y="439276"/>
                  <a:pt x="9209742" y="435726"/>
                </a:cubicBezTo>
                <a:cubicBezTo>
                  <a:pt x="9197480" y="434979"/>
                  <a:pt x="9181978" y="432361"/>
                  <a:pt x="9174763" y="427874"/>
                </a:cubicBezTo>
                <a:cubicBezTo>
                  <a:pt x="9086422" y="372171"/>
                  <a:pt x="8962024" y="371610"/>
                  <a:pt x="8839428" y="368992"/>
                </a:cubicBezTo>
                <a:cubicBezTo>
                  <a:pt x="8765151" y="367310"/>
                  <a:pt x="8690511" y="367310"/>
                  <a:pt x="8615871" y="368244"/>
                </a:cubicBezTo>
                <a:cubicBezTo>
                  <a:pt x="8590628" y="368433"/>
                  <a:pt x="8563948" y="371424"/>
                  <a:pt x="8541590" y="377030"/>
                </a:cubicBezTo>
                <a:cubicBezTo>
                  <a:pt x="8495076" y="388807"/>
                  <a:pt x="8452171" y="404134"/>
                  <a:pt x="8406013" y="416097"/>
                </a:cubicBezTo>
                <a:cubicBezTo>
                  <a:pt x="8388709" y="420772"/>
                  <a:pt x="8366352" y="420959"/>
                  <a:pt x="8346160" y="421706"/>
                </a:cubicBezTo>
                <a:cubicBezTo>
                  <a:pt x="8310462" y="423202"/>
                  <a:pt x="8270800" y="418715"/>
                  <a:pt x="8240152" y="425445"/>
                </a:cubicBezTo>
                <a:cubicBezTo>
                  <a:pt x="8160461" y="442828"/>
                  <a:pt x="8085821" y="438903"/>
                  <a:pt x="8010102" y="421706"/>
                </a:cubicBezTo>
                <a:cubicBezTo>
                  <a:pt x="7904091" y="397593"/>
                  <a:pt x="7803853" y="399462"/>
                  <a:pt x="7710103" y="437595"/>
                </a:cubicBezTo>
                <a:cubicBezTo>
                  <a:pt x="7667915" y="454792"/>
                  <a:pt x="7626808" y="446567"/>
                  <a:pt x="7591114" y="432735"/>
                </a:cubicBezTo>
                <a:cubicBezTo>
                  <a:pt x="7550006" y="416659"/>
                  <a:pt x="7509980" y="412547"/>
                  <a:pt x="7462749" y="424322"/>
                </a:cubicBezTo>
                <a:cubicBezTo>
                  <a:pt x="7452289" y="426940"/>
                  <a:pt x="7437506" y="425631"/>
                  <a:pt x="7425244" y="424697"/>
                </a:cubicBezTo>
                <a:cubicBezTo>
                  <a:pt x="7355294" y="420024"/>
                  <a:pt x="7284982" y="412173"/>
                  <a:pt x="7228012" y="444510"/>
                </a:cubicBezTo>
                <a:cubicBezTo>
                  <a:pt x="7216832" y="450867"/>
                  <a:pt x="7198083" y="453483"/>
                  <a:pt x="7182936" y="457783"/>
                </a:cubicBezTo>
                <a:cubicBezTo>
                  <a:pt x="7119476" y="475355"/>
                  <a:pt x="7122000" y="473671"/>
                  <a:pt x="7065391" y="452362"/>
                </a:cubicBezTo>
                <a:cubicBezTo>
                  <a:pt x="7035822" y="441147"/>
                  <a:pt x="6995078" y="429745"/>
                  <a:pt x="6960826" y="430679"/>
                </a:cubicBezTo>
                <a:cubicBezTo>
                  <a:pt x="6754212" y="436286"/>
                  <a:pt x="6557699" y="409368"/>
                  <a:pt x="6361185" y="383946"/>
                </a:cubicBezTo>
                <a:cubicBezTo>
                  <a:pt x="6240032" y="368244"/>
                  <a:pt x="6121762" y="367310"/>
                  <a:pt x="6000609" y="383198"/>
                </a:cubicBezTo>
                <a:cubicBezTo>
                  <a:pt x="5912987" y="394789"/>
                  <a:pt x="5830053" y="375721"/>
                  <a:pt x="5748205" y="362637"/>
                </a:cubicBezTo>
                <a:cubicBezTo>
                  <a:pt x="5731256" y="360021"/>
                  <a:pt x="5715391" y="349740"/>
                  <a:pt x="5706377" y="340954"/>
                </a:cubicBezTo>
                <a:cubicBezTo>
                  <a:pt x="5673924" y="309923"/>
                  <a:pt x="5620199" y="305064"/>
                  <a:pt x="5552410" y="317962"/>
                </a:cubicBezTo>
                <a:cubicBezTo>
                  <a:pt x="5498686" y="328057"/>
                  <a:pt x="5449647" y="341515"/>
                  <a:pt x="5406015" y="365442"/>
                </a:cubicBezTo>
                <a:cubicBezTo>
                  <a:pt x="5354814" y="393480"/>
                  <a:pt x="5301809" y="425445"/>
                  <a:pt x="5222482" y="437222"/>
                </a:cubicBezTo>
                <a:cubicBezTo>
                  <a:pt x="5188226" y="442267"/>
                  <a:pt x="5158661" y="443015"/>
                  <a:pt x="5122603" y="437781"/>
                </a:cubicBezTo>
                <a:cubicBezTo>
                  <a:pt x="5052649" y="427688"/>
                  <a:pt x="4982340" y="420584"/>
                  <a:pt x="4916712" y="451801"/>
                </a:cubicBezTo>
                <a:cubicBezTo>
                  <a:pt x="4880655" y="468998"/>
                  <a:pt x="4831976" y="480027"/>
                  <a:pt x="4773924" y="475728"/>
                </a:cubicBezTo>
                <a:cubicBezTo>
                  <a:pt x="4701449" y="470307"/>
                  <a:pt x="4635463" y="483952"/>
                  <a:pt x="4573806" y="504140"/>
                </a:cubicBezTo>
                <a:cubicBezTo>
                  <a:pt x="4551809" y="511431"/>
                  <a:pt x="4524764" y="515542"/>
                  <a:pt x="4499166" y="519094"/>
                </a:cubicBezTo>
                <a:cubicBezTo>
                  <a:pt x="4440032" y="527319"/>
                  <a:pt x="4380534" y="534610"/>
                  <a:pt x="4320680" y="541339"/>
                </a:cubicBezTo>
                <a:cubicBezTo>
                  <a:pt x="4271642" y="546946"/>
                  <a:pt x="4222244" y="551059"/>
                  <a:pt x="4172841" y="555918"/>
                </a:cubicBezTo>
                <a:cubicBezTo>
                  <a:pt x="4118757" y="561152"/>
                  <a:pt x="4075848" y="573304"/>
                  <a:pt x="4053493" y="601529"/>
                </a:cubicBezTo>
                <a:cubicBezTo>
                  <a:pt x="4046282" y="610501"/>
                  <a:pt x="4028974" y="617605"/>
                  <a:pt x="4015270" y="625082"/>
                </a:cubicBezTo>
                <a:cubicBezTo>
                  <a:pt x="4005538" y="630503"/>
                  <a:pt x="3992553" y="634616"/>
                  <a:pt x="3983539" y="640223"/>
                </a:cubicBezTo>
                <a:cubicBezTo>
                  <a:pt x="3936303" y="669758"/>
                  <a:pt x="3889789" y="699478"/>
                  <a:pt x="3842917" y="729013"/>
                </a:cubicBezTo>
                <a:cubicBezTo>
                  <a:pt x="3838226" y="731818"/>
                  <a:pt x="3833180" y="735182"/>
                  <a:pt x="3827051" y="736490"/>
                </a:cubicBezTo>
                <a:cubicBezTo>
                  <a:pt x="3763589" y="750136"/>
                  <a:pt x="3699405" y="763033"/>
                  <a:pt x="3636666" y="777428"/>
                </a:cubicBezTo>
                <a:cubicBezTo>
                  <a:pt x="3612507" y="783035"/>
                  <a:pt x="3587628" y="789950"/>
                  <a:pt x="3569598" y="799671"/>
                </a:cubicBezTo>
                <a:cubicBezTo>
                  <a:pt x="3528494" y="821729"/>
                  <a:pt x="3490993" y="845656"/>
                  <a:pt x="3431859" y="855189"/>
                </a:cubicBezTo>
                <a:cubicBezTo>
                  <a:pt x="3414552" y="857992"/>
                  <a:pt x="3394000" y="859487"/>
                  <a:pt x="3377411" y="857058"/>
                </a:cubicBezTo>
                <a:cubicBezTo>
                  <a:pt x="3309982" y="846965"/>
                  <a:pt x="3243999" y="834440"/>
                  <a:pt x="3176930" y="823786"/>
                </a:cubicBezTo>
                <a:cubicBezTo>
                  <a:pt x="3134384" y="817243"/>
                  <a:pt x="3095801" y="809391"/>
                  <a:pt x="3075245" y="786212"/>
                </a:cubicBezTo>
                <a:cubicBezTo>
                  <a:pt x="3069480" y="779671"/>
                  <a:pt x="3053252" y="772567"/>
                  <a:pt x="3039911" y="771258"/>
                </a:cubicBezTo>
                <a:cubicBezTo>
                  <a:pt x="2954095" y="762847"/>
                  <a:pt x="2869359" y="758735"/>
                  <a:pt x="2790392" y="787334"/>
                </a:cubicBezTo>
                <a:cubicBezTo>
                  <a:pt x="2773807" y="793503"/>
                  <a:pt x="2742795" y="793503"/>
                  <a:pt x="2720801" y="790887"/>
                </a:cubicBezTo>
                <a:cubicBezTo>
                  <a:pt x="2636065" y="781166"/>
                  <a:pt x="2555656" y="777801"/>
                  <a:pt x="2482098" y="808832"/>
                </a:cubicBezTo>
                <a:cubicBezTo>
                  <a:pt x="2473444" y="812570"/>
                  <a:pt x="2445681" y="809204"/>
                  <a:pt x="2432700" y="804532"/>
                </a:cubicBezTo>
                <a:cubicBezTo>
                  <a:pt x="2307579" y="758922"/>
                  <a:pt x="2239071" y="757799"/>
                  <a:pt x="2111065" y="800980"/>
                </a:cubicBezTo>
                <a:cubicBezTo>
                  <a:pt x="2102771" y="803784"/>
                  <a:pt x="2091955" y="806961"/>
                  <a:pt x="2088707" y="811261"/>
                </a:cubicBezTo>
                <a:cubicBezTo>
                  <a:pt x="2066713" y="838740"/>
                  <a:pt x="2019840" y="839487"/>
                  <a:pt x="1973323" y="841731"/>
                </a:cubicBezTo>
                <a:cubicBezTo>
                  <a:pt x="1922123" y="844160"/>
                  <a:pt x="1870919" y="847337"/>
                  <a:pt x="1819359" y="849581"/>
                </a:cubicBezTo>
                <a:cubicBezTo>
                  <a:pt x="1810342" y="849955"/>
                  <a:pt x="1800246" y="848460"/>
                  <a:pt x="1791232" y="846776"/>
                </a:cubicBezTo>
                <a:cubicBezTo>
                  <a:pt x="1756617" y="840608"/>
                  <a:pt x="1723084" y="831636"/>
                  <a:pt x="1687387" y="827897"/>
                </a:cubicBezTo>
                <a:cubicBezTo>
                  <a:pt x="1610225" y="819859"/>
                  <a:pt x="1535584" y="803784"/>
                  <a:pt x="1454092" y="810327"/>
                </a:cubicBezTo>
                <a:cubicBezTo>
                  <a:pt x="1440032" y="811448"/>
                  <a:pt x="1423804" y="806027"/>
                  <a:pt x="1408662" y="803970"/>
                </a:cubicBezTo>
                <a:cubicBezTo>
                  <a:pt x="1381257" y="800418"/>
                  <a:pt x="1354573" y="795373"/>
                  <a:pt x="1326809" y="794064"/>
                </a:cubicBezTo>
                <a:cubicBezTo>
                  <a:pt x="1253252" y="790698"/>
                  <a:pt x="1178975" y="787707"/>
                  <a:pt x="1105054" y="787521"/>
                </a:cubicBezTo>
                <a:cubicBezTo>
                  <a:pt x="1069359" y="787334"/>
                  <a:pt x="1033661" y="794437"/>
                  <a:pt x="997604" y="797241"/>
                </a:cubicBezTo>
                <a:cubicBezTo>
                  <a:pt x="981378" y="798550"/>
                  <a:pt x="955054" y="800793"/>
                  <a:pt x="949648" y="796680"/>
                </a:cubicBezTo>
                <a:cubicBezTo>
                  <a:pt x="907821" y="765465"/>
                  <a:pt x="849046" y="771446"/>
                  <a:pt x="789552" y="771819"/>
                </a:cubicBezTo>
                <a:cubicBezTo>
                  <a:pt x="658302" y="772567"/>
                  <a:pt x="531379" y="798923"/>
                  <a:pt x="396881" y="787707"/>
                </a:cubicBezTo>
                <a:cubicBezTo>
                  <a:pt x="357939" y="784530"/>
                  <a:pt x="314669" y="797055"/>
                  <a:pt x="272843" y="801166"/>
                </a:cubicBezTo>
                <a:cubicBezTo>
                  <a:pt x="251208" y="803223"/>
                  <a:pt x="227412" y="805654"/>
                  <a:pt x="206859" y="803036"/>
                </a:cubicBezTo>
                <a:cubicBezTo>
                  <a:pt x="175129" y="798923"/>
                  <a:pt x="144477" y="791446"/>
                  <a:pt x="114552" y="784157"/>
                </a:cubicBezTo>
                <a:cubicBezTo>
                  <a:pt x="86787" y="777428"/>
                  <a:pt x="58662" y="774063"/>
                  <a:pt x="30492" y="773619"/>
                </a:cubicBezTo>
                <a:lnTo>
                  <a:pt x="0" y="776145"/>
                </a:lnTo>
                <a:lnTo>
                  <a:pt x="0" y="281806"/>
                </a:lnTo>
                <a:lnTo>
                  <a:pt x="106258" y="293849"/>
                </a:lnTo>
                <a:cubicBezTo>
                  <a:pt x="119598" y="295344"/>
                  <a:pt x="133298" y="297212"/>
                  <a:pt x="145560" y="300203"/>
                </a:cubicBezTo>
                <a:cubicBezTo>
                  <a:pt x="157098" y="303007"/>
                  <a:pt x="166835" y="307869"/>
                  <a:pt x="178377" y="310859"/>
                </a:cubicBezTo>
                <a:cubicBezTo>
                  <a:pt x="209741" y="318896"/>
                  <a:pt x="241838" y="326373"/>
                  <a:pt x="278612" y="335345"/>
                </a:cubicBezTo>
                <a:cubicBezTo>
                  <a:pt x="299164" y="318523"/>
                  <a:pt x="326935" y="328057"/>
                  <a:pt x="361546" y="336093"/>
                </a:cubicBezTo>
                <a:cubicBezTo>
                  <a:pt x="396881" y="344318"/>
                  <a:pt x="437625" y="346936"/>
                  <a:pt x="476567" y="349926"/>
                </a:cubicBezTo>
                <a:cubicBezTo>
                  <a:pt x="547963" y="355347"/>
                  <a:pt x="619719" y="358713"/>
                  <a:pt x="691112" y="363572"/>
                </a:cubicBezTo>
                <a:cubicBezTo>
                  <a:pt x="706258" y="364694"/>
                  <a:pt x="723566" y="366749"/>
                  <a:pt x="735104" y="371424"/>
                </a:cubicBezTo>
                <a:cubicBezTo>
                  <a:pt x="814067" y="402827"/>
                  <a:pt x="909986" y="411611"/>
                  <a:pt x="1001208" y="408622"/>
                </a:cubicBezTo>
                <a:cubicBezTo>
                  <a:pt x="1072963" y="406377"/>
                  <a:pt x="1143277" y="404695"/>
                  <a:pt x="1214309" y="407873"/>
                </a:cubicBezTo>
                <a:cubicBezTo>
                  <a:pt x="1219719" y="408061"/>
                  <a:pt x="1226931" y="407686"/>
                  <a:pt x="1230894" y="406191"/>
                </a:cubicBezTo>
                <a:cubicBezTo>
                  <a:pt x="1255413" y="396284"/>
                  <a:pt x="1281015" y="395537"/>
                  <a:pt x="1312386" y="393855"/>
                </a:cubicBezTo>
                <a:cubicBezTo>
                  <a:pt x="1356738" y="391423"/>
                  <a:pt x="1397482" y="393107"/>
                  <a:pt x="1438590" y="397218"/>
                </a:cubicBezTo>
                <a:cubicBezTo>
                  <a:pt x="1468519" y="400209"/>
                  <a:pt x="1498803" y="406377"/>
                  <a:pt x="1525488" y="414229"/>
                </a:cubicBezTo>
                <a:cubicBezTo>
                  <a:pt x="1562625" y="425258"/>
                  <a:pt x="1598327" y="429556"/>
                  <a:pt x="1633661" y="414977"/>
                </a:cubicBezTo>
                <a:cubicBezTo>
                  <a:pt x="1671881" y="399462"/>
                  <a:pt x="1715150" y="404882"/>
                  <a:pt x="1757340" y="404323"/>
                </a:cubicBezTo>
                <a:cubicBezTo>
                  <a:pt x="1775727" y="404134"/>
                  <a:pt x="1795200" y="404509"/>
                  <a:pt x="1812867" y="402079"/>
                </a:cubicBezTo>
                <a:cubicBezTo>
                  <a:pt x="1864067" y="395162"/>
                  <a:pt x="1913469" y="384694"/>
                  <a:pt x="1965392" y="380021"/>
                </a:cubicBezTo>
                <a:cubicBezTo>
                  <a:pt x="1994238" y="377405"/>
                  <a:pt x="2026328" y="382078"/>
                  <a:pt x="2056257" y="385442"/>
                </a:cubicBezTo>
                <a:cubicBezTo>
                  <a:pt x="2086546" y="388994"/>
                  <a:pt x="2116471" y="394414"/>
                  <a:pt x="2145680" y="400023"/>
                </a:cubicBezTo>
                <a:cubicBezTo>
                  <a:pt x="2165509" y="403761"/>
                  <a:pt x="2187144" y="407313"/>
                  <a:pt x="2203009" y="414043"/>
                </a:cubicBezTo>
                <a:cubicBezTo>
                  <a:pt x="2239071" y="429370"/>
                  <a:pt x="2276207" y="431988"/>
                  <a:pt x="2318757" y="423949"/>
                </a:cubicBezTo>
                <a:cubicBezTo>
                  <a:pt x="2325246" y="422640"/>
                  <a:pt x="2332817" y="422640"/>
                  <a:pt x="2340028" y="422454"/>
                </a:cubicBezTo>
                <a:cubicBezTo>
                  <a:pt x="2455421" y="418529"/>
                  <a:pt x="2570802" y="416097"/>
                  <a:pt x="2685467" y="410116"/>
                </a:cubicBezTo>
                <a:cubicBezTo>
                  <a:pt x="2731976" y="407686"/>
                  <a:pt x="2776688" y="397032"/>
                  <a:pt x="2822482" y="390303"/>
                </a:cubicBezTo>
                <a:cubicBezTo>
                  <a:pt x="2831859" y="388994"/>
                  <a:pt x="2842319" y="386937"/>
                  <a:pt x="2851692" y="387873"/>
                </a:cubicBezTo>
                <a:cubicBezTo>
                  <a:pt x="2953732" y="397218"/>
                  <a:pt x="3049288" y="383573"/>
                  <a:pt x="3143397" y="365628"/>
                </a:cubicBezTo>
                <a:cubicBezTo>
                  <a:pt x="3153130" y="363758"/>
                  <a:pt x="3165028" y="364319"/>
                  <a:pt x="3175847" y="364694"/>
                </a:cubicBezTo>
                <a:cubicBezTo>
                  <a:pt x="3206140" y="366001"/>
                  <a:pt x="3238949" y="372544"/>
                  <a:pt x="3266354" y="368619"/>
                </a:cubicBezTo>
                <a:cubicBezTo>
                  <a:pt x="3339188" y="357776"/>
                  <a:pt x="3411304" y="344693"/>
                  <a:pt x="3479815" y="328243"/>
                </a:cubicBezTo>
                <a:cubicBezTo>
                  <a:pt x="3549409" y="311607"/>
                  <a:pt x="3613950" y="297587"/>
                  <a:pt x="3693636" y="314409"/>
                </a:cubicBezTo>
                <a:cubicBezTo>
                  <a:pt x="3727528" y="321514"/>
                  <a:pt x="3772239" y="316466"/>
                  <a:pt x="3811186" y="314598"/>
                </a:cubicBezTo>
                <a:cubicBezTo>
                  <a:pt x="3839668" y="313102"/>
                  <a:pt x="3867073" y="304689"/>
                  <a:pt x="3895199" y="304689"/>
                </a:cubicBezTo>
                <a:cubicBezTo>
                  <a:pt x="3970203" y="304689"/>
                  <a:pt x="4036905" y="294783"/>
                  <a:pt x="4101809" y="274595"/>
                </a:cubicBezTo>
                <a:cubicBezTo>
                  <a:pt x="4127055" y="266745"/>
                  <a:pt x="4166357" y="271979"/>
                  <a:pt x="4199167" y="269922"/>
                </a:cubicBezTo>
                <a:cubicBezTo>
                  <a:pt x="4233785" y="267492"/>
                  <a:pt x="4269476" y="265249"/>
                  <a:pt x="4302653" y="259827"/>
                </a:cubicBezTo>
                <a:cubicBezTo>
                  <a:pt x="4388469" y="245621"/>
                  <a:pt x="4473205" y="229546"/>
                  <a:pt x="4558660" y="214592"/>
                </a:cubicBezTo>
                <a:cubicBezTo>
                  <a:pt x="4628970" y="202254"/>
                  <a:pt x="4698205" y="211974"/>
                  <a:pt x="4767795" y="217208"/>
                </a:cubicBezTo>
                <a:cubicBezTo>
                  <a:pt x="4811428" y="220573"/>
                  <a:pt x="4852169" y="228612"/>
                  <a:pt x="4901207" y="216648"/>
                </a:cubicBezTo>
                <a:cubicBezTo>
                  <a:pt x="4948084" y="205244"/>
                  <a:pt x="5007578" y="207862"/>
                  <a:pt x="5060224" y="201694"/>
                </a:cubicBezTo>
                <a:cubicBezTo>
                  <a:pt x="5104580" y="196460"/>
                  <a:pt x="5147482" y="188047"/>
                  <a:pt x="5190391" y="179822"/>
                </a:cubicBezTo>
                <a:cubicBezTo>
                  <a:pt x="5248806" y="168607"/>
                  <a:pt x="5306495" y="156832"/>
                  <a:pt x="5370320" y="162439"/>
                </a:cubicBezTo>
                <a:cubicBezTo>
                  <a:pt x="5442799" y="168795"/>
                  <a:pt x="5492553" y="144869"/>
                  <a:pt x="5549530" y="128978"/>
                </a:cubicBezTo>
                <a:cubicBezTo>
                  <a:pt x="5588832" y="118138"/>
                  <a:pt x="5631737" y="110099"/>
                  <a:pt x="5674647" y="103370"/>
                </a:cubicBezTo>
                <a:cubicBezTo>
                  <a:pt x="5731975" y="94584"/>
                  <a:pt x="5791110" y="89350"/>
                  <a:pt x="5848803" y="80752"/>
                </a:cubicBezTo>
                <a:cubicBezTo>
                  <a:pt x="5936064" y="67855"/>
                  <a:pt x="6024408" y="57760"/>
                  <a:pt x="6115270" y="64864"/>
                </a:cubicBezTo>
                <a:cubicBezTo>
                  <a:pt x="6157097" y="68041"/>
                  <a:pt x="6196043" y="67855"/>
                  <a:pt x="6237866" y="63180"/>
                </a:cubicBezTo>
                <a:cubicBezTo>
                  <a:pt x="6306374" y="55517"/>
                  <a:pt x="6376687" y="54583"/>
                  <a:pt x="6431858" y="25983"/>
                </a:cubicBezTo>
                <a:cubicBezTo>
                  <a:pt x="6451327" y="15888"/>
                  <a:pt x="6486303" y="13272"/>
                  <a:pt x="6514789" y="8038"/>
                </a:cubicBezTo>
                <a:cubicBezTo>
                  <a:pt x="6547603" y="1868"/>
                  <a:pt x="6571758" y="5048"/>
                  <a:pt x="6589430" y="22993"/>
                </a:cubicBezTo>
                <a:cubicBezTo>
                  <a:pt x="6597361" y="31029"/>
                  <a:pt x="6620078" y="38881"/>
                  <a:pt x="6637745" y="40190"/>
                </a:cubicBezTo>
                <a:cubicBezTo>
                  <a:pt x="6690750" y="44115"/>
                  <a:pt x="6739429" y="38320"/>
                  <a:pt x="6790630" y="25609"/>
                </a:cubicBezTo>
                <a:cubicBezTo>
                  <a:pt x="6838586" y="13645"/>
                  <a:pt x="6898442" y="14954"/>
                  <a:pt x="6952890" y="10282"/>
                </a:cubicBezTo>
                <a:cubicBezTo>
                  <a:pt x="6991470" y="6916"/>
                  <a:pt x="7030053" y="0"/>
                  <a:pt x="7068995" y="0"/>
                </a:cubicBezTo>
                <a:close/>
              </a:path>
            </a:pathLst>
          </a:custGeom>
          <a:blipFill dpi="0" rotWithShape="1">
            <a:blip r:embed="rId6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0CC1FDC-60B1-49C3-861C-17B43B8F4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52210"/>
            <a:ext cx="12192000" cy="858278"/>
          </a:xfrm>
          <a:custGeom>
            <a:avLst/>
            <a:gdLst>
              <a:gd name="connsiteX0" fmla="*/ 7068995 w 12192000"/>
              <a:gd name="connsiteY0" fmla="*/ 0 h 858278"/>
              <a:gd name="connsiteX1" fmla="*/ 7213949 w 12192000"/>
              <a:gd name="connsiteY1" fmla="*/ 8225 h 858278"/>
              <a:gd name="connsiteX2" fmla="*/ 7328251 w 12192000"/>
              <a:gd name="connsiteY2" fmla="*/ 11589 h 858278"/>
              <a:gd name="connsiteX3" fmla="*/ 7420557 w 12192000"/>
              <a:gd name="connsiteY3" fmla="*/ 21122 h 858278"/>
              <a:gd name="connsiteX4" fmla="*/ 7453008 w 12192000"/>
              <a:gd name="connsiteY4" fmla="*/ 26731 h 858278"/>
              <a:gd name="connsiteX5" fmla="*/ 7710103 w 12192000"/>
              <a:gd name="connsiteY5" fmla="*/ 70471 h 858278"/>
              <a:gd name="connsiteX6" fmla="*/ 7984860 w 12192000"/>
              <a:gd name="connsiteY6" fmla="*/ 105427 h 858278"/>
              <a:gd name="connsiteX7" fmla="*/ 8162987 w 12192000"/>
              <a:gd name="connsiteY7" fmla="*/ 83368 h 858278"/>
              <a:gd name="connsiteX8" fmla="*/ 8229332 w 12192000"/>
              <a:gd name="connsiteY8" fmla="*/ 83743 h 858278"/>
              <a:gd name="connsiteX9" fmla="*/ 8534382 w 12192000"/>
              <a:gd name="connsiteY9" fmla="*/ 78696 h 858278"/>
              <a:gd name="connsiteX10" fmla="*/ 8588107 w 12192000"/>
              <a:gd name="connsiteY10" fmla="*/ 73275 h 858278"/>
              <a:gd name="connsiteX11" fmla="*/ 8878370 w 12192000"/>
              <a:gd name="connsiteY11" fmla="*/ 95520 h 858278"/>
              <a:gd name="connsiteX12" fmla="*/ 8983659 w 12192000"/>
              <a:gd name="connsiteY12" fmla="*/ 99259 h 858278"/>
              <a:gd name="connsiteX13" fmla="*/ 9080653 w 12192000"/>
              <a:gd name="connsiteY13" fmla="*/ 105427 h 858278"/>
              <a:gd name="connsiteX14" fmla="*/ 9216230 w 12192000"/>
              <a:gd name="connsiteY14" fmla="*/ 106922 h 858278"/>
              <a:gd name="connsiteX15" fmla="*/ 9356857 w 12192000"/>
              <a:gd name="connsiteY15" fmla="*/ 104118 h 858278"/>
              <a:gd name="connsiteX16" fmla="*/ 9513705 w 12192000"/>
              <a:gd name="connsiteY16" fmla="*/ 104679 h 858278"/>
              <a:gd name="connsiteX17" fmla="*/ 9575728 w 12192000"/>
              <a:gd name="connsiteY17" fmla="*/ 109538 h 858278"/>
              <a:gd name="connsiteX18" fmla="*/ 9743391 w 12192000"/>
              <a:gd name="connsiteY18" fmla="*/ 106174 h 858278"/>
              <a:gd name="connsiteX19" fmla="*/ 9831372 w 12192000"/>
              <a:gd name="connsiteY19" fmla="*/ 111781 h 858278"/>
              <a:gd name="connsiteX20" fmla="*/ 9976326 w 12192000"/>
              <a:gd name="connsiteY20" fmla="*/ 112904 h 858278"/>
              <a:gd name="connsiteX21" fmla="*/ 10023562 w 12192000"/>
              <a:gd name="connsiteY21" fmla="*/ 114213 h 858278"/>
              <a:gd name="connsiteX22" fmla="*/ 10065749 w 12192000"/>
              <a:gd name="connsiteY22" fmla="*/ 114960 h 858278"/>
              <a:gd name="connsiteX23" fmla="*/ 10210339 w 12192000"/>
              <a:gd name="connsiteY23" fmla="*/ 99631 h 858278"/>
              <a:gd name="connsiteX24" fmla="*/ 10338705 w 12192000"/>
              <a:gd name="connsiteY24" fmla="*/ 98697 h 858278"/>
              <a:gd name="connsiteX25" fmla="*/ 10563705 w 12192000"/>
              <a:gd name="connsiteY25" fmla="*/ 86359 h 858278"/>
              <a:gd name="connsiteX26" fmla="*/ 10613466 w 12192000"/>
              <a:gd name="connsiteY26" fmla="*/ 90659 h 858278"/>
              <a:gd name="connsiteX27" fmla="*/ 10769235 w 12192000"/>
              <a:gd name="connsiteY27" fmla="*/ 92341 h 858278"/>
              <a:gd name="connsiteX28" fmla="*/ 10857939 w 12192000"/>
              <a:gd name="connsiteY28" fmla="*/ 93650 h 858278"/>
              <a:gd name="connsiteX29" fmla="*/ 10967551 w 12192000"/>
              <a:gd name="connsiteY29" fmla="*/ 84677 h 858278"/>
              <a:gd name="connsiteX30" fmla="*/ 11157935 w 12192000"/>
              <a:gd name="connsiteY30" fmla="*/ 65612 h 858278"/>
              <a:gd name="connsiteX31" fmla="*/ 11208056 w 12192000"/>
              <a:gd name="connsiteY31" fmla="*/ 62621 h 858278"/>
              <a:gd name="connsiteX32" fmla="*/ 11299645 w 12192000"/>
              <a:gd name="connsiteY32" fmla="*/ 53460 h 858278"/>
              <a:gd name="connsiteX33" fmla="*/ 11316229 w 12192000"/>
              <a:gd name="connsiteY33" fmla="*/ 51778 h 858278"/>
              <a:gd name="connsiteX34" fmla="*/ 11455774 w 12192000"/>
              <a:gd name="connsiteY34" fmla="*/ 28599 h 858278"/>
              <a:gd name="connsiteX35" fmla="*/ 11528249 w 12192000"/>
              <a:gd name="connsiteY35" fmla="*/ 26731 h 858278"/>
              <a:gd name="connsiteX36" fmla="*/ 11736664 w 12192000"/>
              <a:gd name="connsiteY36" fmla="*/ 26543 h 858278"/>
              <a:gd name="connsiteX37" fmla="*/ 11825004 w 12192000"/>
              <a:gd name="connsiteY37" fmla="*/ 30095 h 858278"/>
              <a:gd name="connsiteX38" fmla="*/ 12037383 w 12192000"/>
              <a:gd name="connsiteY38" fmla="*/ 43740 h 858278"/>
              <a:gd name="connsiteX39" fmla="*/ 12170798 w 12192000"/>
              <a:gd name="connsiteY39" fmla="*/ 50469 h 858278"/>
              <a:gd name="connsiteX40" fmla="*/ 12192000 w 12192000"/>
              <a:gd name="connsiteY40" fmla="*/ 51944 h 858278"/>
              <a:gd name="connsiteX41" fmla="*/ 12192000 w 12192000"/>
              <a:gd name="connsiteY41" fmla="*/ 200794 h 858278"/>
              <a:gd name="connsiteX42" fmla="*/ 12145556 w 12192000"/>
              <a:gd name="connsiteY42" fmla="*/ 203937 h 858278"/>
              <a:gd name="connsiteX43" fmla="*/ 12007095 w 12192000"/>
              <a:gd name="connsiteY43" fmla="*/ 241882 h 858278"/>
              <a:gd name="connsiteX44" fmla="*/ 11918395 w 12192000"/>
              <a:gd name="connsiteY44" fmla="*/ 243752 h 858278"/>
              <a:gd name="connsiteX45" fmla="*/ 11762625 w 12192000"/>
              <a:gd name="connsiteY45" fmla="*/ 188608 h 858278"/>
              <a:gd name="connsiteX46" fmla="*/ 11699883 w 12192000"/>
              <a:gd name="connsiteY46" fmla="*/ 182254 h 858278"/>
              <a:gd name="connsiteX47" fmla="*/ 11591351 w 12192000"/>
              <a:gd name="connsiteY47" fmla="*/ 178702 h 858278"/>
              <a:gd name="connsiteX48" fmla="*/ 11492554 w 12192000"/>
              <a:gd name="connsiteY48" fmla="*/ 196272 h 858278"/>
              <a:gd name="connsiteX49" fmla="*/ 11259979 w 12192000"/>
              <a:gd name="connsiteY49" fmla="*/ 283006 h 858278"/>
              <a:gd name="connsiteX50" fmla="*/ 11221397 w 12192000"/>
              <a:gd name="connsiteY50" fmla="*/ 291605 h 858278"/>
              <a:gd name="connsiteX51" fmla="*/ 11153249 w 12192000"/>
              <a:gd name="connsiteY51" fmla="*/ 297401 h 858278"/>
              <a:gd name="connsiteX52" fmla="*/ 10884980 w 12192000"/>
              <a:gd name="connsiteY52" fmla="*/ 367310 h 858278"/>
              <a:gd name="connsiteX53" fmla="*/ 10826205 w 12192000"/>
              <a:gd name="connsiteY53" fmla="*/ 366749 h 858278"/>
              <a:gd name="connsiteX54" fmla="*/ 10729570 w 12192000"/>
              <a:gd name="connsiteY54" fmla="*/ 360767 h 858278"/>
              <a:gd name="connsiteX55" fmla="*/ 10625364 w 12192000"/>
              <a:gd name="connsiteY55" fmla="*/ 372171 h 858278"/>
              <a:gd name="connsiteX56" fmla="*/ 10549282 w 12192000"/>
              <a:gd name="connsiteY56" fmla="*/ 380208 h 858278"/>
              <a:gd name="connsiteX57" fmla="*/ 10336184 w 12192000"/>
              <a:gd name="connsiteY57" fmla="*/ 356656 h 858278"/>
              <a:gd name="connsiteX58" fmla="*/ 10158780 w 12192000"/>
              <a:gd name="connsiteY58" fmla="*/ 333477 h 858278"/>
              <a:gd name="connsiteX59" fmla="*/ 10134261 w 12192000"/>
              <a:gd name="connsiteY59" fmla="*/ 336654 h 858278"/>
              <a:gd name="connsiteX60" fmla="*/ 9898441 w 12192000"/>
              <a:gd name="connsiteY60" fmla="*/ 355722 h 858278"/>
              <a:gd name="connsiteX61" fmla="*/ 9795318 w 12192000"/>
              <a:gd name="connsiteY61" fmla="*/ 381703 h 858278"/>
              <a:gd name="connsiteX62" fmla="*/ 9653613 w 12192000"/>
              <a:gd name="connsiteY62" fmla="*/ 404695 h 858278"/>
              <a:gd name="connsiteX63" fmla="*/ 9496038 w 12192000"/>
              <a:gd name="connsiteY63" fmla="*/ 432174 h 858278"/>
              <a:gd name="connsiteX64" fmla="*/ 9380293 w 12192000"/>
              <a:gd name="connsiteY64" fmla="*/ 445446 h 858278"/>
              <a:gd name="connsiteX65" fmla="*/ 9209742 w 12192000"/>
              <a:gd name="connsiteY65" fmla="*/ 435726 h 858278"/>
              <a:gd name="connsiteX66" fmla="*/ 9174763 w 12192000"/>
              <a:gd name="connsiteY66" fmla="*/ 427874 h 858278"/>
              <a:gd name="connsiteX67" fmla="*/ 8839428 w 12192000"/>
              <a:gd name="connsiteY67" fmla="*/ 368992 h 858278"/>
              <a:gd name="connsiteX68" fmla="*/ 8615871 w 12192000"/>
              <a:gd name="connsiteY68" fmla="*/ 368244 h 858278"/>
              <a:gd name="connsiteX69" fmla="*/ 8541590 w 12192000"/>
              <a:gd name="connsiteY69" fmla="*/ 377030 h 858278"/>
              <a:gd name="connsiteX70" fmla="*/ 8406013 w 12192000"/>
              <a:gd name="connsiteY70" fmla="*/ 416097 h 858278"/>
              <a:gd name="connsiteX71" fmla="*/ 8346160 w 12192000"/>
              <a:gd name="connsiteY71" fmla="*/ 421706 h 858278"/>
              <a:gd name="connsiteX72" fmla="*/ 8240152 w 12192000"/>
              <a:gd name="connsiteY72" fmla="*/ 425445 h 858278"/>
              <a:gd name="connsiteX73" fmla="*/ 8010102 w 12192000"/>
              <a:gd name="connsiteY73" fmla="*/ 421706 h 858278"/>
              <a:gd name="connsiteX74" fmla="*/ 7710103 w 12192000"/>
              <a:gd name="connsiteY74" fmla="*/ 437595 h 858278"/>
              <a:gd name="connsiteX75" fmla="*/ 7591114 w 12192000"/>
              <a:gd name="connsiteY75" fmla="*/ 432735 h 858278"/>
              <a:gd name="connsiteX76" fmla="*/ 7462749 w 12192000"/>
              <a:gd name="connsiteY76" fmla="*/ 424322 h 858278"/>
              <a:gd name="connsiteX77" fmla="*/ 7425244 w 12192000"/>
              <a:gd name="connsiteY77" fmla="*/ 424697 h 858278"/>
              <a:gd name="connsiteX78" fmla="*/ 7228012 w 12192000"/>
              <a:gd name="connsiteY78" fmla="*/ 444510 h 858278"/>
              <a:gd name="connsiteX79" fmla="*/ 7182936 w 12192000"/>
              <a:gd name="connsiteY79" fmla="*/ 457783 h 858278"/>
              <a:gd name="connsiteX80" fmla="*/ 7065391 w 12192000"/>
              <a:gd name="connsiteY80" fmla="*/ 452362 h 858278"/>
              <a:gd name="connsiteX81" fmla="*/ 6960826 w 12192000"/>
              <a:gd name="connsiteY81" fmla="*/ 430679 h 858278"/>
              <a:gd name="connsiteX82" fmla="*/ 6361185 w 12192000"/>
              <a:gd name="connsiteY82" fmla="*/ 383946 h 858278"/>
              <a:gd name="connsiteX83" fmla="*/ 6000609 w 12192000"/>
              <a:gd name="connsiteY83" fmla="*/ 383198 h 858278"/>
              <a:gd name="connsiteX84" fmla="*/ 5748205 w 12192000"/>
              <a:gd name="connsiteY84" fmla="*/ 362637 h 858278"/>
              <a:gd name="connsiteX85" fmla="*/ 5706377 w 12192000"/>
              <a:gd name="connsiteY85" fmla="*/ 340954 h 858278"/>
              <a:gd name="connsiteX86" fmla="*/ 5552410 w 12192000"/>
              <a:gd name="connsiteY86" fmla="*/ 317962 h 858278"/>
              <a:gd name="connsiteX87" fmla="*/ 5406015 w 12192000"/>
              <a:gd name="connsiteY87" fmla="*/ 365442 h 858278"/>
              <a:gd name="connsiteX88" fmla="*/ 5222482 w 12192000"/>
              <a:gd name="connsiteY88" fmla="*/ 437222 h 858278"/>
              <a:gd name="connsiteX89" fmla="*/ 5122603 w 12192000"/>
              <a:gd name="connsiteY89" fmla="*/ 437781 h 858278"/>
              <a:gd name="connsiteX90" fmla="*/ 4916712 w 12192000"/>
              <a:gd name="connsiteY90" fmla="*/ 451801 h 858278"/>
              <a:gd name="connsiteX91" fmla="*/ 4773924 w 12192000"/>
              <a:gd name="connsiteY91" fmla="*/ 475728 h 858278"/>
              <a:gd name="connsiteX92" fmla="*/ 4573806 w 12192000"/>
              <a:gd name="connsiteY92" fmla="*/ 504140 h 858278"/>
              <a:gd name="connsiteX93" fmla="*/ 4499166 w 12192000"/>
              <a:gd name="connsiteY93" fmla="*/ 519094 h 858278"/>
              <a:gd name="connsiteX94" fmla="*/ 4320680 w 12192000"/>
              <a:gd name="connsiteY94" fmla="*/ 541339 h 858278"/>
              <a:gd name="connsiteX95" fmla="*/ 4172841 w 12192000"/>
              <a:gd name="connsiteY95" fmla="*/ 555918 h 858278"/>
              <a:gd name="connsiteX96" fmla="*/ 4053493 w 12192000"/>
              <a:gd name="connsiteY96" fmla="*/ 601529 h 858278"/>
              <a:gd name="connsiteX97" fmla="*/ 4015270 w 12192000"/>
              <a:gd name="connsiteY97" fmla="*/ 625082 h 858278"/>
              <a:gd name="connsiteX98" fmla="*/ 3983539 w 12192000"/>
              <a:gd name="connsiteY98" fmla="*/ 640223 h 858278"/>
              <a:gd name="connsiteX99" fmla="*/ 3842917 w 12192000"/>
              <a:gd name="connsiteY99" fmla="*/ 729013 h 858278"/>
              <a:gd name="connsiteX100" fmla="*/ 3827051 w 12192000"/>
              <a:gd name="connsiteY100" fmla="*/ 736490 h 858278"/>
              <a:gd name="connsiteX101" fmla="*/ 3636666 w 12192000"/>
              <a:gd name="connsiteY101" fmla="*/ 777428 h 858278"/>
              <a:gd name="connsiteX102" fmla="*/ 3569598 w 12192000"/>
              <a:gd name="connsiteY102" fmla="*/ 799671 h 858278"/>
              <a:gd name="connsiteX103" fmla="*/ 3431859 w 12192000"/>
              <a:gd name="connsiteY103" fmla="*/ 855189 h 858278"/>
              <a:gd name="connsiteX104" fmla="*/ 3377411 w 12192000"/>
              <a:gd name="connsiteY104" fmla="*/ 857058 h 858278"/>
              <a:gd name="connsiteX105" fmla="*/ 3176930 w 12192000"/>
              <a:gd name="connsiteY105" fmla="*/ 823786 h 858278"/>
              <a:gd name="connsiteX106" fmla="*/ 3075245 w 12192000"/>
              <a:gd name="connsiteY106" fmla="*/ 786212 h 858278"/>
              <a:gd name="connsiteX107" fmla="*/ 3039911 w 12192000"/>
              <a:gd name="connsiteY107" fmla="*/ 771258 h 858278"/>
              <a:gd name="connsiteX108" fmla="*/ 2790392 w 12192000"/>
              <a:gd name="connsiteY108" fmla="*/ 787334 h 858278"/>
              <a:gd name="connsiteX109" fmla="*/ 2720801 w 12192000"/>
              <a:gd name="connsiteY109" fmla="*/ 790887 h 858278"/>
              <a:gd name="connsiteX110" fmla="*/ 2482098 w 12192000"/>
              <a:gd name="connsiteY110" fmla="*/ 808832 h 858278"/>
              <a:gd name="connsiteX111" fmla="*/ 2432700 w 12192000"/>
              <a:gd name="connsiteY111" fmla="*/ 804532 h 858278"/>
              <a:gd name="connsiteX112" fmla="*/ 2111065 w 12192000"/>
              <a:gd name="connsiteY112" fmla="*/ 800980 h 858278"/>
              <a:gd name="connsiteX113" fmla="*/ 2088707 w 12192000"/>
              <a:gd name="connsiteY113" fmla="*/ 811261 h 858278"/>
              <a:gd name="connsiteX114" fmla="*/ 1973323 w 12192000"/>
              <a:gd name="connsiteY114" fmla="*/ 841731 h 858278"/>
              <a:gd name="connsiteX115" fmla="*/ 1819359 w 12192000"/>
              <a:gd name="connsiteY115" fmla="*/ 849581 h 858278"/>
              <a:gd name="connsiteX116" fmla="*/ 1791232 w 12192000"/>
              <a:gd name="connsiteY116" fmla="*/ 846776 h 858278"/>
              <a:gd name="connsiteX117" fmla="*/ 1687387 w 12192000"/>
              <a:gd name="connsiteY117" fmla="*/ 827897 h 858278"/>
              <a:gd name="connsiteX118" fmla="*/ 1454092 w 12192000"/>
              <a:gd name="connsiteY118" fmla="*/ 810327 h 858278"/>
              <a:gd name="connsiteX119" fmla="*/ 1408662 w 12192000"/>
              <a:gd name="connsiteY119" fmla="*/ 803970 h 858278"/>
              <a:gd name="connsiteX120" fmla="*/ 1326809 w 12192000"/>
              <a:gd name="connsiteY120" fmla="*/ 794064 h 858278"/>
              <a:gd name="connsiteX121" fmla="*/ 1105054 w 12192000"/>
              <a:gd name="connsiteY121" fmla="*/ 787521 h 858278"/>
              <a:gd name="connsiteX122" fmla="*/ 997604 w 12192000"/>
              <a:gd name="connsiteY122" fmla="*/ 797241 h 858278"/>
              <a:gd name="connsiteX123" fmla="*/ 949648 w 12192000"/>
              <a:gd name="connsiteY123" fmla="*/ 796680 h 858278"/>
              <a:gd name="connsiteX124" fmla="*/ 789552 w 12192000"/>
              <a:gd name="connsiteY124" fmla="*/ 771819 h 858278"/>
              <a:gd name="connsiteX125" fmla="*/ 396881 w 12192000"/>
              <a:gd name="connsiteY125" fmla="*/ 787707 h 858278"/>
              <a:gd name="connsiteX126" fmla="*/ 272843 w 12192000"/>
              <a:gd name="connsiteY126" fmla="*/ 801166 h 858278"/>
              <a:gd name="connsiteX127" fmla="*/ 206859 w 12192000"/>
              <a:gd name="connsiteY127" fmla="*/ 803036 h 858278"/>
              <a:gd name="connsiteX128" fmla="*/ 114552 w 12192000"/>
              <a:gd name="connsiteY128" fmla="*/ 784157 h 858278"/>
              <a:gd name="connsiteX129" fmla="*/ 30492 w 12192000"/>
              <a:gd name="connsiteY129" fmla="*/ 773619 h 858278"/>
              <a:gd name="connsiteX130" fmla="*/ 0 w 12192000"/>
              <a:gd name="connsiteY130" fmla="*/ 776145 h 858278"/>
              <a:gd name="connsiteX131" fmla="*/ 0 w 12192000"/>
              <a:gd name="connsiteY131" fmla="*/ 281806 h 858278"/>
              <a:gd name="connsiteX132" fmla="*/ 106258 w 12192000"/>
              <a:gd name="connsiteY132" fmla="*/ 293849 h 858278"/>
              <a:gd name="connsiteX133" fmla="*/ 145560 w 12192000"/>
              <a:gd name="connsiteY133" fmla="*/ 300203 h 858278"/>
              <a:gd name="connsiteX134" fmla="*/ 178377 w 12192000"/>
              <a:gd name="connsiteY134" fmla="*/ 310859 h 858278"/>
              <a:gd name="connsiteX135" fmla="*/ 278612 w 12192000"/>
              <a:gd name="connsiteY135" fmla="*/ 335345 h 858278"/>
              <a:gd name="connsiteX136" fmla="*/ 361546 w 12192000"/>
              <a:gd name="connsiteY136" fmla="*/ 336093 h 858278"/>
              <a:gd name="connsiteX137" fmla="*/ 476567 w 12192000"/>
              <a:gd name="connsiteY137" fmla="*/ 349926 h 858278"/>
              <a:gd name="connsiteX138" fmla="*/ 691112 w 12192000"/>
              <a:gd name="connsiteY138" fmla="*/ 363572 h 858278"/>
              <a:gd name="connsiteX139" fmla="*/ 735104 w 12192000"/>
              <a:gd name="connsiteY139" fmla="*/ 371424 h 858278"/>
              <a:gd name="connsiteX140" fmla="*/ 1001208 w 12192000"/>
              <a:gd name="connsiteY140" fmla="*/ 408622 h 858278"/>
              <a:gd name="connsiteX141" fmla="*/ 1214309 w 12192000"/>
              <a:gd name="connsiteY141" fmla="*/ 407873 h 858278"/>
              <a:gd name="connsiteX142" fmla="*/ 1230894 w 12192000"/>
              <a:gd name="connsiteY142" fmla="*/ 406191 h 858278"/>
              <a:gd name="connsiteX143" fmla="*/ 1312386 w 12192000"/>
              <a:gd name="connsiteY143" fmla="*/ 393855 h 858278"/>
              <a:gd name="connsiteX144" fmla="*/ 1438590 w 12192000"/>
              <a:gd name="connsiteY144" fmla="*/ 397218 h 858278"/>
              <a:gd name="connsiteX145" fmla="*/ 1525488 w 12192000"/>
              <a:gd name="connsiteY145" fmla="*/ 414229 h 858278"/>
              <a:gd name="connsiteX146" fmla="*/ 1633661 w 12192000"/>
              <a:gd name="connsiteY146" fmla="*/ 414977 h 858278"/>
              <a:gd name="connsiteX147" fmla="*/ 1757340 w 12192000"/>
              <a:gd name="connsiteY147" fmla="*/ 404323 h 858278"/>
              <a:gd name="connsiteX148" fmla="*/ 1812867 w 12192000"/>
              <a:gd name="connsiteY148" fmla="*/ 402079 h 858278"/>
              <a:gd name="connsiteX149" fmla="*/ 1965392 w 12192000"/>
              <a:gd name="connsiteY149" fmla="*/ 380021 h 858278"/>
              <a:gd name="connsiteX150" fmla="*/ 2056257 w 12192000"/>
              <a:gd name="connsiteY150" fmla="*/ 385442 h 858278"/>
              <a:gd name="connsiteX151" fmla="*/ 2145680 w 12192000"/>
              <a:gd name="connsiteY151" fmla="*/ 400023 h 858278"/>
              <a:gd name="connsiteX152" fmla="*/ 2203009 w 12192000"/>
              <a:gd name="connsiteY152" fmla="*/ 414043 h 858278"/>
              <a:gd name="connsiteX153" fmla="*/ 2318757 w 12192000"/>
              <a:gd name="connsiteY153" fmla="*/ 423949 h 858278"/>
              <a:gd name="connsiteX154" fmla="*/ 2340028 w 12192000"/>
              <a:gd name="connsiteY154" fmla="*/ 422454 h 858278"/>
              <a:gd name="connsiteX155" fmla="*/ 2685467 w 12192000"/>
              <a:gd name="connsiteY155" fmla="*/ 410116 h 858278"/>
              <a:gd name="connsiteX156" fmla="*/ 2822482 w 12192000"/>
              <a:gd name="connsiteY156" fmla="*/ 390303 h 858278"/>
              <a:gd name="connsiteX157" fmla="*/ 2851692 w 12192000"/>
              <a:gd name="connsiteY157" fmla="*/ 387873 h 858278"/>
              <a:gd name="connsiteX158" fmla="*/ 3143397 w 12192000"/>
              <a:gd name="connsiteY158" fmla="*/ 365628 h 858278"/>
              <a:gd name="connsiteX159" fmla="*/ 3175847 w 12192000"/>
              <a:gd name="connsiteY159" fmla="*/ 364694 h 858278"/>
              <a:gd name="connsiteX160" fmla="*/ 3266354 w 12192000"/>
              <a:gd name="connsiteY160" fmla="*/ 368619 h 858278"/>
              <a:gd name="connsiteX161" fmla="*/ 3479815 w 12192000"/>
              <a:gd name="connsiteY161" fmla="*/ 328243 h 858278"/>
              <a:gd name="connsiteX162" fmla="*/ 3693636 w 12192000"/>
              <a:gd name="connsiteY162" fmla="*/ 314409 h 858278"/>
              <a:gd name="connsiteX163" fmla="*/ 3811186 w 12192000"/>
              <a:gd name="connsiteY163" fmla="*/ 314598 h 858278"/>
              <a:gd name="connsiteX164" fmla="*/ 3895199 w 12192000"/>
              <a:gd name="connsiteY164" fmla="*/ 304689 h 858278"/>
              <a:gd name="connsiteX165" fmla="*/ 4101809 w 12192000"/>
              <a:gd name="connsiteY165" fmla="*/ 274595 h 858278"/>
              <a:gd name="connsiteX166" fmla="*/ 4199167 w 12192000"/>
              <a:gd name="connsiteY166" fmla="*/ 269922 h 858278"/>
              <a:gd name="connsiteX167" fmla="*/ 4302653 w 12192000"/>
              <a:gd name="connsiteY167" fmla="*/ 259827 h 858278"/>
              <a:gd name="connsiteX168" fmla="*/ 4558660 w 12192000"/>
              <a:gd name="connsiteY168" fmla="*/ 214592 h 858278"/>
              <a:gd name="connsiteX169" fmla="*/ 4767795 w 12192000"/>
              <a:gd name="connsiteY169" fmla="*/ 217208 h 858278"/>
              <a:gd name="connsiteX170" fmla="*/ 4901207 w 12192000"/>
              <a:gd name="connsiteY170" fmla="*/ 216648 h 858278"/>
              <a:gd name="connsiteX171" fmla="*/ 5060224 w 12192000"/>
              <a:gd name="connsiteY171" fmla="*/ 201694 h 858278"/>
              <a:gd name="connsiteX172" fmla="*/ 5190391 w 12192000"/>
              <a:gd name="connsiteY172" fmla="*/ 179822 h 858278"/>
              <a:gd name="connsiteX173" fmla="*/ 5370320 w 12192000"/>
              <a:gd name="connsiteY173" fmla="*/ 162439 h 858278"/>
              <a:gd name="connsiteX174" fmla="*/ 5549530 w 12192000"/>
              <a:gd name="connsiteY174" fmla="*/ 128978 h 858278"/>
              <a:gd name="connsiteX175" fmla="*/ 5674647 w 12192000"/>
              <a:gd name="connsiteY175" fmla="*/ 103370 h 858278"/>
              <a:gd name="connsiteX176" fmla="*/ 5848803 w 12192000"/>
              <a:gd name="connsiteY176" fmla="*/ 80752 h 858278"/>
              <a:gd name="connsiteX177" fmla="*/ 6115270 w 12192000"/>
              <a:gd name="connsiteY177" fmla="*/ 64864 h 858278"/>
              <a:gd name="connsiteX178" fmla="*/ 6237866 w 12192000"/>
              <a:gd name="connsiteY178" fmla="*/ 63180 h 858278"/>
              <a:gd name="connsiteX179" fmla="*/ 6431858 w 12192000"/>
              <a:gd name="connsiteY179" fmla="*/ 25983 h 858278"/>
              <a:gd name="connsiteX180" fmla="*/ 6514789 w 12192000"/>
              <a:gd name="connsiteY180" fmla="*/ 8038 h 858278"/>
              <a:gd name="connsiteX181" fmla="*/ 6589430 w 12192000"/>
              <a:gd name="connsiteY181" fmla="*/ 22993 h 858278"/>
              <a:gd name="connsiteX182" fmla="*/ 6637745 w 12192000"/>
              <a:gd name="connsiteY182" fmla="*/ 40190 h 858278"/>
              <a:gd name="connsiteX183" fmla="*/ 6790630 w 12192000"/>
              <a:gd name="connsiteY183" fmla="*/ 25609 h 858278"/>
              <a:gd name="connsiteX184" fmla="*/ 6952890 w 12192000"/>
              <a:gd name="connsiteY184" fmla="*/ 10282 h 858278"/>
              <a:gd name="connsiteX185" fmla="*/ 7068995 w 12192000"/>
              <a:gd name="connsiteY185" fmla="*/ 0 h 85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2192000" h="858278">
                <a:moveTo>
                  <a:pt x="7068995" y="0"/>
                </a:moveTo>
                <a:cubicBezTo>
                  <a:pt x="7117313" y="0"/>
                  <a:pt x="7165270" y="5982"/>
                  <a:pt x="7213949" y="8225"/>
                </a:cubicBezTo>
                <a:cubicBezTo>
                  <a:pt x="7251807" y="10093"/>
                  <a:pt x="7290390" y="9345"/>
                  <a:pt x="7328251" y="11589"/>
                </a:cubicBezTo>
                <a:cubicBezTo>
                  <a:pt x="7359262" y="13272"/>
                  <a:pt x="7389909" y="17570"/>
                  <a:pt x="7420557" y="21122"/>
                </a:cubicBezTo>
                <a:cubicBezTo>
                  <a:pt x="7431737" y="22431"/>
                  <a:pt x="7442916" y="27479"/>
                  <a:pt x="7453008" y="26731"/>
                </a:cubicBezTo>
                <a:cubicBezTo>
                  <a:pt x="7553251" y="18693"/>
                  <a:pt x="7625366" y="54583"/>
                  <a:pt x="7710103" y="70471"/>
                </a:cubicBezTo>
                <a:cubicBezTo>
                  <a:pt x="7799166" y="87295"/>
                  <a:pt x="7885345" y="113090"/>
                  <a:pt x="7984860" y="105427"/>
                </a:cubicBezTo>
                <a:cubicBezTo>
                  <a:pt x="8045078" y="100754"/>
                  <a:pt x="8103129" y="89911"/>
                  <a:pt x="8162987" y="83368"/>
                </a:cubicBezTo>
                <a:cubicBezTo>
                  <a:pt x="8184261" y="81125"/>
                  <a:pt x="8208058" y="81500"/>
                  <a:pt x="8229332" y="83743"/>
                </a:cubicBezTo>
                <a:cubicBezTo>
                  <a:pt x="8332097" y="94025"/>
                  <a:pt x="8433417" y="95520"/>
                  <a:pt x="8534382" y="78696"/>
                </a:cubicBezTo>
                <a:cubicBezTo>
                  <a:pt x="8551686" y="75891"/>
                  <a:pt x="8570076" y="73275"/>
                  <a:pt x="8588107" y="73275"/>
                </a:cubicBezTo>
                <a:cubicBezTo>
                  <a:pt x="8686903" y="73275"/>
                  <a:pt x="8783897" y="77200"/>
                  <a:pt x="8878370" y="95520"/>
                </a:cubicBezTo>
                <a:cubicBezTo>
                  <a:pt x="8910101" y="101688"/>
                  <a:pt x="8948685" y="97763"/>
                  <a:pt x="8983659" y="99259"/>
                </a:cubicBezTo>
                <a:cubicBezTo>
                  <a:pt x="9016109" y="100566"/>
                  <a:pt x="9049283" y="101127"/>
                  <a:pt x="9080653" y="105427"/>
                </a:cubicBezTo>
                <a:cubicBezTo>
                  <a:pt x="9126447" y="111781"/>
                  <a:pt x="9168994" y="112529"/>
                  <a:pt x="9216230" y="106922"/>
                </a:cubicBezTo>
                <a:cubicBezTo>
                  <a:pt x="9261301" y="101688"/>
                  <a:pt x="9309980" y="104304"/>
                  <a:pt x="9356857" y="104118"/>
                </a:cubicBezTo>
                <a:cubicBezTo>
                  <a:pt x="9409140" y="103931"/>
                  <a:pt x="9461422" y="103745"/>
                  <a:pt x="9513705" y="104679"/>
                </a:cubicBezTo>
                <a:cubicBezTo>
                  <a:pt x="9534620" y="105052"/>
                  <a:pt x="9558416" y="112529"/>
                  <a:pt x="9575728" y="109538"/>
                </a:cubicBezTo>
                <a:cubicBezTo>
                  <a:pt x="9631615" y="99445"/>
                  <a:pt x="9687505" y="111595"/>
                  <a:pt x="9743391" y="106174"/>
                </a:cubicBezTo>
                <a:cubicBezTo>
                  <a:pt x="9770799" y="103370"/>
                  <a:pt x="9801807" y="111033"/>
                  <a:pt x="9831372" y="111781"/>
                </a:cubicBezTo>
                <a:cubicBezTo>
                  <a:pt x="9879691" y="113090"/>
                  <a:pt x="9928007" y="112529"/>
                  <a:pt x="9976326" y="112904"/>
                </a:cubicBezTo>
                <a:cubicBezTo>
                  <a:pt x="9992191" y="113090"/>
                  <a:pt x="10007697" y="113838"/>
                  <a:pt x="10023562" y="114213"/>
                </a:cubicBezTo>
                <a:cubicBezTo>
                  <a:pt x="10037626" y="114586"/>
                  <a:pt x="10052409" y="116267"/>
                  <a:pt x="10065749" y="114960"/>
                </a:cubicBezTo>
                <a:cubicBezTo>
                  <a:pt x="10114068" y="110286"/>
                  <a:pt x="10161664" y="102622"/>
                  <a:pt x="10210339" y="99631"/>
                </a:cubicBezTo>
                <a:cubicBezTo>
                  <a:pt x="10252526" y="97015"/>
                  <a:pt x="10296159" y="100566"/>
                  <a:pt x="10338705" y="98697"/>
                </a:cubicBezTo>
                <a:cubicBezTo>
                  <a:pt x="10413705" y="95520"/>
                  <a:pt x="10488705" y="89911"/>
                  <a:pt x="10563705" y="86359"/>
                </a:cubicBezTo>
                <a:cubicBezTo>
                  <a:pt x="10579933" y="85611"/>
                  <a:pt x="10596878" y="90286"/>
                  <a:pt x="10613466" y="90659"/>
                </a:cubicBezTo>
                <a:cubicBezTo>
                  <a:pt x="10665389" y="91593"/>
                  <a:pt x="10717312" y="91782"/>
                  <a:pt x="10769235" y="92341"/>
                </a:cubicBezTo>
                <a:cubicBezTo>
                  <a:pt x="10798801" y="92529"/>
                  <a:pt x="10828730" y="91968"/>
                  <a:pt x="10857939" y="93650"/>
                </a:cubicBezTo>
                <a:cubicBezTo>
                  <a:pt x="10896518" y="95893"/>
                  <a:pt x="10931493" y="99259"/>
                  <a:pt x="10967551" y="84677"/>
                </a:cubicBezTo>
                <a:cubicBezTo>
                  <a:pt x="11023081" y="62060"/>
                  <a:pt x="11093755" y="70846"/>
                  <a:pt x="11157935" y="65612"/>
                </a:cubicBezTo>
                <a:cubicBezTo>
                  <a:pt x="11174524" y="64303"/>
                  <a:pt x="11191472" y="64116"/>
                  <a:pt x="11208056" y="62621"/>
                </a:cubicBezTo>
                <a:cubicBezTo>
                  <a:pt x="11238708" y="59817"/>
                  <a:pt x="11268993" y="56639"/>
                  <a:pt x="11299645" y="53460"/>
                </a:cubicBezTo>
                <a:cubicBezTo>
                  <a:pt x="11305051" y="52901"/>
                  <a:pt x="11311180" y="52712"/>
                  <a:pt x="11316229" y="51778"/>
                </a:cubicBezTo>
                <a:cubicBezTo>
                  <a:pt x="11362747" y="43928"/>
                  <a:pt x="11408537" y="34956"/>
                  <a:pt x="11455774" y="28599"/>
                </a:cubicBezTo>
                <a:cubicBezTo>
                  <a:pt x="11478851" y="25422"/>
                  <a:pt x="11504452" y="25047"/>
                  <a:pt x="11528249" y="26731"/>
                </a:cubicBezTo>
                <a:cubicBezTo>
                  <a:pt x="11597839" y="31590"/>
                  <a:pt x="11666710" y="33647"/>
                  <a:pt x="11736664" y="26543"/>
                </a:cubicBezTo>
                <a:cubicBezTo>
                  <a:pt x="11764427" y="23740"/>
                  <a:pt x="11795439" y="28413"/>
                  <a:pt x="11825004" y="30095"/>
                </a:cubicBezTo>
                <a:cubicBezTo>
                  <a:pt x="11895677" y="34581"/>
                  <a:pt x="11966350" y="39442"/>
                  <a:pt x="12037383" y="43740"/>
                </a:cubicBezTo>
                <a:cubicBezTo>
                  <a:pt x="12081735" y="46358"/>
                  <a:pt x="12126447" y="47853"/>
                  <a:pt x="12170798" y="50469"/>
                </a:cubicBezTo>
                <a:lnTo>
                  <a:pt x="12192000" y="51944"/>
                </a:lnTo>
                <a:lnTo>
                  <a:pt x="12192000" y="200794"/>
                </a:lnTo>
                <a:lnTo>
                  <a:pt x="12145556" y="203937"/>
                </a:lnTo>
                <a:cubicBezTo>
                  <a:pt x="12092914" y="208610"/>
                  <a:pt x="12045318" y="220012"/>
                  <a:pt x="12007095" y="241882"/>
                </a:cubicBezTo>
                <a:cubicBezTo>
                  <a:pt x="11969958" y="263193"/>
                  <a:pt x="11961304" y="260763"/>
                  <a:pt x="11918395" y="243752"/>
                </a:cubicBezTo>
                <a:cubicBezTo>
                  <a:pt x="11868274" y="223937"/>
                  <a:pt x="11816350" y="205619"/>
                  <a:pt x="11762625" y="188608"/>
                </a:cubicBezTo>
                <a:cubicBezTo>
                  <a:pt x="11745677" y="183188"/>
                  <a:pt x="11721158" y="183375"/>
                  <a:pt x="11699883" y="182254"/>
                </a:cubicBezTo>
                <a:cubicBezTo>
                  <a:pt x="11663826" y="180197"/>
                  <a:pt x="11626685" y="176459"/>
                  <a:pt x="11591351" y="178702"/>
                </a:cubicBezTo>
                <a:cubicBezTo>
                  <a:pt x="11557458" y="180945"/>
                  <a:pt x="11523922" y="188608"/>
                  <a:pt x="11492554" y="196272"/>
                </a:cubicBezTo>
                <a:cubicBezTo>
                  <a:pt x="11404933" y="217769"/>
                  <a:pt x="11324524" y="244500"/>
                  <a:pt x="11259979" y="283006"/>
                </a:cubicBezTo>
                <a:cubicBezTo>
                  <a:pt x="11251689" y="288053"/>
                  <a:pt x="11235101" y="289924"/>
                  <a:pt x="11221397" y="291605"/>
                </a:cubicBezTo>
                <a:cubicBezTo>
                  <a:pt x="11199043" y="294410"/>
                  <a:pt x="11175966" y="297026"/>
                  <a:pt x="11153249" y="297401"/>
                </a:cubicBezTo>
                <a:cubicBezTo>
                  <a:pt x="11042914" y="299269"/>
                  <a:pt x="10956376" y="325439"/>
                  <a:pt x="10884980" y="367310"/>
                </a:cubicBezTo>
                <a:cubicBezTo>
                  <a:pt x="10864428" y="379273"/>
                  <a:pt x="10848562" y="380582"/>
                  <a:pt x="10826205" y="366749"/>
                </a:cubicBezTo>
                <a:cubicBezTo>
                  <a:pt x="10800247" y="350674"/>
                  <a:pt x="10763107" y="357029"/>
                  <a:pt x="10729570" y="360767"/>
                </a:cubicBezTo>
                <a:cubicBezTo>
                  <a:pt x="10694958" y="364506"/>
                  <a:pt x="10659980" y="368433"/>
                  <a:pt x="10625364" y="372171"/>
                </a:cubicBezTo>
                <a:cubicBezTo>
                  <a:pt x="10599766" y="374787"/>
                  <a:pt x="10574524" y="377030"/>
                  <a:pt x="10549282" y="380208"/>
                </a:cubicBezTo>
                <a:cubicBezTo>
                  <a:pt x="10470678" y="390116"/>
                  <a:pt x="10400005" y="387125"/>
                  <a:pt x="10336184" y="356656"/>
                </a:cubicBezTo>
                <a:cubicBezTo>
                  <a:pt x="10287505" y="333291"/>
                  <a:pt x="10225126" y="326373"/>
                  <a:pt x="10158780" y="333477"/>
                </a:cubicBezTo>
                <a:cubicBezTo>
                  <a:pt x="10150486" y="334411"/>
                  <a:pt x="10140030" y="338150"/>
                  <a:pt x="10134261" y="336654"/>
                </a:cubicBezTo>
                <a:cubicBezTo>
                  <a:pt x="10047362" y="314784"/>
                  <a:pt x="9978491" y="353292"/>
                  <a:pt x="9898441" y="355722"/>
                </a:cubicBezTo>
                <a:cubicBezTo>
                  <a:pt x="9863107" y="356842"/>
                  <a:pt x="9827049" y="370676"/>
                  <a:pt x="9795318" y="381703"/>
                </a:cubicBezTo>
                <a:cubicBezTo>
                  <a:pt x="9751686" y="396846"/>
                  <a:pt x="9712743" y="411425"/>
                  <a:pt x="9653613" y="404695"/>
                </a:cubicBezTo>
                <a:cubicBezTo>
                  <a:pt x="9594478" y="397780"/>
                  <a:pt x="9540390" y="410491"/>
                  <a:pt x="9496038" y="432174"/>
                </a:cubicBezTo>
                <a:cubicBezTo>
                  <a:pt x="9462145" y="448624"/>
                  <a:pt x="9425005" y="450119"/>
                  <a:pt x="9380293" y="445446"/>
                </a:cubicBezTo>
                <a:cubicBezTo>
                  <a:pt x="9324403" y="439651"/>
                  <a:pt x="9266351" y="439276"/>
                  <a:pt x="9209742" y="435726"/>
                </a:cubicBezTo>
                <a:cubicBezTo>
                  <a:pt x="9197480" y="434979"/>
                  <a:pt x="9181978" y="432361"/>
                  <a:pt x="9174763" y="427874"/>
                </a:cubicBezTo>
                <a:cubicBezTo>
                  <a:pt x="9086422" y="372171"/>
                  <a:pt x="8962024" y="371610"/>
                  <a:pt x="8839428" y="368992"/>
                </a:cubicBezTo>
                <a:cubicBezTo>
                  <a:pt x="8765151" y="367310"/>
                  <a:pt x="8690511" y="367310"/>
                  <a:pt x="8615871" y="368244"/>
                </a:cubicBezTo>
                <a:cubicBezTo>
                  <a:pt x="8590628" y="368433"/>
                  <a:pt x="8563948" y="371424"/>
                  <a:pt x="8541590" y="377030"/>
                </a:cubicBezTo>
                <a:cubicBezTo>
                  <a:pt x="8495076" y="388807"/>
                  <a:pt x="8452171" y="404134"/>
                  <a:pt x="8406013" y="416097"/>
                </a:cubicBezTo>
                <a:cubicBezTo>
                  <a:pt x="8388709" y="420772"/>
                  <a:pt x="8366352" y="420959"/>
                  <a:pt x="8346160" y="421706"/>
                </a:cubicBezTo>
                <a:cubicBezTo>
                  <a:pt x="8310462" y="423202"/>
                  <a:pt x="8270800" y="418715"/>
                  <a:pt x="8240152" y="425445"/>
                </a:cubicBezTo>
                <a:cubicBezTo>
                  <a:pt x="8160461" y="442828"/>
                  <a:pt x="8085821" y="438903"/>
                  <a:pt x="8010102" y="421706"/>
                </a:cubicBezTo>
                <a:cubicBezTo>
                  <a:pt x="7904091" y="397593"/>
                  <a:pt x="7803853" y="399462"/>
                  <a:pt x="7710103" y="437595"/>
                </a:cubicBezTo>
                <a:cubicBezTo>
                  <a:pt x="7667915" y="454792"/>
                  <a:pt x="7626808" y="446567"/>
                  <a:pt x="7591114" y="432735"/>
                </a:cubicBezTo>
                <a:cubicBezTo>
                  <a:pt x="7550006" y="416659"/>
                  <a:pt x="7509980" y="412547"/>
                  <a:pt x="7462749" y="424322"/>
                </a:cubicBezTo>
                <a:cubicBezTo>
                  <a:pt x="7452289" y="426940"/>
                  <a:pt x="7437506" y="425631"/>
                  <a:pt x="7425244" y="424697"/>
                </a:cubicBezTo>
                <a:cubicBezTo>
                  <a:pt x="7355294" y="420024"/>
                  <a:pt x="7284982" y="412173"/>
                  <a:pt x="7228012" y="444510"/>
                </a:cubicBezTo>
                <a:cubicBezTo>
                  <a:pt x="7216832" y="450867"/>
                  <a:pt x="7198083" y="453483"/>
                  <a:pt x="7182936" y="457783"/>
                </a:cubicBezTo>
                <a:cubicBezTo>
                  <a:pt x="7119476" y="475355"/>
                  <a:pt x="7122000" y="473671"/>
                  <a:pt x="7065391" y="452362"/>
                </a:cubicBezTo>
                <a:cubicBezTo>
                  <a:pt x="7035822" y="441147"/>
                  <a:pt x="6995078" y="429745"/>
                  <a:pt x="6960826" y="430679"/>
                </a:cubicBezTo>
                <a:cubicBezTo>
                  <a:pt x="6754212" y="436286"/>
                  <a:pt x="6557699" y="409368"/>
                  <a:pt x="6361185" y="383946"/>
                </a:cubicBezTo>
                <a:cubicBezTo>
                  <a:pt x="6240032" y="368244"/>
                  <a:pt x="6121762" y="367310"/>
                  <a:pt x="6000609" y="383198"/>
                </a:cubicBezTo>
                <a:cubicBezTo>
                  <a:pt x="5912987" y="394789"/>
                  <a:pt x="5830053" y="375721"/>
                  <a:pt x="5748205" y="362637"/>
                </a:cubicBezTo>
                <a:cubicBezTo>
                  <a:pt x="5731256" y="360021"/>
                  <a:pt x="5715391" y="349740"/>
                  <a:pt x="5706377" y="340954"/>
                </a:cubicBezTo>
                <a:cubicBezTo>
                  <a:pt x="5673924" y="309923"/>
                  <a:pt x="5620199" y="305064"/>
                  <a:pt x="5552410" y="317962"/>
                </a:cubicBezTo>
                <a:cubicBezTo>
                  <a:pt x="5498686" y="328057"/>
                  <a:pt x="5449647" y="341515"/>
                  <a:pt x="5406015" y="365442"/>
                </a:cubicBezTo>
                <a:cubicBezTo>
                  <a:pt x="5354814" y="393480"/>
                  <a:pt x="5301809" y="425445"/>
                  <a:pt x="5222482" y="437222"/>
                </a:cubicBezTo>
                <a:cubicBezTo>
                  <a:pt x="5188226" y="442267"/>
                  <a:pt x="5158661" y="443015"/>
                  <a:pt x="5122603" y="437781"/>
                </a:cubicBezTo>
                <a:cubicBezTo>
                  <a:pt x="5052649" y="427688"/>
                  <a:pt x="4982340" y="420584"/>
                  <a:pt x="4916712" y="451801"/>
                </a:cubicBezTo>
                <a:cubicBezTo>
                  <a:pt x="4880655" y="468998"/>
                  <a:pt x="4831976" y="480027"/>
                  <a:pt x="4773924" y="475728"/>
                </a:cubicBezTo>
                <a:cubicBezTo>
                  <a:pt x="4701449" y="470307"/>
                  <a:pt x="4635463" y="483952"/>
                  <a:pt x="4573806" y="504140"/>
                </a:cubicBezTo>
                <a:cubicBezTo>
                  <a:pt x="4551809" y="511431"/>
                  <a:pt x="4524764" y="515542"/>
                  <a:pt x="4499166" y="519094"/>
                </a:cubicBezTo>
                <a:cubicBezTo>
                  <a:pt x="4440032" y="527319"/>
                  <a:pt x="4380534" y="534610"/>
                  <a:pt x="4320680" y="541339"/>
                </a:cubicBezTo>
                <a:cubicBezTo>
                  <a:pt x="4271642" y="546946"/>
                  <a:pt x="4222244" y="551059"/>
                  <a:pt x="4172841" y="555918"/>
                </a:cubicBezTo>
                <a:cubicBezTo>
                  <a:pt x="4118757" y="561152"/>
                  <a:pt x="4075848" y="573304"/>
                  <a:pt x="4053493" y="601529"/>
                </a:cubicBezTo>
                <a:cubicBezTo>
                  <a:pt x="4046282" y="610501"/>
                  <a:pt x="4028974" y="617605"/>
                  <a:pt x="4015270" y="625082"/>
                </a:cubicBezTo>
                <a:cubicBezTo>
                  <a:pt x="4005538" y="630503"/>
                  <a:pt x="3992553" y="634616"/>
                  <a:pt x="3983539" y="640223"/>
                </a:cubicBezTo>
                <a:cubicBezTo>
                  <a:pt x="3936303" y="669758"/>
                  <a:pt x="3889789" y="699478"/>
                  <a:pt x="3842917" y="729013"/>
                </a:cubicBezTo>
                <a:cubicBezTo>
                  <a:pt x="3838226" y="731818"/>
                  <a:pt x="3833180" y="735182"/>
                  <a:pt x="3827051" y="736490"/>
                </a:cubicBezTo>
                <a:cubicBezTo>
                  <a:pt x="3763589" y="750136"/>
                  <a:pt x="3699405" y="763033"/>
                  <a:pt x="3636666" y="777428"/>
                </a:cubicBezTo>
                <a:cubicBezTo>
                  <a:pt x="3612507" y="783035"/>
                  <a:pt x="3587628" y="789950"/>
                  <a:pt x="3569598" y="799671"/>
                </a:cubicBezTo>
                <a:cubicBezTo>
                  <a:pt x="3528494" y="821729"/>
                  <a:pt x="3490993" y="845656"/>
                  <a:pt x="3431859" y="855189"/>
                </a:cubicBezTo>
                <a:cubicBezTo>
                  <a:pt x="3414552" y="857992"/>
                  <a:pt x="3394000" y="859487"/>
                  <a:pt x="3377411" y="857058"/>
                </a:cubicBezTo>
                <a:cubicBezTo>
                  <a:pt x="3309982" y="846965"/>
                  <a:pt x="3243999" y="834440"/>
                  <a:pt x="3176930" y="823786"/>
                </a:cubicBezTo>
                <a:cubicBezTo>
                  <a:pt x="3134384" y="817243"/>
                  <a:pt x="3095801" y="809391"/>
                  <a:pt x="3075245" y="786212"/>
                </a:cubicBezTo>
                <a:cubicBezTo>
                  <a:pt x="3069480" y="779671"/>
                  <a:pt x="3053252" y="772567"/>
                  <a:pt x="3039911" y="771258"/>
                </a:cubicBezTo>
                <a:cubicBezTo>
                  <a:pt x="2954095" y="762847"/>
                  <a:pt x="2869359" y="758735"/>
                  <a:pt x="2790392" y="787334"/>
                </a:cubicBezTo>
                <a:cubicBezTo>
                  <a:pt x="2773807" y="793503"/>
                  <a:pt x="2742795" y="793503"/>
                  <a:pt x="2720801" y="790887"/>
                </a:cubicBezTo>
                <a:cubicBezTo>
                  <a:pt x="2636065" y="781166"/>
                  <a:pt x="2555656" y="777801"/>
                  <a:pt x="2482098" y="808832"/>
                </a:cubicBezTo>
                <a:cubicBezTo>
                  <a:pt x="2473444" y="812570"/>
                  <a:pt x="2445681" y="809204"/>
                  <a:pt x="2432700" y="804532"/>
                </a:cubicBezTo>
                <a:cubicBezTo>
                  <a:pt x="2307579" y="758922"/>
                  <a:pt x="2239071" y="757799"/>
                  <a:pt x="2111065" y="800980"/>
                </a:cubicBezTo>
                <a:cubicBezTo>
                  <a:pt x="2102771" y="803784"/>
                  <a:pt x="2091955" y="806961"/>
                  <a:pt x="2088707" y="811261"/>
                </a:cubicBezTo>
                <a:cubicBezTo>
                  <a:pt x="2066713" y="838740"/>
                  <a:pt x="2019840" y="839487"/>
                  <a:pt x="1973323" y="841731"/>
                </a:cubicBezTo>
                <a:cubicBezTo>
                  <a:pt x="1922123" y="844160"/>
                  <a:pt x="1870919" y="847337"/>
                  <a:pt x="1819359" y="849581"/>
                </a:cubicBezTo>
                <a:cubicBezTo>
                  <a:pt x="1810342" y="849955"/>
                  <a:pt x="1800246" y="848460"/>
                  <a:pt x="1791232" y="846776"/>
                </a:cubicBezTo>
                <a:cubicBezTo>
                  <a:pt x="1756617" y="840608"/>
                  <a:pt x="1723084" y="831636"/>
                  <a:pt x="1687387" y="827897"/>
                </a:cubicBezTo>
                <a:cubicBezTo>
                  <a:pt x="1610225" y="819859"/>
                  <a:pt x="1535584" y="803784"/>
                  <a:pt x="1454092" y="810327"/>
                </a:cubicBezTo>
                <a:cubicBezTo>
                  <a:pt x="1440032" y="811448"/>
                  <a:pt x="1423804" y="806027"/>
                  <a:pt x="1408662" y="803970"/>
                </a:cubicBezTo>
                <a:cubicBezTo>
                  <a:pt x="1381257" y="800418"/>
                  <a:pt x="1354573" y="795373"/>
                  <a:pt x="1326809" y="794064"/>
                </a:cubicBezTo>
                <a:cubicBezTo>
                  <a:pt x="1253252" y="790698"/>
                  <a:pt x="1178975" y="787707"/>
                  <a:pt x="1105054" y="787521"/>
                </a:cubicBezTo>
                <a:cubicBezTo>
                  <a:pt x="1069359" y="787334"/>
                  <a:pt x="1033661" y="794437"/>
                  <a:pt x="997604" y="797241"/>
                </a:cubicBezTo>
                <a:cubicBezTo>
                  <a:pt x="981378" y="798550"/>
                  <a:pt x="955054" y="800793"/>
                  <a:pt x="949648" y="796680"/>
                </a:cubicBezTo>
                <a:cubicBezTo>
                  <a:pt x="907821" y="765465"/>
                  <a:pt x="849046" y="771446"/>
                  <a:pt x="789552" y="771819"/>
                </a:cubicBezTo>
                <a:cubicBezTo>
                  <a:pt x="658302" y="772567"/>
                  <a:pt x="531379" y="798923"/>
                  <a:pt x="396881" y="787707"/>
                </a:cubicBezTo>
                <a:cubicBezTo>
                  <a:pt x="357939" y="784530"/>
                  <a:pt x="314669" y="797055"/>
                  <a:pt x="272843" y="801166"/>
                </a:cubicBezTo>
                <a:cubicBezTo>
                  <a:pt x="251208" y="803223"/>
                  <a:pt x="227412" y="805654"/>
                  <a:pt x="206859" y="803036"/>
                </a:cubicBezTo>
                <a:cubicBezTo>
                  <a:pt x="175129" y="798923"/>
                  <a:pt x="144477" y="791446"/>
                  <a:pt x="114552" y="784157"/>
                </a:cubicBezTo>
                <a:cubicBezTo>
                  <a:pt x="86787" y="777428"/>
                  <a:pt x="58662" y="774063"/>
                  <a:pt x="30492" y="773619"/>
                </a:cubicBezTo>
                <a:lnTo>
                  <a:pt x="0" y="776145"/>
                </a:lnTo>
                <a:lnTo>
                  <a:pt x="0" y="281806"/>
                </a:lnTo>
                <a:lnTo>
                  <a:pt x="106258" y="293849"/>
                </a:lnTo>
                <a:cubicBezTo>
                  <a:pt x="119598" y="295344"/>
                  <a:pt x="133298" y="297212"/>
                  <a:pt x="145560" y="300203"/>
                </a:cubicBezTo>
                <a:cubicBezTo>
                  <a:pt x="157098" y="303007"/>
                  <a:pt x="166835" y="307869"/>
                  <a:pt x="178377" y="310859"/>
                </a:cubicBezTo>
                <a:cubicBezTo>
                  <a:pt x="209741" y="318896"/>
                  <a:pt x="241838" y="326373"/>
                  <a:pt x="278612" y="335345"/>
                </a:cubicBezTo>
                <a:cubicBezTo>
                  <a:pt x="299164" y="318523"/>
                  <a:pt x="326935" y="328057"/>
                  <a:pt x="361546" y="336093"/>
                </a:cubicBezTo>
                <a:cubicBezTo>
                  <a:pt x="396881" y="344318"/>
                  <a:pt x="437625" y="346936"/>
                  <a:pt x="476567" y="349926"/>
                </a:cubicBezTo>
                <a:cubicBezTo>
                  <a:pt x="547963" y="355347"/>
                  <a:pt x="619719" y="358713"/>
                  <a:pt x="691112" y="363572"/>
                </a:cubicBezTo>
                <a:cubicBezTo>
                  <a:pt x="706258" y="364694"/>
                  <a:pt x="723566" y="366749"/>
                  <a:pt x="735104" y="371424"/>
                </a:cubicBezTo>
                <a:cubicBezTo>
                  <a:pt x="814067" y="402827"/>
                  <a:pt x="909986" y="411611"/>
                  <a:pt x="1001208" y="408622"/>
                </a:cubicBezTo>
                <a:cubicBezTo>
                  <a:pt x="1072963" y="406377"/>
                  <a:pt x="1143277" y="404695"/>
                  <a:pt x="1214309" y="407873"/>
                </a:cubicBezTo>
                <a:cubicBezTo>
                  <a:pt x="1219719" y="408061"/>
                  <a:pt x="1226931" y="407686"/>
                  <a:pt x="1230894" y="406191"/>
                </a:cubicBezTo>
                <a:cubicBezTo>
                  <a:pt x="1255413" y="396284"/>
                  <a:pt x="1281015" y="395537"/>
                  <a:pt x="1312386" y="393855"/>
                </a:cubicBezTo>
                <a:cubicBezTo>
                  <a:pt x="1356738" y="391423"/>
                  <a:pt x="1397482" y="393107"/>
                  <a:pt x="1438590" y="397218"/>
                </a:cubicBezTo>
                <a:cubicBezTo>
                  <a:pt x="1468519" y="400209"/>
                  <a:pt x="1498803" y="406377"/>
                  <a:pt x="1525488" y="414229"/>
                </a:cubicBezTo>
                <a:cubicBezTo>
                  <a:pt x="1562625" y="425258"/>
                  <a:pt x="1598327" y="429556"/>
                  <a:pt x="1633661" y="414977"/>
                </a:cubicBezTo>
                <a:cubicBezTo>
                  <a:pt x="1671881" y="399462"/>
                  <a:pt x="1715150" y="404882"/>
                  <a:pt x="1757340" y="404323"/>
                </a:cubicBezTo>
                <a:cubicBezTo>
                  <a:pt x="1775727" y="404134"/>
                  <a:pt x="1795200" y="404509"/>
                  <a:pt x="1812867" y="402079"/>
                </a:cubicBezTo>
                <a:cubicBezTo>
                  <a:pt x="1864067" y="395162"/>
                  <a:pt x="1913469" y="384694"/>
                  <a:pt x="1965392" y="380021"/>
                </a:cubicBezTo>
                <a:cubicBezTo>
                  <a:pt x="1994238" y="377405"/>
                  <a:pt x="2026328" y="382078"/>
                  <a:pt x="2056257" y="385442"/>
                </a:cubicBezTo>
                <a:cubicBezTo>
                  <a:pt x="2086546" y="388994"/>
                  <a:pt x="2116471" y="394414"/>
                  <a:pt x="2145680" y="400023"/>
                </a:cubicBezTo>
                <a:cubicBezTo>
                  <a:pt x="2165509" y="403761"/>
                  <a:pt x="2187144" y="407313"/>
                  <a:pt x="2203009" y="414043"/>
                </a:cubicBezTo>
                <a:cubicBezTo>
                  <a:pt x="2239071" y="429370"/>
                  <a:pt x="2276207" y="431988"/>
                  <a:pt x="2318757" y="423949"/>
                </a:cubicBezTo>
                <a:cubicBezTo>
                  <a:pt x="2325246" y="422640"/>
                  <a:pt x="2332817" y="422640"/>
                  <a:pt x="2340028" y="422454"/>
                </a:cubicBezTo>
                <a:cubicBezTo>
                  <a:pt x="2455421" y="418529"/>
                  <a:pt x="2570802" y="416097"/>
                  <a:pt x="2685467" y="410116"/>
                </a:cubicBezTo>
                <a:cubicBezTo>
                  <a:pt x="2731976" y="407686"/>
                  <a:pt x="2776688" y="397032"/>
                  <a:pt x="2822482" y="390303"/>
                </a:cubicBezTo>
                <a:cubicBezTo>
                  <a:pt x="2831859" y="388994"/>
                  <a:pt x="2842319" y="386937"/>
                  <a:pt x="2851692" y="387873"/>
                </a:cubicBezTo>
                <a:cubicBezTo>
                  <a:pt x="2953732" y="397218"/>
                  <a:pt x="3049288" y="383573"/>
                  <a:pt x="3143397" y="365628"/>
                </a:cubicBezTo>
                <a:cubicBezTo>
                  <a:pt x="3153130" y="363758"/>
                  <a:pt x="3165028" y="364319"/>
                  <a:pt x="3175847" y="364694"/>
                </a:cubicBezTo>
                <a:cubicBezTo>
                  <a:pt x="3206140" y="366001"/>
                  <a:pt x="3238949" y="372544"/>
                  <a:pt x="3266354" y="368619"/>
                </a:cubicBezTo>
                <a:cubicBezTo>
                  <a:pt x="3339188" y="357776"/>
                  <a:pt x="3411304" y="344693"/>
                  <a:pt x="3479815" y="328243"/>
                </a:cubicBezTo>
                <a:cubicBezTo>
                  <a:pt x="3549409" y="311607"/>
                  <a:pt x="3613950" y="297587"/>
                  <a:pt x="3693636" y="314409"/>
                </a:cubicBezTo>
                <a:cubicBezTo>
                  <a:pt x="3727528" y="321514"/>
                  <a:pt x="3772239" y="316466"/>
                  <a:pt x="3811186" y="314598"/>
                </a:cubicBezTo>
                <a:cubicBezTo>
                  <a:pt x="3839668" y="313102"/>
                  <a:pt x="3867073" y="304689"/>
                  <a:pt x="3895199" y="304689"/>
                </a:cubicBezTo>
                <a:cubicBezTo>
                  <a:pt x="3970203" y="304689"/>
                  <a:pt x="4036905" y="294783"/>
                  <a:pt x="4101809" y="274595"/>
                </a:cubicBezTo>
                <a:cubicBezTo>
                  <a:pt x="4127055" y="266745"/>
                  <a:pt x="4166357" y="271979"/>
                  <a:pt x="4199167" y="269922"/>
                </a:cubicBezTo>
                <a:cubicBezTo>
                  <a:pt x="4233785" y="267492"/>
                  <a:pt x="4269476" y="265249"/>
                  <a:pt x="4302653" y="259827"/>
                </a:cubicBezTo>
                <a:cubicBezTo>
                  <a:pt x="4388469" y="245621"/>
                  <a:pt x="4473205" y="229546"/>
                  <a:pt x="4558660" y="214592"/>
                </a:cubicBezTo>
                <a:cubicBezTo>
                  <a:pt x="4628970" y="202254"/>
                  <a:pt x="4698205" y="211974"/>
                  <a:pt x="4767795" y="217208"/>
                </a:cubicBezTo>
                <a:cubicBezTo>
                  <a:pt x="4811428" y="220573"/>
                  <a:pt x="4852169" y="228612"/>
                  <a:pt x="4901207" y="216648"/>
                </a:cubicBezTo>
                <a:cubicBezTo>
                  <a:pt x="4948084" y="205244"/>
                  <a:pt x="5007578" y="207862"/>
                  <a:pt x="5060224" y="201694"/>
                </a:cubicBezTo>
                <a:cubicBezTo>
                  <a:pt x="5104580" y="196460"/>
                  <a:pt x="5147482" y="188047"/>
                  <a:pt x="5190391" y="179822"/>
                </a:cubicBezTo>
                <a:cubicBezTo>
                  <a:pt x="5248806" y="168607"/>
                  <a:pt x="5306495" y="156832"/>
                  <a:pt x="5370320" y="162439"/>
                </a:cubicBezTo>
                <a:cubicBezTo>
                  <a:pt x="5442799" y="168795"/>
                  <a:pt x="5492553" y="144869"/>
                  <a:pt x="5549530" y="128978"/>
                </a:cubicBezTo>
                <a:cubicBezTo>
                  <a:pt x="5588832" y="118138"/>
                  <a:pt x="5631737" y="110099"/>
                  <a:pt x="5674647" y="103370"/>
                </a:cubicBezTo>
                <a:cubicBezTo>
                  <a:pt x="5731975" y="94584"/>
                  <a:pt x="5791110" y="89350"/>
                  <a:pt x="5848803" y="80752"/>
                </a:cubicBezTo>
                <a:cubicBezTo>
                  <a:pt x="5936064" y="67855"/>
                  <a:pt x="6024408" y="57760"/>
                  <a:pt x="6115270" y="64864"/>
                </a:cubicBezTo>
                <a:cubicBezTo>
                  <a:pt x="6157097" y="68041"/>
                  <a:pt x="6196043" y="67855"/>
                  <a:pt x="6237866" y="63180"/>
                </a:cubicBezTo>
                <a:cubicBezTo>
                  <a:pt x="6306374" y="55517"/>
                  <a:pt x="6376687" y="54583"/>
                  <a:pt x="6431858" y="25983"/>
                </a:cubicBezTo>
                <a:cubicBezTo>
                  <a:pt x="6451327" y="15888"/>
                  <a:pt x="6486303" y="13272"/>
                  <a:pt x="6514789" y="8038"/>
                </a:cubicBezTo>
                <a:cubicBezTo>
                  <a:pt x="6547603" y="1868"/>
                  <a:pt x="6571758" y="5048"/>
                  <a:pt x="6589430" y="22993"/>
                </a:cubicBezTo>
                <a:cubicBezTo>
                  <a:pt x="6597361" y="31029"/>
                  <a:pt x="6620078" y="38881"/>
                  <a:pt x="6637745" y="40190"/>
                </a:cubicBezTo>
                <a:cubicBezTo>
                  <a:pt x="6690750" y="44115"/>
                  <a:pt x="6739429" y="38320"/>
                  <a:pt x="6790630" y="25609"/>
                </a:cubicBezTo>
                <a:cubicBezTo>
                  <a:pt x="6838586" y="13645"/>
                  <a:pt x="6898442" y="14954"/>
                  <a:pt x="6952890" y="10282"/>
                </a:cubicBezTo>
                <a:cubicBezTo>
                  <a:pt x="6991470" y="6916"/>
                  <a:pt x="7030053" y="0"/>
                  <a:pt x="7068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62D2F2-CF93-2A94-FF05-CEA99A32023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7518" r="1" b="16377"/>
          <a:stretch/>
        </p:blipFill>
        <p:spPr>
          <a:xfrm>
            <a:off x="7" y="4626672"/>
            <a:ext cx="6000749" cy="2231333"/>
          </a:xfrm>
          <a:custGeom>
            <a:avLst/>
            <a:gdLst/>
            <a:ahLst/>
            <a:cxnLst/>
            <a:rect l="l" t="t" r="r" b="b"/>
            <a:pathLst>
              <a:path w="6000749" h="2231333">
                <a:moveTo>
                  <a:pt x="0" y="0"/>
                </a:moveTo>
                <a:lnTo>
                  <a:pt x="72691" y="17406"/>
                </a:lnTo>
                <a:cubicBezTo>
                  <a:pt x="148481" y="30383"/>
                  <a:pt x="220742" y="46698"/>
                  <a:pt x="296226" y="60097"/>
                </a:cubicBezTo>
                <a:cubicBezTo>
                  <a:pt x="370206" y="73144"/>
                  <a:pt x="437720" y="89379"/>
                  <a:pt x="480349" y="125216"/>
                </a:cubicBezTo>
                <a:cubicBezTo>
                  <a:pt x="499356" y="141007"/>
                  <a:pt x="525382" y="157498"/>
                  <a:pt x="557943" y="163615"/>
                </a:cubicBezTo>
                <a:cubicBezTo>
                  <a:pt x="604345" y="172288"/>
                  <a:pt x="661153" y="169660"/>
                  <a:pt x="711165" y="175553"/>
                </a:cubicBezTo>
                <a:cubicBezTo>
                  <a:pt x="770063" y="182444"/>
                  <a:pt x="837588" y="186028"/>
                  <a:pt x="879549" y="204398"/>
                </a:cubicBezTo>
                <a:cubicBezTo>
                  <a:pt x="916855" y="220790"/>
                  <a:pt x="953854" y="232504"/>
                  <a:pt x="1001116" y="239544"/>
                </a:cubicBezTo>
                <a:cubicBezTo>
                  <a:pt x="1034231" y="244450"/>
                  <a:pt x="1060246" y="258298"/>
                  <a:pt x="1094195" y="261386"/>
                </a:cubicBezTo>
                <a:cubicBezTo>
                  <a:pt x="1138866" y="265586"/>
                  <a:pt x="1183578" y="267515"/>
                  <a:pt x="1223714" y="278216"/>
                </a:cubicBezTo>
                <a:cubicBezTo>
                  <a:pt x="1265355" y="289268"/>
                  <a:pt x="1311850" y="296041"/>
                  <a:pt x="1355118" y="305728"/>
                </a:cubicBezTo>
                <a:cubicBezTo>
                  <a:pt x="1378079" y="310949"/>
                  <a:pt x="1397488" y="319320"/>
                  <a:pt x="1419786" y="325014"/>
                </a:cubicBezTo>
                <a:cubicBezTo>
                  <a:pt x="1460608" y="335427"/>
                  <a:pt x="1502094" y="345369"/>
                  <a:pt x="1543857" y="354704"/>
                </a:cubicBezTo>
                <a:cubicBezTo>
                  <a:pt x="1585615" y="364042"/>
                  <a:pt x="1625938" y="376037"/>
                  <a:pt x="1671046" y="380742"/>
                </a:cubicBezTo>
                <a:cubicBezTo>
                  <a:pt x="1747931" y="388655"/>
                  <a:pt x="1830546" y="388197"/>
                  <a:pt x="1905505" y="397894"/>
                </a:cubicBezTo>
                <a:cubicBezTo>
                  <a:pt x="1981587" y="407809"/>
                  <a:pt x="2054123" y="423518"/>
                  <a:pt x="2122945" y="441265"/>
                </a:cubicBezTo>
                <a:cubicBezTo>
                  <a:pt x="2177385" y="455212"/>
                  <a:pt x="2228581" y="469434"/>
                  <a:pt x="2294752" y="471132"/>
                </a:cubicBezTo>
                <a:cubicBezTo>
                  <a:pt x="2331677" y="472097"/>
                  <a:pt x="2371413" y="480022"/>
                  <a:pt x="2395408" y="492459"/>
                </a:cubicBezTo>
                <a:cubicBezTo>
                  <a:pt x="2447358" y="519600"/>
                  <a:pt x="2511091" y="534866"/>
                  <a:pt x="2582175" y="545493"/>
                </a:cubicBezTo>
                <a:cubicBezTo>
                  <a:pt x="2677109" y="559894"/>
                  <a:pt x="2771051" y="575003"/>
                  <a:pt x="2866262" y="588797"/>
                </a:cubicBezTo>
                <a:cubicBezTo>
                  <a:pt x="2922430" y="597022"/>
                  <a:pt x="2978375" y="606222"/>
                  <a:pt x="3037156" y="609731"/>
                </a:cubicBezTo>
                <a:cubicBezTo>
                  <a:pt x="3157312" y="617135"/>
                  <a:pt x="3279825" y="620613"/>
                  <a:pt x="3400819" y="626199"/>
                </a:cubicBezTo>
                <a:cubicBezTo>
                  <a:pt x="3440401" y="627914"/>
                  <a:pt x="3478288" y="633082"/>
                  <a:pt x="3518455" y="633772"/>
                </a:cubicBezTo>
                <a:cubicBezTo>
                  <a:pt x="3561909" y="634558"/>
                  <a:pt x="3607887" y="630076"/>
                  <a:pt x="3651344" y="630862"/>
                </a:cubicBezTo>
                <a:cubicBezTo>
                  <a:pt x="3723634" y="632065"/>
                  <a:pt x="3794232" y="636721"/>
                  <a:pt x="3866545" y="638110"/>
                </a:cubicBezTo>
                <a:cubicBezTo>
                  <a:pt x="4006048" y="640676"/>
                  <a:pt x="4145775" y="642267"/>
                  <a:pt x="4285473" y="643672"/>
                </a:cubicBezTo>
                <a:cubicBezTo>
                  <a:pt x="4315376" y="643937"/>
                  <a:pt x="4347227" y="639960"/>
                  <a:pt x="4376827" y="640645"/>
                </a:cubicBezTo>
                <a:cubicBezTo>
                  <a:pt x="4455422" y="642649"/>
                  <a:pt x="4533821" y="645812"/>
                  <a:pt x="4611885" y="649215"/>
                </a:cubicBezTo>
                <a:cubicBezTo>
                  <a:pt x="4659174" y="651343"/>
                  <a:pt x="4705683" y="655658"/>
                  <a:pt x="4753275" y="657364"/>
                </a:cubicBezTo>
                <a:cubicBezTo>
                  <a:pt x="4791350" y="658729"/>
                  <a:pt x="4830284" y="658461"/>
                  <a:pt x="4869418" y="657033"/>
                </a:cubicBezTo>
                <a:cubicBezTo>
                  <a:pt x="4903115" y="655813"/>
                  <a:pt x="4937687" y="650502"/>
                  <a:pt x="4971135" y="650073"/>
                </a:cubicBezTo>
                <a:cubicBezTo>
                  <a:pt x="5061658" y="648863"/>
                  <a:pt x="5151317" y="649289"/>
                  <a:pt x="5241230" y="648922"/>
                </a:cubicBezTo>
                <a:cubicBezTo>
                  <a:pt x="5277253" y="648693"/>
                  <a:pt x="5313811" y="647065"/>
                  <a:pt x="5348950" y="648282"/>
                </a:cubicBezTo>
                <a:cubicBezTo>
                  <a:pt x="5442985" y="651293"/>
                  <a:pt x="5535910" y="656727"/>
                  <a:pt x="5630173" y="658762"/>
                </a:cubicBezTo>
                <a:cubicBezTo>
                  <a:pt x="5708356" y="660447"/>
                  <a:pt x="5788181" y="658310"/>
                  <a:pt x="5867229" y="658361"/>
                </a:cubicBezTo>
                <a:cubicBezTo>
                  <a:pt x="5900756" y="658488"/>
                  <a:pt x="5933146" y="660852"/>
                  <a:pt x="5966564" y="660237"/>
                </a:cubicBezTo>
                <a:lnTo>
                  <a:pt x="6000749" y="659420"/>
                </a:lnTo>
                <a:lnTo>
                  <a:pt x="6000749" y="2231333"/>
                </a:lnTo>
                <a:lnTo>
                  <a:pt x="0" y="2231333"/>
                </a:ln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093A11-78B6-A88F-30BD-AAECD9B4B06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6923" r="1" b="3659"/>
          <a:stretch/>
        </p:blipFill>
        <p:spPr>
          <a:xfrm>
            <a:off x="6191243" y="4546610"/>
            <a:ext cx="6000750" cy="2311390"/>
          </a:xfrm>
          <a:custGeom>
            <a:avLst/>
            <a:gdLst/>
            <a:ahLst/>
            <a:cxnLst/>
            <a:rect l="l" t="t" r="r" b="b"/>
            <a:pathLst>
              <a:path w="6000750" h="2311390">
                <a:moveTo>
                  <a:pt x="6000750" y="0"/>
                </a:moveTo>
                <a:lnTo>
                  <a:pt x="6000750" y="2311390"/>
                </a:lnTo>
                <a:lnTo>
                  <a:pt x="0" y="2311390"/>
                </a:lnTo>
                <a:lnTo>
                  <a:pt x="0" y="734920"/>
                </a:lnTo>
                <a:lnTo>
                  <a:pt x="1095" y="734894"/>
                </a:lnTo>
                <a:cubicBezTo>
                  <a:pt x="43984" y="734250"/>
                  <a:pt x="86048" y="738067"/>
                  <a:pt x="129385" y="735472"/>
                </a:cubicBezTo>
                <a:cubicBezTo>
                  <a:pt x="232307" y="729284"/>
                  <a:pt x="335601" y="720589"/>
                  <a:pt x="439001" y="712634"/>
                </a:cubicBezTo>
                <a:cubicBezTo>
                  <a:pt x="545634" y="704406"/>
                  <a:pt x="651969" y="696599"/>
                  <a:pt x="758504" y="687629"/>
                </a:cubicBezTo>
                <a:cubicBezTo>
                  <a:pt x="816779" y="682526"/>
                  <a:pt x="875044" y="674778"/>
                  <a:pt x="933292" y="669489"/>
                </a:cubicBezTo>
                <a:cubicBezTo>
                  <a:pt x="984352" y="664848"/>
                  <a:pt x="1035370" y="662477"/>
                  <a:pt x="1086506" y="658393"/>
                </a:cubicBezTo>
                <a:cubicBezTo>
                  <a:pt x="1130782" y="654718"/>
                  <a:pt x="1175257" y="649884"/>
                  <a:pt x="1219534" y="646211"/>
                </a:cubicBezTo>
                <a:cubicBezTo>
                  <a:pt x="1290462" y="640432"/>
                  <a:pt x="1361113" y="635263"/>
                  <a:pt x="1431711" y="629722"/>
                </a:cubicBezTo>
                <a:cubicBezTo>
                  <a:pt x="1461217" y="627211"/>
                  <a:pt x="1492578" y="627456"/>
                  <a:pt x="1519667" y="620761"/>
                </a:cubicBezTo>
                <a:cubicBezTo>
                  <a:pt x="1587916" y="603847"/>
                  <a:pt x="1656387" y="596155"/>
                  <a:pt x="1725966" y="591136"/>
                </a:cubicBezTo>
                <a:cubicBezTo>
                  <a:pt x="1749762" y="589442"/>
                  <a:pt x="1775054" y="585455"/>
                  <a:pt x="1797450" y="579050"/>
                </a:cubicBezTo>
                <a:cubicBezTo>
                  <a:pt x="1843316" y="566085"/>
                  <a:pt x="1887380" y="550735"/>
                  <a:pt x="1932323" y="536394"/>
                </a:cubicBezTo>
                <a:cubicBezTo>
                  <a:pt x="1937189" y="534756"/>
                  <a:pt x="1943230" y="533703"/>
                  <a:pt x="1948503" y="532386"/>
                </a:cubicBezTo>
                <a:cubicBezTo>
                  <a:pt x="1978398" y="524909"/>
                  <a:pt x="2007931" y="517486"/>
                  <a:pt x="2037880" y="510381"/>
                </a:cubicBezTo>
                <a:cubicBezTo>
                  <a:pt x="2054086" y="506558"/>
                  <a:pt x="2070838" y="503979"/>
                  <a:pt x="2087076" y="500340"/>
                </a:cubicBezTo>
                <a:cubicBezTo>
                  <a:pt x="2149873" y="486094"/>
                  <a:pt x="2221079" y="484810"/>
                  <a:pt x="2272858" y="454575"/>
                </a:cubicBezTo>
                <a:cubicBezTo>
                  <a:pt x="2306495" y="435047"/>
                  <a:pt x="2341595" y="433439"/>
                  <a:pt x="2380104" y="430211"/>
                </a:cubicBezTo>
                <a:cubicBezTo>
                  <a:pt x="2409257" y="427750"/>
                  <a:pt x="2438807" y="422967"/>
                  <a:pt x="2468103" y="418977"/>
                </a:cubicBezTo>
                <a:cubicBezTo>
                  <a:pt x="2519585" y="412197"/>
                  <a:pt x="2571014" y="405050"/>
                  <a:pt x="2622548" y="398641"/>
                </a:cubicBezTo>
                <a:cubicBezTo>
                  <a:pt x="2639023" y="396667"/>
                  <a:pt x="2656458" y="398902"/>
                  <a:pt x="2672418" y="395869"/>
                </a:cubicBezTo>
                <a:cubicBezTo>
                  <a:pt x="2746164" y="381759"/>
                  <a:pt x="2819620" y="365613"/>
                  <a:pt x="2893419" y="351874"/>
                </a:cubicBezTo>
                <a:cubicBezTo>
                  <a:pt x="2935275" y="344016"/>
                  <a:pt x="2978972" y="341367"/>
                  <a:pt x="3020366" y="332819"/>
                </a:cubicBezTo>
                <a:cubicBezTo>
                  <a:pt x="3068131" y="322983"/>
                  <a:pt x="3114167" y="308673"/>
                  <a:pt x="3161342" y="297221"/>
                </a:cubicBezTo>
                <a:cubicBezTo>
                  <a:pt x="3174363" y="294043"/>
                  <a:pt x="3189236" y="293620"/>
                  <a:pt x="3203211" y="292002"/>
                </a:cubicBezTo>
                <a:cubicBezTo>
                  <a:pt x="3218970" y="290132"/>
                  <a:pt x="3234426" y="288683"/>
                  <a:pt x="3250159" y="286626"/>
                </a:cubicBezTo>
                <a:cubicBezTo>
                  <a:pt x="3298046" y="280173"/>
                  <a:pt x="3345799" y="272793"/>
                  <a:pt x="3393818" y="267264"/>
                </a:cubicBezTo>
                <a:cubicBezTo>
                  <a:pt x="3423192" y="263828"/>
                  <a:pt x="3454972" y="267035"/>
                  <a:pt x="3481709" y="260387"/>
                </a:cubicBezTo>
                <a:cubicBezTo>
                  <a:pt x="3536269" y="247128"/>
                  <a:pt x="3593315" y="251261"/>
                  <a:pt x="3647216" y="233376"/>
                </a:cubicBezTo>
                <a:cubicBezTo>
                  <a:pt x="3663932" y="227970"/>
                  <a:pt x="3688545" y="232011"/>
                  <a:pt x="3709303" y="229426"/>
                </a:cubicBezTo>
                <a:cubicBezTo>
                  <a:pt x="3761194" y="222966"/>
                  <a:pt x="3812926" y="215397"/>
                  <a:pt x="3864658" y="207827"/>
                </a:cubicBezTo>
                <a:cubicBezTo>
                  <a:pt x="3911039" y="201022"/>
                  <a:pt x="3959599" y="196736"/>
                  <a:pt x="4003479" y="185188"/>
                </a:cubicBezTo>
                <a:cubicBezTo>
                  <a:pt x="4049450" y="172966"/>
                  <a:pt x="4091676" y="167696"/>
                  <a:pt x="4137908" y="167519"/>
                </a:cubicBezTo>
                <a:cubicBezTo>
                  <a:pt x="4169572" y="167345"/>
                  <a:pt x="4202492" y="163215"/>
                  <a:pt x="4234801" y="159925"/>
                </a:cubicBezTo>
                <a:cubicBezTo>
                  <a:pt x="4269637" y="156466"/>
                  <a:pt x="4307279" y="147130"/>
                  <a:pt x="4339563" y="148755"/>
                </a:cubicBezTo>
                <a:cubicBezTo>
                  <a:pt x="4435676" y="153547"/>
                  <a:pt x="4532252" y="143733"/>
                  <a:pt x="4630058" y="129778"/>
                </a:cubicBezTo>
                <a:cubicBezTo>
                  <a:pt x="4647908" y="127231"/>
                  <a:pt x="4665744" y="122044"/>
                  <a:pt x="4682478" y="116824"/>
                </a:cubicBezTo>
                <a:cubicBezTo>
                  <a:pt x="4780055" y="85907"/>
                  <a:pt x="4880571" y="73077"/>
                  <a:pt x="4983757" y="68740"/>
                </a:cubicBezTo>
                <a:cubicBezTo>
                  <a:pt x="5005136" y="67956"/>
                  <a:pt x="5028746" y="64966"/>
                  <a:pt x="5049491" y="59740"/>
                </a:cubicBezTo>
                <a:cubicBezTo>
                  <a:pt x="5107825" y="44808"/>
                  <a:pt x="5163762" y="25875"/>
                  <a:pt x="5222717" y="12743"/>
                </a:cubicBezTo>
                <a:cubicBezTo>
                  <a:pt x="5320152" y="-8899"/>
                  <a:pt x="5409110" y="4465"/>
                  <a:pt x="5499656" y="8541"/>
                </a:cubicBezTo>
                <a:cubicBezTo>
                  <a:pt x="5585788" y="12301"/>
                  <a:pt x="5662249" y="37645"/>
                  <a:pt x="5760352" y="15529"/>
                </a:cubicBezTo>
                <a:cubicBezTo>
                  <a:pt x="5770237" y="13363"/>
                  <a:pt x="5782017" y="16781"/>
                  <a:pt x="5793269" y="16498"/>
                </a:cubicBezTo>
                <a:cubicBezTo>
                  <a:pt x="5824111" y="15685"/>
                  <a:pt x="5855059" y="15611"/>
                  <a:pt x="5885997" y="12898"/>
                </a:cubicBezTo>
                <a:cubicBezTo>
                  <a:pt x="5923794" y="9771"/>
                  <a:pt x="5961885" y="3581"/>
                  <a:pt x="5999628" y="83"/>
                </a:cubicBezTo>
                <a:close/>
              </a:path>
            </a:pathLst>
          </a:cu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9B2319FA-B636-4971-BA3D-EA448709D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083182"/>
            <a:ext cx="12192000" cy="1203823"/>
            <a:chOff x="0" y="4083182"/>
            <a:chExt cx="12192000" cy="1203823"/>
          </a:xfrm>
          <a:effectLst>
            <a:outerShdw blurRad="381000" dist="152400" dir="16200000" rotWithShape="0">
              <a:prstClr val="black">
                <a:alpha val="10000"/>
              </a:prstClr>
            </a:outerShdw>
          </a:effectLst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88A025D-FBC9-4004-BFA0-5E3DC3E9B2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83182"/>
              <a:ext cx="12192000" cy="1203823"/>
            </a:xfrm>
            <a:custGeom>
              <a:avLst/>
              <a:gdLst>
                <a:gd name="connsiteX0" fmla="*/ 12192000 w 12192000"/>
                <a:gd name="connsiteY0" fmla="*/ 0 h 1203823"/>
                <a:gd name="connsiteX1" fmla="*/ 12192000 w 12192000"/>
                <a:gd name="connsiteY1" fmla="*/ 463428 h 1203823"/>
                <a:gd name="connsiteX2" fmla="*/ 12190878 w 12192000"/>
                <a:gd name="connsiteY2" fmla="*/ 463511 h 1203823"/>
                <a:gd name="connsiteX3" fmla="*/ 12077247 w 12192000"/>
                <a:gd name="connsiteY3" fmla="*/ 476326 h 1203823"/>
                <a:gd name="connsiteX4" fmla="*/ 11984519 w 12192000"/>
                <a:gd name="connsiteY4" fmla="*/ 479926 h 1203823"/>
                <a:gd name="connsiteX5" fmla="*/ 11951602 w 12192000"/>
                <a:gd name="connsiteY5" fmla="*/ 478957 h 1203823"/>
                <a:gd name="connsiteX6" fmla="*/ 11690906 w 12192000"/>
                <a:gd name="connsiteY6" fmla="*/ 471969 h 1203823"/>
                <a:gd name="connsiteX7" fmla="*/ 11413967 w 12192000"/>
                <a:gd name="connsiteY7" fmla="*/ 476171 h 1203823"/>
                <a:gd name="connsiteX8" fmla="*/ 11240741 w 12192000"/>
                <a:gd name="connsiteY8" fmla="*/ 523168 h 1203823"/>
                <a:gd name="connsiteX9" fmla="*/ 11175007 w 12192000"/>
                <a:gd name="connsiteY9" fmla="*/ 532168 h 1203823"/>
                <a:gd name="connsiteX10" fmla="*/ 10873728 w 12192000"/>
                <a:gd name="connsiteY10" fmla="*/ 580252 h 1203823"/>
                <a:gd name="connsiteX11" fmla="*/ 10821308 w 12192000"/>
                <a:gd name="connsiteY11" fmla="*/ 593206 h 1203823"/>
                <a:gd name="connsiteX12" fmla="*/ 10530813 w 12192000"/>
                <a:gd name="connsiteY12" fmla="*/ 612183 h 1203823"/>
                <a:gd name="connsiteX13" fmla="*/ 10426051 w 12192000"/>
                <a:gd name="connsiteY13" fmla="*/ 623353 h 1203823"/>
                <a:gd name="connsiteX14" fmla="*/ 10329158 w 12192000"/>
                <a:gd name="connsiteY14" fmla="*/ 630947 h 1203823"/>
                <a:gd name="connsiteX15" fmla="*/ 10194729 w 12192000"/>
                <a:gd name="connsiteY15" fmla="*/ 648616 h 1203823"/>
                <a:gd name="connsiteX16" fmla="*/ 10055908 w 12192000"/>
                <a:gd name="connsiteY16" fmla="*/ 671255 h 1203823"/>
                <a:gd name="connsiteX17" fmla="*/ 9900553 w 12192000"/>
                <a:gd name="connsiteY17" fmla="*/ 692854 h 1203823"/>
                <a:gd name="connsiteX18" fmla="*/ 9838466 w 12192000"/>
                <a:gd name="connsiteY18" fmla="*/ 696804 h 1203823"/>
                <a:gd name="connsiteX19" fmla="*/ 9672959 w 12192000"/>
                <a:gd name="connsiteY19" fmla="*/ 723815 h 1203823"/>
                <a:gd name="connsiteX20" fmla="*/ 9585068 w 12192000"/>
                <a:gd name="connsiteY20" fmla="*/ 730692 h 1203823"/>
                <a:gd name="connsiteX21" fmla="*/ 9441409 w 12192000"/>
                <a:gd name="connsiteY21" fmla="*/ 750054 h 1203823"/>
                <a:gd name="connsiteX22" fmla="*/ 9394461 w 12192000"/>
                <a:gd name="connsiteY22" fmla="*/ 755430 h 1203823"/>
                <a:gd name="connsiteX23" fmla="*/ 9352592 w 12192000"/>
                <a:gd name="connsiteY23" fmla="*/ 760649 h 1203823"/>
                <a:gd name="connsiteX24" fmla="*/ 9211616 w 12192000"/>
                <a:gd name="connsiteY24" fmla="*/ 796247 h 1203823"/>
                <a:gd name="connsiteX25" fmla="*/ 9084669 w 12192000"/>
                <a:gd name="connsiteY25" fmla="*/ 815302 h 1203823"/>
                <a:gd name="connsiteX26" fmla="*/ 8863668 w 12192000"/>
                <a:gd name="connsiteY26" fmla="*/ 859297 h 1203823"/>
                <a:gd name="connsiteX27" fmla="*/ 8813798 w 12192000"/>
                <a:gd name="connsiteY27" fmla="*/ 862069 h 1203823"/>
                <a:gd name="connsiteX28" fmla="*/ 8659353 w 12192000"/>
                <a:gd name="connsiteY28" fmla="*/ 882405 h 1203823"/>
                <a:gd name="connsiteX29" fmla="*/ 8571354 w 12192000"/>
                <a:gd name="connsiteY29" fmla="*/ 893639 h 1203823"/>
                <a:gd name="connsiteX30" fmla="*/ 8464108 w 12192000"/>
                <a:gd name="connsiteY30" fmla="*/ 918003 h 1203823"/>
                <a:gd name="connsiteX31" fmla="*/ 8278326 w 12192000"/>
                <a:gd name="connsiteY31" fmla="*/ 963768 h 1203823"/>
                <a:gd name="connsiteX32" fmla="*/ 8229130 w 12192000"/>
                <a:gd name="connsiteY32" fmla="*/ 973809 h 1203823"/>
                <a:gd name="connsiteX33" fmla="*/ 8139753 w 12192000"/>
                <a:gd name="connsiteY33" fmla="*/ 995814 h 1203823"/>
                <a:gd name="connsiteX34" fmla="*/ 8123573 w 12192000"/>
                <a:gd name="connsiteY34" fmla="*/ 999822 h 1203823"/>
                <a:gd name="connsiteX35" fmla="*/ 7988700 w 12192000"/>
                <a:gd name="connsiteY35" fmla="*/ 1042478 h 1203823"/>
                <a:gd name="connsiteX36" fmla="*/ 7917216 w 12192000"/>
                <a:gd name="connsiteY36" fmla="*/ 1054564 h 1203823"/>
                <a:gd name="connsiteX37" fmla="*/ 7710917 w 12192000"/>
                <a:gd name="connsiteY37" fmla="*/ 1084189 h 1203823"/>
                <a:gd name="connsiteX38" fmla="*/ 7622961 w 12192000"/>
                <a:gd name="connsiteY38" fmla="*/ 1093150 h 1203823"/>
                <a:gd name="connsiteX39" fmla="*/ 7410784 w 12192000"/>
                <a:gd name="connsiteY39" fmla="*/ 1109639 h 1203823"/>
                <a:gd name="connsiteX40" fmla="*/ 7277756 w 12192000"/>
                <a:gd name="connsiteY40" fmla="*/ 1121821 h 1203823"/>
                <a:gd name="connsiteX41" fmla="*/ 7124542 w 12192000"/>
                <a:gd name="connsiteY41" fmla="*/ 1132917 h 1203823"/>
                <a:gd name="connsiteX42" fmla="*/ 6949754 w 12192000"/>
                <a:gd name="connsiteY42" fmla="*/ 1151057 h 1203823"/>
                <a:gd name="connsiteX43" fmla="*/ 6630251 w 12192000"/>
                <a:gd name="connsiteY43" fmla="*/ 1176062 h 1203823"/>
                <a:gd name="connsiteX44" fmla="*/ 6320635 w 12192000"/>
                <a:gd name="connsiteY44" fmla="*/ 1198900 h 1203823"/>
                <a:gd name="connsiteX45" fmla="*/ 6192345 w 12192000"/>
                <a:gd name="connsiteY45" fmla="*/ 1198322 h 1203823"/>
                <a:gd name="connsiteX46" fmla="*/ 5966564 w 12192000"/>
                <a:gd name="connsiteY46" fmla="*/ 1203722 h 1203823"/>
                <a:gd name="connsiteX47" fmla="*/ 5867229 w 12192000"/>
                <a:gd name="connsiteY47" fmla="*/ 1201846 h 1203823"/>
                <a:gd name="connsiteX48" fmla="*/ 5630174 w 12192000"/>
                <a:gd name="connsiteY48" fmla="*/ 1202247 h 1203823"/>
                <a:gd name="connsiteX49" fmla="*/ 5348950 w 12192000"/>
                <a:gd name="connsiteY49" fmla="*/ 1191767 h 1203823"/>
                <a:gd name="connsiteX50" fmla="*/ 5241230 w 12192000"/>
                <a:gd name="connsiteY50" fmla="*/ 1192407 h 1203823"/>
                <a:gd name="connsiteX51" fmla="*/ 4971135 w 12192000"/>
                <a:gd name="connsiteY51" fmla="*/ 1193558 h 1203823"/>
                <a:gd name="connsiteX52" fmla="*/ 4869418 w 12192000"/>
                <a:gd name="connsiteY52" fmla="*/ 1200518 h 1203823"/>
                <a:gd name="connsiteX53" fmla="*/ 4753276 w 12192000"/>
                <a:gd name="connsiteY53" fmla="*/ 1200849 h 1203823"/>
                <a:gd name="connsiteX54" fmla="*/ 4611885 w 12192000"/>
                <a:gd name="connsiteY54" fmla="*/ 1192700 h 1203823"/>
                <a:gd name="connsiteX55" fmla="*/ 4376827 w 12192000"/>
                <a:gd name="connsiteY55" fmla="*/ 1184130 h 1203823"/>
                <a:gd name="connsiteX56" fmla="*/ 4285473 w 12192000"/>
                <a:gd name="connsiteY56" fmla="*/ 1187157 h 1203823"/>
                <a:gd name="connsiteX57" fmla="*/ 3866545 w 12192000"/>
                <a:gd name="connsiteY57" fmla="*/ 1181595 h 1203823"/>
                <a:gd name="connsiteX58" fmla="*/ 3651344 w 12192000"/>
                <a:gd name="connsiteY58" fmla="*/ 1174347 h 1203823"/>
                <a:gd name="connsiteX59" fmla="*/ 3518455 w 12192000"/>
                <a:gd name="connsiteY59" fmla="*/ 1177257 h 1203823"/>
                <a:gd name="connsiteX60" fmla="*/ 3400820 w 12192000"/>
                <a:gd name="connsiteY60" fmla="*/ 1169684 h 1203823"/>
                <a:gd name="connsiteX61" fmla="*/ 3037156 w 12192000"/>
                <a:gd name="connsiteY61" fmla="*/ 1153216 h 1203823"/>
                <a:gd name="connsiteX62" fmla="*/ 2866262 w 12192000"/>
                <a:gd name="connsiteY62" fmla="*/ 1132282 h 1203823"/>
                <a:gd name="connsiteX63" fmla="*/ 2582175 w 12192000"/>
                <a:gd name="connsiteY63" fmla="*/ 1088978 h 1203823"/>
                <a:gd name="connsiteX64" fmla="*/ 2395408 w 12192000"/>
                <a:gd name="connsiteY64" fmla="*/ 1035944 h 1203823"/>
                <a:gd name="connsiteX65" fmla="*/ 2294753 w 12192000"/>
                <a:gd name="connsiteY65" fmla="*/ 1014617 h 1203823"/>
                <a:gd name="connsiteX66" fmla="*/ 2122946 w 12192000"/>
                <a:gd name="connsiteY66" fmla="*/ 984750 h 1203823"/>
                <a:gd name="connsiteX67" fmla="*/ 1905506 w 12192000"/>
                <a:gd name="connsiteY67" fmla="*/ 941379 h 1203823"/>
                <a:gd name="connsiteX68" fmla="*/ 1671047 w 12192000"/>
                <a:gd name="connsiteY68" fmla="*/ 924227 h 1203823"/>
                <a:gd name="connsiteX69" fmla="*/ 1543858 w 12192000"/>
                <a:gd name="connsiteY69" fmla="*/ 898189 h 1203823"/>
                <a:gd name="connsiteX70" fmla="*/ 1419786 w 12192000"/>
                <a:gd name="connsiteY70" fmla="*/ 868499 h 1203823"/>
                <a:gd name="connsiteX71" fmla="*/ 1355118 w 12192000"/>
                <a:gd name="connsiteY71" fmla="*/ 849213 h 1203823"/>
                <a:gd name="connsiteX72" fmla="*/ 1223715 w 12192000"/>
                <a:gd name="connsiteY72" fmla="*/ 821701 h 1203823"/>
                <a:gd name="connsiteX73" fmla="*/ 1094195 w 12192000"/>
                <a:gd name="connsiteY73" fmla="*/ 804871 h 1203823"/>
                <a:gd name="connsiteX74" fmla="*/ 1001117 w 12192000"/>
                <a:gd name="connsiteY74" fmla="*/ 783029 h 1203823"/>
                <a:gd name="connsiteX75" fmla="*/ 879550 w 12192000"/>
                <a:gd name="connsiteY75" fmla="*/ 747883 h 1203823"/>
                <a:gd name="connsiteX76" fmla="*/ 711166 w 12192000"/>
                <a:gd name="connsiteY76" fmla="*/ 719038 h 1203823"/>
                <a:gd name="connsiteX77" fmla="*/ 557943 w 12192000"/>
                <a:gd name="connsiteY77" fmla="*/ 707100 h 1203823"/>
                <a:gd name="connsiteX78" fmla="*/ 480350 w 12192000"/>
                <a:gd name="connsiteY78" fmla="*/ 668701 h 1203823"/>
                <a:gd name="connsiteX79" fmla="*/ 296226 w 12192000"/>
                <a:gd name="connsiteY79" fmla="*/ 603582 h 1203823"/>
                <a:gd name="connsiteX80" fmla="*/ 72691 w 12192000"/>
                <a:gd name="connsiteY80" fmla="*/ 560891 h 1203823"/>
                <a:gd name="connsiteX81" fmla="*/ 0 w 12192000"/>
                <a:gd name="connsiteY81" fmla="*/ 543485 h 1203823"/>
                <a:gd name="connsiteX82" fmla="*/ 0 w 12192000"/>
                <a:gd name="connsiteY82" fmla="*/ 384356 h 1203823"/>
                <a:gd name="connsiteX83" fmla="*/ 51786 w 12192000"/>
                <a:gd name="connsiteY83" fmla="*/ 393936 h 1203823"/>
                <a:gd name="connsiteX84" fmla="*/ 205563 w 12192000"/>
                <a:gd name="connsiteY84" fmla="*/ 414858 h 1203823"/>
                <a:gd name="connsiteX85" fmla="*/ 354393 w 12192000"/>
                <a:gd name="connsiteY85" fmla="*/ 426666 h 1203823"/>
                <a:gd name="connsiteX86" fmla="*/ 448284 w 12192000"/>
                <a:gd name="connsiteY86" fmla="*/ 436307 h 1203823"/>
                <a:gd name="connsiteX87" fmla="*/ 611520 w 12192000"/>
                <a:gd name="connsiteY87" fmla="*/ 434165 h 1203823"/>
                <a:gd name="connsiteX88" fmla="*/ 746078 w 12192000"/>
                <a:gd name="connsiteY88" fmla="*/ 422520 h 1203823"/>
                <a:gd name="connsiteX89" fmla="*/ 902726 w 12192000"/>
                <a:gd name="connsiteY89" fmla="*/ 409988 h 1203823"/>
                <a:gd name="connsiteX90" fmla="*/ 1113856 w 12192000"/>
                <a:gd name="connsiteY90" fmla="*/ 414229 h 1203823"/>
                <a:gd name="connsiteX91" fmla="*/ 1333451 w 12192000"/>
                <a:gd name="connsiteY91" fmla="*/ 459937 h 1203823"/>
                <a:gd name="connsiteX92" fmla="*/ 1408611 w 12192000"/>
                <a:gd name="connsiteY92" fmla="*/ 458277 h 1203823"/>
                <a:gd name="connsiteX93" fmla="*/ 1630193 w 12192000"/>
                <a:gd name="connsiteY93" fmla="*/ 403060 h 1203823"/>
                <a:gd name="connsiteX94" fmla="*/ 1956291 w 12192000"/>
                <a:gd name="connsiteY94" fmla="*/ 332366 h 1203823"/>
                <a:gd name="connsiteX95" fmla="*/ 2042816 w 12192000"/>
                <a:gd name="connsiteY95" fmla="*/ 344001 h 1203823"/>
                <a:gd name="connsiteX96" fmla="*/ 2183422 w 12192000"/>
                <a:gd name="connsiteY96" fmla="*/ 369633 h 1203823"/>
                <a:gd name="connsiteX97" fmla="*/ 2269568 w 12192000"/>
                <a:gd name="connsiteY97" fmla="*/ 439858 h 1203823"/>
                <a:gd name="connsiteX98" fmla="*/ 2331131 w 12192000"/>
                <a:gd name="connsiteY98" fmla="*/ 524162 h 1203823"/>
                <a:gd name="connsiteX99" fmla="*/ 2385114 w 12192000"/>
                <a:gd name="connsiteY99" fmla="*/ 555356 h 1203823"/>
                <a:gd name="connsiteX100" fmla="*/ 2444035 w 12192000"/>
                <a:gd name="connsiteY100" fmla="*/ 572629 h 1203823"/>
                <a:gd name="connsiteX101" fmla="*/ 2525981 w 12192000"/>
                <a:gd name="connsiteY101" fmla="*/ 603233 h 1203823"/>
                <a:gd name="connsiteX102" fmla="*/ 2603912 w 12192000"/>
                <a:gd name="connsiteY102" fmla="*/ 684824 h 1203823"/>
                <a:gd name="connsiteX103" fmla="*/ 2678830 w 12192000"/>
                <a:gd name="connsiteY103" fmla="*/ 706989 h 1203823"/>
                <a:gd name="connsiteX104" fmla="*/ 2738096 w 12192000"/>
                <a:gd name="connsiteY104" fmla="*/ 711375 h 1203823"/>
                <a:gd name="connsiteX105" fmla="*/ 2983808 w 12192000"/>
                <a:gd name="connsiteY105" fmla="*/ 728242 h 1203823"/>
                <a:gd name="connsiteX106" fmla="*/ 3013999 w 12192000"/>
                <a:gd name="connsiteY106" fmla="*/ 725445 h 1203823"/>
                <a:gd name="connsiteX107" fmla="*/ 3364421 w 12192000"/>
                <a:gd name="connsiteY107" fmla="*/ 720577 h 1203823"/>
                <a:gd name="connsiteX108" fmla="*/ 3460524 w 12192000"/>
                <a:gd name="connsiteY108" fmla="*/ 717627 h 1203823"/>
                <a:gd name="connsiteX109" fmla="*/ 3710984 w 12192000"/>
                <a:gd name="connsiteY109" fmla="*/ 714181 h 1203823"/>
                <a:gd name="connsiteX110" fmla="*/ 3850962 w 12192000"/>
                <a:gd name="connsiteY110" fmla="*/ 778801 h 1203823"/>
                <a:gd name="connsiteX111" fmla="*/ 3946288 w 12192000"/>
                <a:gd name="connsiteY111" fmla="*/ 816371 h 1203823"/>
                <a:gd name="connsiteX112" fmla="*/ 4065134 w 12192000"/>
                <a:gd name="connsiteY112" fmla="*/ 832458 h 1203823"/>
                <a:gd name="connsiteX113" fmla="*/ 4132175 w 12192000"/>
                <a:gd name="connsiteY113" fmla="*/ 835166 h 1203823"/>
                <a:gd name="connsiteX114" fmla="*/ 4305860 w 12192000"/>
                <a:gd name="connsiteY114" fmla="*/ 804155 h 1203823"/>
                <a:gd name="connsiteX115" fmla="*/ 4382133 w 12192000"/>
                <a:gd name="connsiteY115" fmla="*/ 769480 h 1203823"/>
                <a:gd name="connsiteX116" fmla="*/ 4453290 w 12192000"/>
                <a:gd name="connsiteY116" fmla="*/ 752531 h 1203823"/>
                <a:gd name="connsiteX117" fmla="*/ 4657973 w 12192000"/>
                <a:gd name="connsiteY117" fmla="*/ 795834 h 1203823"/>
                <a:gd name="connsiteX118" fmla="*/ 4682401 w 12192000"/>
                <a:gd name="connsiteY118" fmla="*/ 813875 h 1203823"/>
                <a:gd name="connsiteX119" fmla="*/ 4771816 w 12192000"/>
                <a:gd name="connsiteY119" fmla="*/ 907045 h 1203823"/>
                <a:gd name="connsiteX120" fmla="*/ 4827522 w 12192000"/>
                <a:gd name="connsiteY120" fmla="*/ 929875 h 1203823"/>
                <a:gd name="connsiteX121" fmla="*/ 4849943 w 12192000"/>
                <a:gd name="connsiteY121" fmla="*/ 933850 h 1203823"/>
                <a:gd name="connsiteX122" fmla="*/ 5009628 w 12192000"/>
                <a:gd name="connsiteY122" fmla="*/ 957895 h 1203823"/>
                <a:gd name="connsiteX123" fmla="*/ 5158713 w 12192000"/>
                <a:gd name="connsiteY123" fmla="*/ 963814 h 1203823"/>
                <a:gd name="connsiteX124" fmla="*/ 5376429 w 12192000"/>
                <a:gd name="connsiteY124" fmla="*/ 963150 h 1203823"/>
                <a:gd name="connsiteX125" fmla="*/ 5475789 w 12192000"/>
                <a:gd name="connsiteY125" fmla="*/ 980508 h 1203823"/>
                <a:gd name="connsiteX126" fmla="*/ 5653403 w 12192000"/>
                <a:gd name="connsiteY126" fmla="*/ 987267 h 1203823"/>
                <a:gd name="connsiteX127" fmla="*/ 5726343 w 12192000"/>
                <a:gd name="connsiteY127" fmla="*/ 985356 h 1203823"/>
                <a:gd name="connsiteX128" fmla="*/ 5790565 w 12192000"/>
                <a:gd name="connsiteY128" fmla="*/ 991299 h 1203823"/>
                <a:gd name="connsiteX129" fmla="*/ 5860261 w 12192000"/>
                <a:gd name="connsiteY129" fmla="*/ 1004957 h 1203823"/>
                <a:gd name="connsiteX130" fmla="*/ 6042103 w 12192000"/>
                <a:gd name="connsiteY130" fmla="*/ 1036225 h 1203823"/>
                <a:gd name="connsiteX131" fmla="*/ 6302000 w 12192000"/>
                <a:gd name="connsiteY131" fmla="*/ 989138 h 1203823"/>
                <a:gd name="connsiteX132" fmla="*/ 6452027 w 12192000"/>
                <a:gd name="connsiteY132" fmla="*/ 968488 h 1203823"/>
                <a:gd name="connsiteX133" fmla="*/ 6589207 w 12192000"/>
                <a:gd name="connsiteY133" fmla="*/ 939473 h 1203823"/>
                <a:gd name="connsiteX134" fmla="*/ 6631071 w 12192000"/>
                <a:gd name="connsiteY134" fmla="*/ 911221 h 1203823"/>
                <a:gd name="connsiteX135" fmla="*/ 6828276 w 12192000"/>
                <a:gd name="connsiteY135" fmla="*/ 942940 h 1203823"/>
                <a:gd name="connsiteX136" fmla="*/ 6900805 w 12192000"/>
                <a:gd name="connsiteY136" fmla="*/ 984139 h 1203823"/>
                <a:gd name="connsiteX137" fmla="*/ 7034669 w 12192000"/>
                <a:gd name="connsiteY137" fmla="*/ 1018664 h 1203823"/>
                <a:gd name="connsiteX138" fmla="*/ 7281069 w 12192000"/>
                <a:gd name="connsiteY138" fmla="*/ 966326 h 1203823"/>
                <a:gd name="connsiteX139" fmla="*/ 7412782 w 12192000"/>
                <a:gd name="connsiteY139" fmla="*/ 909205 h 1203823"/>
                <a:gd name="connsiteX140" fmla="*/ 7500329 w 12192000"/>
                <a:gd name="connsiteY140" fmla="*/ 894825 h 1203823"/>
                <a:gd name="connsiteX141" fmla="*/ 7662326 w 12192000"/>
                <a:gd name="connsiteY141" fmla="*/ 927415 h 1203823"/>
                <a:gd name="connsiteX142" fmla="*/ 7725336 w 12192000"/>
                <a:gd name="connsiteY142" fmla="*/ 924843 h 1203823"/>
                <a:gd name="connsiteX143" fmla="*/ 7833282 w 12192000"/>
                <a:gd name="connsiteY143" fmla="*/ 913030 h 1203823"/>
                <a:gd name="connsiteX144" fmla="*/ 7928607 w 12192000"/>
                <a:gd name="connsiteY144" fmla="*/ 881682 h 1203823"/>
                <a:gd name="connsiteX145" fmla="*/ 8146599 w 12192000"/>
                <a:gd name="connsiteY145" fmla="*/ 762967 h 1203823"/>
                <a:gd name="connsiteX146" fmla="*/ 8183580 w 12192000"/>
                <a:gd name="connsiteY146" fmla="*/ 749004 h 1203823"/>
                <a:gd name="connsiteX147" fmla="*/ 8250226 w 12192000"/>
                <a:gd name="connsiteY147" fmla="*/ 733642 h 1203823"/>
                <a:gd name="connsiteX148" fmla="*/ 8505932 w 12192000"/>
                <a:gd name="connsiteY148" fmla="*/ 626541 h 1203823"/>
                <a:gd name="connsiteX149" fmla="*/ 8564196 w 12192000"/>
                <a:gd name="connsiteY149" fmla="*/ 618795 h 1203823"/>
                <a:gd name="connsiteX150" fmla="*/ 8660707 w 12192000"/>
                <a:gd name="connsiteY150" fmla="*/ 611068 h 1203823"/>
                <a:gd name="connsiteX151" fmla="*/ 8762258 w 12192000"/>
                <a:gd name="connsiteY151" fmla="*/ 585060 h 1203823"/>
                <a:gd name="connsiteX152" fmla="*/ 8836441 w 12192000"/>
                <a:gd name="connsiteY152" fmla="*/ 566357 h 1203823"/>
                <a:gd name="connsiteX153" fmla="*/ 9050731 w 12192000"/>
                <a:gd name="connsiteY153" fmla="*/ 559574 h 1203823"/>
                <a:gd name="connsiteX154" fmla="*/ 9229629 w 12192000"/>
                <a:gd name="connsiteY154" fmla="*/ 557463 h 1203823"/>
                <a:gd name="connsiteX155" fmla="*/ 9253453 w 12192000"/>
                <a:gd name="connsiteY155" fmla="*/ 550855 h 1203823"/>
                <a:gd name="connsiteX156" fmla="*/ 9484216 w 12192000"/>
                <a:gd name="connsiteY156" fmla="*/ 498670 h 1203823"/>
                <a:gd name="connsiteX157" fmla="*/ 9582635 w 12192000"/>
                <a:gd name="connsiteY157" fmla="*/ 458383 h 1203823"/>
                <a:gd name="connsiteX158" fmla="*/ 9719672 w 12192000"/>
                <a:gd name="connsiteY158" fmla="*/ 415606 h 1203823"/>
                <a:gd name="connsiteX159" fmla="*/ 9871786 w 12192000"/>
                <a:gd name="connsiteY159" fmla="*/ 366146 h 1203823"/>
                <a:gd name="connsiteX160" fmla="*/ 9984496 w 12192000"/>
                <a:gd name="connsiteY160" fmla="*/ 336659 h 1203823"/>
                <a:gd name="connsiteX161" fmla="*/ 10154710 w 12192000"/>
                <a:gd name="connsiteY161" fmla="*/ 322192 h 1203823"/>
                <a:gd name="connsiteX162" fmla="*/ 10190448 w 12192000"/>
                <a:gd name="connsiteY162" fmla="*/ 325024 h 1203823"/>
                <a:gd name="connsiteX163" fmla="*/ 10530738 w 12192000"/>
                <a:gd name="connsiteY163" fmla="*/ 335952 h 1203823"/>
                <a:gd name="connsiteX164" fmla="*/ 10752159 w 12192000"/>
                <a:gd name="connsiteY164" fmla="*/ 305116 h 1203823"/>
                <a:gd name="connsiteX165" fmla="*/ 10824454 w 12192000"/>
                <a:gd name="connsiteY165" fmla="*/ 285926 h 1203823"/>
                <a:gd name="connsiteX166" fmla="*/ 10953154 w 12192000"/>
                <a:gd name="connsiteY166" fmla="*/ 228101 h 1203823"/>
                <a:gd name="connsiteX167" fmla="*/ 11011616 w 12192000"/>
                <a:gd name="connsiteY167" fmla="*/ 214095 h 1203823"/>
                <a:gd name="connsiteX168" fmla="*/ 11116033 w 12192000"/>
                <a:gd name="connsiteY168" fmla="*/ 195420 h 1203823"/>
                <a:gd name="connsiteX169" fmla="*/ 11344305 w 12192000"/>
                <a:gd name="connsiteY169" fmla="*/ 166628 h 1203823"/>
                <a:gd name="connsiteX170" fmla="*/ 11639052 w 12192000"/>
                <a:gd name="connsiteY170" fmla="*/ 108525 h 1203823"/>
                <a:gd name="connsiteX171" fmla="*/ 11757534 w 12192000"/>
                <a:gd name="connsiteY171" fmla="*/ 96529 h 1203823"/>
                <a:gd name="connsiteX172" fmla="*/ 11885801 w 12192000"/>
                <a:gd name="connsiteY172" fmla="*/ 86727 h 1203823"/>
                <a:gd name="connsiteX173" fmla="*/ 11922876 w 12192000"/>
                <a:gd name="connsiteY173" fmla="*/ 81059 h 1203823"/>
                <a:gd name="connsiteX174" fmla="*/ 12115333 w 12192000"/>
                <a:gd name="connsiteY174" fmla="*/ 33586 h 1203823"/>
                <a:gd name="connsiteX175" fmla="*/ 12158082 w 12192000"/>
                <a:gd name="connsiteY175" fmla="*/ 14080 h 1203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</a:cxnLst>
              <a:rect l="l" t="t" r="r" b="b"/>
              <a:pathLst>
                <a:path w="12192000" h="1203823">
                  <a:moveTo>
                    <a:pt x="12192000" y="0"/>
                  </a:moveTo>
                  <a:lnTo>
                    <a:pt x="12192000" y="463428"/>
                  </a:lnTo>
                  <a:lnTo>
                    <a:pt x="12190878" y="463511"/>
                  </a:lnTo>
                  <a:cubicBezTo>
                    <a:pt x="12153135" y="467009"/>
                    <a:pt x="12115044" y="473199"/>
                    <a:pt x="12077247" y="476326"/>
                  </a:cubicBezTo>
                  <a:cubicBezTo>
                    <a:pt x="12046309" y="479039"/>
                    <a:pt x="12015361" y="479113"/>
                    <a:pt x="11984519" y="479926"/>
                  </a:cubicBezTo>
                  <a:cubicBezTo>
                    <a:pt x="11973267" y="480209"/>
                    <a:pt x="11961487" y="476791"/>
                    <a:pt x="11951602" y="478957"/>
                  </a:cubicBezTo>
                  <a:cubicBezTo>
                    <a:pt x="11853499" y="501073"/>
                    <a:pt x="11777038" y="475729"/>
                    <a:pt x="11690906" y="471969"/>
                  </a:cubicBezTo>
                  <a:cubicBezTo>
                    <a:pt x="11600360" y="467893"/>
                    <a:pt x="11511402" y="454529"/>
                    <a:pt x="11413967" y="476171"/>
                  </a:cubicBezTo>
                  <a:cubicBezTo>
                    <a:pt x="11355012" y="489303"/>
                    <a:pt x="11299075" y="508236"/>
                    <a:pt x="11240741" y="523168"/>
                  </a:cubicBezTo>
                  <a:cubicBezTo>
                    <a:pt x="11219996" y="528394"/>
                    <a:pt x="11196386" y="531384"/>
                    <a:pt x="11175007" y="532168"/>
                  </a:cubicBezTo>
                  <a:cubicBezTo>
                    <a:pt x="11071821" y="536505"/>
                    <a:pt x="10971305" y="549335"/>
                    <a:pt x="10873728" y="580252"/>
                  </a:cubicBezTo>
                  <a:cubicBezTo>
                    <a:pt x="10856994" y="585472"/>
                    <a:pt x="10839158" y="590659"/>
                    <a:pt x="10821308" y="593206"/>
                  </a:cubicBezTo>
                  <a:cubicBezTo>
                    <a:pt x="10723502" y="607161"/>
                    <a:pt x="10626926" y="616975"/>
                    <a:pt x="10530813" y="612183"/>
                  </a:cubicBezTo>
                  <a:cubicBezTo>
                    <a:pt x="10498529" y="610558"/>
                    <a:pt x="10460887" y="619894"/>
                    <a:pt x="10426051" y="623353"/>
                  </a:cubicBezTo>
                  <a:cubicBezTo>
                    <a:pt x="10393742" y="626643"/>
                    <a:pt x="10360822" y="630773"/>
                    <a:pt x="10329158" y="630947"/>
                  </a:cubicBezTo>
                  <a:cubicBezTo>
                    <a:pt x="10282926" y="631124"/>
                    <a:pt x="10240700" y="636394"/>
                    <a:pt x="10194729" y="648616"/>
                  </a:cubicBezTo>
                  <a:cubicBezTo>
                    <a:pt x="10150849" y="660164"/>
                    <a:pt x="10102289" y="664450"/>
                    <a:pt x="10055908" y="671255"/>
                  </a:cubicBezTo>
                  <a:cubicBezTo>
                    <a:pt x="10004176" y="678825"/>
                    <a:pt x="9952444" y="686394"/>
                    <a:pt x="9900553" y="692854"/>
                  </a:cubicBezTo>
                  <a:cubicBezTo>
                    <a:pt x="9879795" y="695439"/>
                    <a:pt x="9855182" y="691398"/>
                    <a:pt x="9838466" y="696804"/>
                  </a:cubicBezTo>
                  <a:cubicBezTo>
                    <a:pt x="9784565" y="714689"/>
                    <a:pt x="9727519" y="710556"/>
                    <a:pt x="9672959" y="723815"/>
                  </a:cubicBezTo>
                  <a:cubicBezTo>
                    <a:pt x="9646222" y="730463"/>
                    <a:pt x="9614442" y="727256"/>
                    <a:pt x="9585068" y="730692"/>
                  </a:cubicBezTo>
                  <a:cubicBezTo>
                    <a:pt x="9537049" y="736221"/>
                    <a:pt x="9489296" y="743601"/>
                    <a:pt x="9441409" y="750054"/>
                  </a:cubicBezTo>
                  <a:cubicBezTo>
                    <a:pt x="9425676" y="752111"/>
                    <a:pt x="9410220" y="753560"/>
                    <a:pt x="9394461" y="755430"/>
                  </a:cubicBezTo>
                  <a:cubicBezTo>
                    <a:pt x="9380486" y="757048"/>
                    <a:pt x="9365613" y="757471"/>
                    <a:pt x="9352592" y="760649"/>
                  </a:cubicBezTo>
                  <a:cubicBezTo>
                    <a:pt x="9305417" y="772101"/>
                    <a:pt x="9259381" y="786411"/>
                    <a:pt x="9211616" y="796247"/>
                  </a:cubicBezTo>
                  <a:cubicBezTo>
                    <a:pt x="9170222" y="804795"/>
                    <a:pt x="9126525" y="807444"/>
                    <a:pt x="9084669" y="815302"/>
                  </a:cubicBezTo>
                  <a:cubicBezTo>
                    <a:pt x="9010870" y="829041"/>
                    <a:pt x="8937414" y="845187"/>
                    <a:pt x="8863668" y="859297"/>
                  </a:cubicBezTo>
                  <a:cubicBezTo>
                    <a:pt x="8847708" y="862330"/>
                    <a:pt x="8830274" y="860095"/>
                    <a:pt x="8813798" y="862069"/>
                  </a:cubicBezTo>
                  <a:cubicBezTo>
                    <a:pt x="8762264" y="868478"/>
                    <a:pt x="8710835" y="875625"/>
                    <a:pt x="8659353" y="882405"/>
                  </a:cubicBezTo>
                  <a:cubicBezTo>
                    <a:pt x="8630057" y="886395"/>
                    <a:pt x="8600507" y="891178"/>
                    <a:pt x="8571354" y="893639"/>
                  </a:cubicBezTo>
                  <a:cubicBezTo>
                    <a:pt x="8532845" y="896867"/>
                    <a:pt x="8497745" y="898475"/>
                    <a:pt x="8464108" y="918003"/>
                  </a:cubicBezTo>
                  <a:cubicBezTo>
                    <a:pt x="8412329" y="948238"/>
                    <a:pt x="8341124" y="949522"/>
                    <a:pt x="8278326" y="963768"/>
                  </a:cubicBezTo>
                  <a:cubicBezTo>
                    <a:pt x="8262088" y="967407"/>
                    <a:pt x="8245337" y="969986"/>
                    <a:pt x="8229130" y="973809"/>
                  </a:cubicBezTo>
                  <a:cubicBezTo>
                    <a:pt x="8199181" y="980914"/>
                    <a:pt x="8169649" y="988337"/>
                    <a:pt x="8139753" y="995814"/>
                  </a:cubicBezTo>
                  <a:cubicBezTo>
                    <a:pt x="8134480" y="997131"/>
                    <a:pt x="8128440" y="998184"/>
                    <a:pt x="8123573" y="999822"/>
                  </a:cubicBezTo>
                  <a:cubicBezTo>
                    <a:pt x="8078630" y="1014163"/>
                    <a:pt x="8034567" y="1029513"/>
                    <a:pt x="7988700" y="1042478"/>
                  </a:cubicBezTo>
                  <a:cubicBezTo>
                    <a:pt x="7966304" y="1048883"/>
                    <a:pt x="7941012" y="1052870"/>
                    <a:pt x="7917216" y="1054564"/>
                  </a:cubicBezTo>
                  <a:cubicBezTo>
                    <a:pt x="7847638" y="1059583"/>
                    <a:pt x="7779166" y="1067275"/>
                    <a:pt x="7710917" y="1084189"/>
                  </a:cubicBezTo>
                  <a:cubicBezTo>
                    <a:pt x="7683829" y="1090884"/>
                    <a:pt x="7652467" y="1090639"/>
                    <a:pt x="7622961" y="1093150"/>
                  </a:cubicBezTo>
                  <a:cubicBezTo>
                    <a:pt x="7552363" y="1098691"/>
                    <a:pt x="7481712" y="1103860"/>
                    <a:pt x="7410784" y="1109639"/>
                  </a:cubicBezTo>
                  <a:cubicBezTo>
                    <a:pt x="7366507" y="1113312"/>
                    <a:pt x="7322032" y="1118146"/>
                    <a:pt x="7277756" y="1121821"/>
                  </a:cubicBezTo>
                  <a:cubicBezTo>
                    <a:pt x="7226620" y="1125905"/>
                    <a:pt x="7175603" y="1128276"/>
                    <a:pt x="7124542" y="1132917"/>
                  </a:cubicBezTo>
                  <a:cubicBezTo>
                    <a:pt x="7066295" y="1138206"/>
                    <a:pt x="7008030" y="1145954"/>
                    <a:pt x="6949754" y="1151057"/>
                  </a:cubicBezTo>
                  <a:cubicBezTo>
                    <a:pt x="6843219" y="1160027"/>
                    <a:pt x="6736885" y="1167834"/>
                    <a:pt x="6630251" y="1176062"/>
                  </a:cubicBezTo>
                  <a:cubicBezTo>
                    <a:pt x="6526851" y="1184017"/>
                    <a:pt x="6423558" y="1192712"/>
                    <a:pt x="6320635" y="1198900"/>
                  </a:cubicBezTo>
                  <a:cubicBezTo>
                    <a:pt x="6277299" y="1201495"/>
                    <a:pt x="6235234" y="1197678"/>
                    <a:pt x="6192345" y="1198322"/>
                  </a:cubicBezTo>
                  <a:cubicBezTo>
                    <a:pt x="6117133" y="1199611"/>
                    <a:pt x="6041420" y="1202484"/>
                    <a:pt x="5966564" y="1203722"/>
                  </a:cubicBezTo>
                  <a:cubicBezTo>
                    <a:pt x="5933146" y="1204337"/>
                    <a:pt x="5900756" y="1201973"/>
                    <a:pt x="5867229" y="1201846"/>
                  </a:cubicBezTo>
                  <a:cubicBezTo>
                    <a:pt x="5788182" y="1201795"/>
                    <a:pt x="5708356" y="1203932"/>
                    <a:pt x="5630174" y="1202247"/>
                  </a:cubicBezTo>
                  <a:cubicBezTo>
                    <a:pt x="5535910" y="1200212"/>
                    <a:pt x="5442985" y="1194778"/>
                    <a:pt x="5348950" y="1191767"/>
                  </a:cubicBezTo>
                  <a:cubicBezTo>
                    <a:pt x="5313812" y="1190550"/>
                    <a:pt x="5277253" y="1192178"/>
                    <a:pt x="5241230" y="1192407"/>
                  </a:cubicBezTo>
                  <a:cubicBezTo>
                    <a:pt x="5151317" y="1192774"/>
                    <a:pt x="5061658" y="1192348"/>
                    <a:pt x="4971135" y="1193558"/>
                  </a:cubicBezTo>
                  <a:cubicBezTo>
                    <a:pt x="4937687" y="1193987"/>
                    <a:pt x="4903115" y="1199298"/>
                    <a:pt x="4869418" y="1200518"/>
                  </a:cubicBezTo>
                  <a:cubicBezTo>
                    <a:pt x="4830285" y="1201946"/>
                    <a:pt x="4791350" y="1202214"/>
                    <a:pt x="4753276" y="1200849"/>
                  </a:cubicBezTo>
                  <a:cubicBezTo>
                    <a:pt x="4705684" y="1199143"/>
                    <a:pt x="4659174" y="1194828"/>
                    <a:pt x="4611885" y="1192700"/>
                  </a:cubicBezTo>
                  <a:cubicBezTo>
                    <a:pt x="4533821" y="1189297"/>
                    <a:pt x="4455422" y="1186134"/>
                    <a:pt x="4376827" y="1184130"/>
                  </a:cubicBezTo>
                  <a:cubicBezTo>
                    <a:pt x="4347228" y="1183445"/>
                    <a:pt x="4315376" y="1187422"/>
                    <a:pt x="4285473" y="1187157"/>
                  </a:cubicBezTo>
                  <a:cubicBezTo>
                    <a:pt x="4145776" y="1185752"/>
                    <a:pt x="4006048" y="1184161"/>
                    <a:pt x="3866545" y="1181595"/>
                  </a:cubicBezTo>
                  <a:cubicBezTo>
                    <a:pt x="3794232" y="1180206"/>
                    <a:pt x="3723635" y="1175550"/>
                    <a:pt x="3651344" y="1174347"/>
                  </a:cubicBezTo>
                  <a:cubicBezTo>
                    <a:pt x="3607887" y="1173561"/>
                    <a:pt x="3561909" y="1178043"/>
                    <a:pt x="3518455" y="1177257"/>
                  </a:cubicBezTo>
                  <a:cubicBezTo>
                    <a:pt x="3478289" y="1176567"/>
                    <a:pt x="3440401" y="1171399"/>
                    <a:pt x="3400820" y="1169684"/>
                  </a:cubicBezTo>
                  <a:cubicBezTo>
                    <a:pt x="3279826" y="1164098"/>
                    <a:pt x="3157312" y="1160620"/>
                    <a:pt x="3037156" y="1153216"/>
                  </a:cubicBezTo>
                  <a:cubicBezTo>
                    <a:pt x="2978375" y="1149707"/>
                    <a:pt x="2922431" y="1140507"/>
                    <a:pt x="2866262" y="1132282"/>
                  </a:cubicBezTo>
                  <a:cubicBezTo>
                    <a:pt x="2771051" y="1118488"/>
                    <a:pt x="2677109" y="1103379"/>
                    <a:pt x="2582175" y="1088978"/>
                  </a:cubicBezTo>
                  <a:cubicBezTo>
                    <a:pt x="2511092" y="1078351"/>
                    <a:pt x="2447358" y="1063085"/>
                    <a:pt x="2395408" y="1035944"/>
                  </a:cubicBezTo>
                  <a:cubicBezTo>
                    <a:pt x="2371413" y="1023507"/>
                    <a:pt x="2331677" y="1015582"/>
                    <a:pt x="2294753" y="1014617"/>
                  </a:cubicBezTo>
                  <a:cubicBezTo>
                    <a:pt x="2228581" y="1012919"/>
                    <a:pt x="2177385" y="998697"/>
                    <a:pt x="2122946" y="984750"/>
                  </a:cubicBezTo>
                  <a:cubicBezTo>
                    <a:pt x="2054123" y="967003"/>
                    <a:pt x="1981587" y="951294"/>
                    <a:pt x="1905506" y="941379"/>
                  </a:cubicBezTo>
                  <a:cubicBezTo>
                    <a:pt x="1830546" y="931682"/>
                    <a:pt x="1747931" y="932140"/>
                    <a:pt x="1671047" y="924227"/>
                  </a:cubicBezTo>
                  <a:cubicBezTo>
                    <a:pt x="1625938" y="919522"/>
                    <a:pt x="1585615" y="907527"/>
                    <a:pt x="1543858" y="898189"/>
                  </a:cubicBezTo>
                  <a:cubicBezTo>
                    <a:pt x="1502095" y="888854"/>
                    <a:pt x="1460608" y="878912"/>
                    <a:pt x="1419786" y="868499"/>
                  </a:cubicBezTo>
                  <a:cubicBezTo>
                    <a:pt x="1397488" y="862805"/>
                    <a:pt x="1378079" y="854434"/>
                    <a:pt x="1355118" y="849213"/>
                  </a:cubicBezTo>
                  <a:cubicBezTo>
                    <a:pt x="1311850" y="839526"/>
                    <a:pt x="1265355" y="832753"/>
                    <a:pt x="1223715" y="821701"/>
                  </a:cubicBezTo>
                  <a:cubicBezTo>
                    <a:pt x="1183579" y="811000"/>
                    <a:pt x="1138866" y="809071"/>
                    <a:pt x="1094195" y="804871"/>
                  </a:cubicBezTo>
                  <a:cubicBezTo>
                    <a:pt x="1060247" y="801783"/>
                    <a:pt x="1034232" y="787935"/>
                    <a:pt x="1001117" y="783029"/>
                  </a:cubicBezTo>
                  <a:cubicBezTo>
                    <a:pt x="953855" y="775989"/>
                    <a:pt x="916855" y="764275"/>
                    <a:pt x="879550" y="747883"/>
                  </a:cubicBezTo>
                  <a:cubicBezTo>
                    <a:pt x="837589" y="729513"/>
                    <a:pt x="770063" y="725929"/>
                    <a:pt x="711166" y="719038"/>
                  </a:cubicBezTo>
                  <a:cubicBezTo>
                    <a:pt x="661154" y="713145"/>
                    <a:pt x="604345" y="715773"/>
                    <a:pt x="557943" y="707100"/>
                  </a:cubicBezTo>
                  <a:cubicBezTo>
                    <a:pt x="525383" y="700983"/>
                    <a:pt x="499357" y="684492"/>
                    <a:pt x="480350" y="668701"/>
                  </a:cubicBezTo>
                  <a:cubicBezTo>
                    <a:pt x="437720" y="632864"/>
                    <a:pt x="370206" y="616629"/>
                    <a:pt x="296226" y="603582"/>
                  </a:cubicBezTo>
                  <a:cubicBezTo>
                    <a:pt x="220743" y="590183"/>
                    <a:pt x="148482" y="573868"/>
                    <a:pt x="72691" y="560891"/>
                  </a:cubicBezTo>
                  <a:lnTo>
                    <a:pt x="0" y="543485"/>
                  </a:lnTo>
                  <a:lnTo>
                    <a:pt x="0" y="384356"/>
                  </a:lnTo>
                  <a:lnTo>
                    <a:pt x="51786" y="393936"/>
                  </a:lnTo>
                  <a:cubicBezTo>
                    <a:pt x="104771" y="397705"/>
                    <a:pt x="153380" y="409085"/>
                    <a:pt x="205563" y="414858"/>
                  </a:cubicBezTo>
                  <a:cubicBezTo>
                    <a:pt x="254064" y="420400"/>
                    <a:pt x="305004" y="422574"/>
                    <a:pt x="354393" y="426666"/>
                  </a:cubicBezTo>
                  <a:cubicBezTo>
                    <a:pt x="386452" y="429268"/>
                    <a:pt x="420773" y="429846"/>
                    <a:pt x="448284" y="436307"/>
                  </a:cubicBezTo>
                  <a:cubicBezTo>
                    <a:pt x="499906" y="448391"/>
                    <a:pt x="551006" y="446575"/>
                    <a:pt x="611520" y="434165"/>
                  </a:cubicBezTo>
                  <a:cubicBezTo>
                    <a:pt x="654697" y="425360"/>
                    <a:pt x="702396" y="422709"/>
                    <a:pt x="746078" y="422520"/>
                  </a:cubicBezTo>
                  <a:cubicBezTo>
                    <a:pt x="798482" y="422217"/>
                    <a:pt x="848402" y="419816"/>
                    <a:pt x="902726" y="409988"/>
                  </a:cubicBezTo>
                  <a:cubicBezTo>
                    <a:pt x="977293" y="396517"/>
                    <a:pt x="1048430" y="397320"/>
                    <a:pt x="1113856" y="414229"/>
                  </a:cubicBezTo>
                  <a:cubicBezTo>
                    <a:pt x="1184157" y="432144"/>
                    <a:pt x="1258679" y="446436"/>
                    <a:pt x="1333451" y="459937"/>
                  </a:cubicBezTo>
                  <a:cubicBezTo>
                    <a:pt x="1354774" y="463882"/>
                    <a:pt x="1385287" y="463303"/>
                    <a:pt x="1408611" y="458277"/>
                  </a:cubicBezTo>
                  <a:cubicBezTo>
                    <a:pt x="1483494" y="441929"/>
                    <a:pt x="1561497" y="427024"/>
                    <a:pt x="1630193" y="403060"/>
                  </a:cubicBezTo>
                  <a:cubicBezTo>
                    <a:pt x="1735317" y="366347"/>
                    <a:pt x="1840889" y="337880"/>
                    <a:pt x="1956291" y="332366"/>
                  </a:cubicBezTo>
                  <a:cubicBezTo>
                    <a:pt x="1986671" y="330864"/>
                    <a:pt x="2019102" y="336055"/>
                    <a:pt x="2042816" y="344001"/>
                  </a:cubicBezTo>
                  <a:cubicBezTo>
                    <a:pt x="2085264" y="358149"/>
                    <a:pt x="2126351" y="370411"/>
                    <a:pt x="2183422" y="369633"/>
                  </a:cubicBezTo>
                  <a:cubicBezTo>
                    <a:pt x="2235037" y="368878"/>
                    <a:pt x="2279661" y="405941"/>
                    <a:pt x="2269568" y="439858"/>
                  </a:cubicBezTo>
                  <a:cubicBezTo>
                    <a:pt x="2258268" y="478100"/>
                    <a:pt x="2277764" y="504963"/>
                    <a:pt x="2331131" y="524162"/>
                  </a:cubicBezTo>
                  <a:cubicBezTo>
                    <a:pt x="2352982" y="531807"/>
                    <a:pt x="2364863" y="546161"/>
                    <a:pt x="2385114" y="555356"/>
                  </a:cubicBezTo>
                  <a:cubicBezTo>
                    <a:pt x="2401862" y="562975"/>
                    <a:pt x="2421929" y="570874"/>
                    <a:pt x="2444035" y="572629"/>
                  </a:cubicBezTo>
                  <a:cubicBezTo>
                    <a:pt x="2483471" y="575877"/>
                    <a:pt x="2509765" y="584022"/>
                    <a:pt x="2525981" y="603233"/>
                  </a:cubicBezTo>
                  <a:cubicBezTo>
                    <a:pt x="2549284" y="631253"/>
                    <a:pt x="2578522" y="657481"/>
                    <a:pt x="2603912" y="684824"/>
                  </a:cubicBezTo>
                  <a:cubicBezTo>
                    <a:pt x="2618912" y="700623"/>
                    <a:pt x="2643517" y="707119"/>
                    <a:pt x="2678830" y="706989"/>
                  </a:cubicBezTo>
                  <a:cubicBezTo>
                    <a:pt x="2699244" y="707100"/>
                    <a:pt x="2725618" y="705603"/>
                    <a:pt x="2738096" y="711375"/>
                  </a:cubicBezTo>
                  <a:cubicBezTo>
                    <a:pt x="2805963" y="742854"/>
                    <a:pt x="2895982" y="733031"/>
                    <a:pt x="2983808" y="728242"/>
                  </a:cubicBezTo>
                  <a:cubicBezTo>
                    <a:pt x="2993931" y="727743"/>
                    <a:pt x="3004009" y="726870"/>
                    <a:pt x="3013999" y="725445"/>
                  </a:cubicBezTo>
                  <a:cubicBezTo>
                    <a:pt x="3136004" y="707473"/>
                    <a:pt x="3250135" y="713469"/>
                    <a:pt x="3364421" y="720577"/>
                  </a:cubicBezTo>
                  <a:cubicBezTo>
                    <a:pt x="3394566" y="722506"/>
                    <a:pt x="3428052" y="719806"/>
                    <a:pt x="3460524" y="717627"/>
                  </a:cubicBezTo>
                  <a:cubicBezTo>
                    <a:pt x="3545332" y="712136"/>
                    <a:pt x="3633316" y="698261"/>
                    <a:pt x="3710984" y="714181"/>
                  </a:cubicBezTo>
                  <a:cubicBezTo>
                    <a:pt x="3772124" y="726606"/>
                    <a:pt x="3825031" y="745116"/>
                    <a:pt x="3850962" y="778801"/>
                  </a:cubicBezTo>
                  <a:cubicBezTo>
                    <a:pt x="3868397" y="801426"/>
                    <a:pt x="3898483" y="813185"/>
                    <a:pt x="3946288" y="816371"/>
                  </a:cubicBezTo>
                  <a:cubicBezTo>
                    <a:pt x="3987482" y="819178"/>
                    <a:pt x="4025133" y="827780"/>
                    <a:pt x="4065134" y="832458"/>
                  </a:cubicBezTo>
                  <a:cubicBezTo>
                    <a:pt x="4086248" y="834921"/>
                    <a:pt x="4110401" y="838273"/>
                    <a:pt x="4132175" y="835166"/>
                  </a:cubicBezTo>
                  <a:cubicBezTo>
                    <a:pt x="4190360" y="826865"/>
                    <a:pt x="4249455" y="817299"/>
                    <a:pt x="4305860" y="804155"/>
                  </a:cubicBezTo>
                  <a:cubicBezTo>
                    <a:pt x="4334043" y="797489"/>
                    <a:pt x="4360741" y="782918"/>
                    <a:pt x="4382133" y="769480"/>
                  </a:cubicBezTo>
                  <a:cubicBezTo>
                    <a:pt x="4404164" y="755387"/>
                    <a:pt x="4425554" y="747046"/>
                    <a:pt x="4453290" y="752531"/>
                  </a:cubicBezTo>
                  <a:cubicBezTo>
                    <a:pt x="4522269" y="766291"/>
                    <a:pt x="4590591" y="780524"/>
                    <a:pt x="4657973" y="795834"/>
                  </a:cubicBezTo>
                  <a:cubicBezTo>
                    <a:pt x="4669647" y="798512"/>
                    <a:pt x="4675989" y="807237"/>
                    <a:pt x="4682401" y="813875"/>
                  </a:cubicBezTo>
                  <a:cubicBezTo>
                    <a:pt x="4712327" y="844913"/>
                    <a:pt x="4739117" y="876968"/>
                    <a:pt x="4771816" y="907045"/>
                  </a:cubicBezTo>
                  <a:cubicBezTo>
                    <a:pt x="4783119" y="917328"/>
                    <a:pt x="4807948" y="922849"/>
                    <a:pt x="4827522" y="929875"/>
                  </a:cubicBezTo>
                  <a:cubicBezTo>
                    <a:pt x="4833683" y="932206"/>
                    <a:pt x="4845545" y="931080"/>
                    <a:pt x="4849943" y="933850"/>
                  </a:cubicBezTo>
                  <a:cubicBezTo>
                    <a:pt x="4888951" y="959630"/>
                    <a:pt x="4951289" y="954889"/>
                    <a:pt x="5009628" y="957895"/>
                  </a:cubicBezTo>
                  <a:cubicBezTo>
                    <a:pt x="5059525" y="960406"/>
                    <a:pt x="5111930" y="960103"/>
                    <a:pt x="5158713" y="963814"/>
                  </a:cubicBezTo>
                  <a:cubicBezTo>
                    <a:pt x="5231309" y="969696"/>
                    <a:pt x="5298175" y="973750"/>
                    <a:pt x="5376429" y="963150"/>
                  </a:cubicBezTo>
                  <a:cubicBezTo>
                    <a:pt x="5408581" y="958754"/>
                    <a:pt x="5448464" y="970244"/>
                    <a:pt x="5475789" y="980508"/>
                  </a:cubicBezTo>
                  <a:cubicBezTo>
                    <a:pt x="5528520" y="1000362"/>
                    <a:pt x="5584841" y="1001957"/>
                    <a:pt x="5653403" y="987267"/>
                  </a:cubicBezTo>
                  <a:cubicBezTo>
                    <a:pt x="5676010" y="982340"/>
                    <a:pt x="5702561" y="984594"/>
                    <a:pt x="5726343" y="985356"/>
                  </a:cubicBezTo>
                  <a:cubicBezTo>
                    <a:pt x="5748645" y="985951"/>
                    <a:pt x="5770112" y="988363"/>
                    <a:pt x="5790565" y="991299"/>
                  </a:cubicBezTo>
                  <a:cubicBezTo>
                    <a:pt x="5815130" y="994968"/>
                    <a:pt x="5845524" y="996109"/>
                    <a:pt x="5860261" y="1004957"/>
                  </a:cubicBezTo>
                  <a:cubicBezTo>
                    <a:pt x="5906804" y="1032492"/>
                    <a:pt x="5977071" y="1037384"/>
                    <a:pt x="6042103" y="1036225"/>
                  </a:cubicBezTo>
                  <a:cubicBezTo>
                    <a:pt x="6128234" y="1034887"/>
                    <a:pt x="6222271" y="1027703"/>
                    <a:pt x="6302000" y="989138"/>
                  </a:cubicBezTo>
                  <a:cubicBezTo>
                    <a:pt x="6349674" y="965908"/>
                    <a:pt x="6396954" y="955198"/>
                    <a:pt x="6452027" y="968488"/>
                  </a:cubicBezTo>
                  <a:cubicBezTo>
                    <a:pt x="6489403" y="977694"/>
                    <a:pt x="6558004" y="960730"/>
                    <a:pt x="6589207" y="939473"/>
                  </a:cubicBezTo>
                  <a:cubicBezTo>
                    <a:pt x="6600500" y="931820"/>
                    <a:pt x="6612150" y="924116"/>
                    <a:pt x="6631071" y="911221"/>
                  </a:cubicBezTo>
                  <a:cubicBezTo>
                    <a:pt x="6674307" y="951312"/>
                    <a:pt x="6752348" y="944331"/>
                    <a:pt x="6828276" y="942940"/>
                  </a:cubicBezTo>
                  <a:cubicBezTo>
                    <a:pt x="6874782" y="942157"/>
                    <a:pt x="6889175" y="963895"/>
                    <a:pt x="6900805" y="984139"/>
                  </a:cubicBezTo>
                  <a:cubicBezTo>
                    <a:pt x="6921317" y="1020675"/>
                    <a:pt x="6959798" y="1032556"/>
                    <a:pt x="7034669" y="1018664"/>
                  </a:cubicBezTo>
                  <a:cubicBezTo>
                    <a:pt x="7117339" y="1003282"/>
                    <a:pt x="7199639" y="985309"/>
                    <a:pt x="7281069" y="966326"/>
                  </a:cubicBezTo>
                  <a:cubicBezTo>
                    <a:pt x="7332523" y="954265"/>
                    <a:pt x="7378031" y="936255"/>
                    <a:pt x="7412782" y="909205"/>
                  </a:cubicBezTo>
                  <a:cubicBezTo>
                    <a:pt x="7446537" y="882863"/>
                    <a:pt x="7455447" y="884046"/>
                    <a:pt x="7500329" y="894825"/>
                  </a:cubicBezTo>
                  <a:cubicBezTo>
                    <a:pt x="7552746" y="907362"/>
                    <a:pt x="7606737" y="918163"/>
                    <a:pt x="7662326" y="927415"/>
                  </a:cubicBezTo>
                  <a:cubicBezTo>
                    <a:pt x="7679869" y="930387"/>
                    <a:pt x="7704116" y="926739"/>
                    <a:pt x="7725336" y="924843"/>
                  </a:cubicBezTo>
                  <a:cubicBezTo>
                    <a:pt x="7761322" y="921787"/>
                    <a:pt x="7798619" y="920242"/>
                    <a:pt x="7833282" y="913030"/>
                  </a:cubicBezTo>
                  <a:cubicBezTo>
                    <a:pt x="7866518" y="906022"/>
                    <a:pt x="7898636" y="893699"/>
                    <a:pt x="7928607" y="881682"/>
                  </a:cubicBezTo>
                  <a:cubicBezTo>
                    <a:pt x="8012313" y="848024"/>
                    <a:pt x="8088140" y="810204"/>
                    <a:pt x="8146599" y="762967"/>
                  </a:cubicBezTo>
                  <a:cubicBezTo>
                    <a:pt x="8154093" y="756799"/>
                    <a:pt x="8170251" y="752605"/>
                    <a:pt x="8183580" y="749004"/>
                  </a:cubicBezTo>
                  <a:cubicBezTo>
                    <a:pt x="8205314" y="743071"/>
                    <a:pt x="8227790" y="737221"/>
                    <a:pt x="8250226" y="733642"/>
                  </a:cubicBezTo>
                  <a:cubicBezTo>
                    <a:pt x="8359191" y="716208"/>
                    <a:pt x="8441165" y="678077"/>
                    <a:pt x="8505932" y="626541"/>
                  </a:cubicBezTo>
                  <a:cubicBezTo>
                    <a:pt x="8524587" y="611795"/>
                    <a:pt x="8540110" y="608258"/>
                    <a:pt x="8564196" y="618795"/>
                  </a:cubicBezTo>
                  <a:cubicBezTo>
                    <a:pt x="8592164" y="631042"/>
                    <a:pt x="8628034" y="619506"/>
                    <a:pt x="8660707" y="611068"/>
                  </a:cubicBezTo>
                  <a:cubicBezTo>
                    <a:pt x="8694444" y="602478"/>
                    <a:pt x="8728516" y="593650"/>
                    <a:pt x="8762258" y="585060"/>
                  </a:cubicBezTo>
                  <a:cubicBezTo>
                    <a:pt x="8787229" y="578854"/>
                    <a:pt x="8811901" y="573068"/>
                    <a:pt x="8836441" y="566357"/>
                  </a:cubicBezTo>
                  <a:cubicBezTo>
                    <a:pt x="8912858" y="545446"/>
                    <a:pt x="8983245" y="538424"/>
                    <a:pt x="9050731" y="559574"/>
                  </a:cubicBezTo>
                  <a:cubicBezTo>
                    <a:pt x="9102221" y="575829"/>
                    <a:pt x="9164952" y="573867"/>
                    <a:pt x="9229629" y="557463"/>
                  </a:cubicBezTo>
                  <a:cubicBezTo>
                    <a:pt x="9237708" y="555367"/>
                    <a:pt x="9247532" y="550189"/>
                    <a:pt x="9253453" y="550855"/>
                  </a:cubicBezTo>
                  <a:cubicBezTo>
                    <a:pt x="9342570" y="560231"/>
                    <a:pt x="9405312" y="512382"/>
                    <a:pt x="9484216" y="498670"/>
                  </a:cubicBezTo>
                  <a:cubicBezTo>
                    <a:pt x="9519037" y="492570"/>
                    <a:pt x="9552780" y="473782"/>
                    <a:pt x="9582635" y="458383"/>
                  </a:cubicBezTo>
                  <a:cubicBezTo>
                    <a:pt x="9623691" y="437230"/>
                    <a:pt x="9660185" y="417296"/>
                    <a:pt x="9719672" y="415606"/>
                  </a:cubicBezTo>
                  <a:cubicBezTo>
                    <a:pt x="9779191" y="414100"/>
                    <a:pt x="9830942" y="393877"/>
                    <a:pt x="9871786" y="366146"/>
                  </a:cubicBezTo>
                  <a:cubicBezTo>
                    <a:pt x="9903016" y="345075"/>
                    <a:pt x="9939572" y="338348"/>
                    <a:pt x="9984496" y="336659"/>
                  </a:cubicBezTo>
                  <a:cubicBezTo>
                    <a:pt x="10040644" y="334502"/>
                    <a:pt x="10098167" y="326673"/>
                    <a:pt x="10154710" y="322192"/>
                  </a:cubicBezTo>
                  <a:cubicBezTo>
                    <a:pt x="10166955" y="321200"/>
                    <a:pt x="10182671" y="321602"/>
                    <a:pt x="10190448" y="325024"/>
                  </a:cubicBezTo>
                  <a:cubicBezTo>
                    <a:pt x="10285771" y="367692"/>
                    <a:pt x="10409001" y="350677"/>
                    <a:pt x="10530738" y="335952"/>
                  </a:cubicBezTo>
                  <a:cubicBezTo>
                    <a:pt x="10604508" y="327126"/>
                    <a:pt x="10678399" y="316583"/>
                    <a:pt x="10752159" y="305116"/>
                  </a:cubicBezTo>
                  <a:cubicBezTo>
                    <a:pt x="10777122" y="301364"/>
                    <a:pt x="10803112" y="294635"/>
                    <a:pt x="10824454" y="285926"/>
                  </a:cubicBezTo>
                  <a:cubicBezTo>
                    <a:pt x="10868839" y="267698"/>
                    <a:pt x="10909149" y="246464"/>
                    <a:pt x="10953154" y="228101"/>
                  </a:cubicBezTo>
                  <a:cubicBezTo>
                    <a:pt x="10969624" y="221029"/>
                    <a:pt x="10991732" y="217687"/>
                    <a:pt x="11011616" y="214095"/>
                  </a:cubicBezTo>
                  <a:cubicBezTo>
                    <a:pt x="11046745" y="207572"/>
                    <a:pt x="11086643" y="206411"/>
                    <a:pt x="11116033" y="195420"/>
                  </a:cubicBezTo>
                  <a:cubicBezTo>
                    <a:pt x="11192469" y="166955"/>
                    <a:pt x="11266915" y="160298"/>
                    <a:pt x="11344305" y="166628"/>
                  </a:cubicBezTo>
                  <a:cubicBezTo>
                    <a:pt x="11452659" y="175526"/>
                    <a:pt x="11551628" y="159518"/>
                    <a:pt x="11639052" y="108525"/>
                  </a:cubicBezTo>
                  <a:cubicBezTo>
                    <a:pt x="11678387" y="85542"/>
                    <a:pt x="11720245" y="87878"/>
                    <a:pt x="11757534" y="96529"/>
                  </a:cubicBezTo>
                  <a:cubicBezTo>
                    <a:pt x="11800501" y="106639"/>
                    <a:pt x="11840706" y="105055"/>
                    <a:pt x="11885801" y="86727"/>
                  </a:cubicBezTo>
                  <a:cubicBezTo>
                    <a:pt x="11895786" y="82658"/>
                    <a:pt x="11910606" y="81866"/>
                    <a:pt x="11922876" y="81059"/>
                  </a:cubicBezTo>
                  <a:cubicBezTo>
                    <a:pt x="11992785" y="75805"/>
                    <a:pt x="12063502" y="73646"/>
                    <a:pt x="12115333" y="33586"/>
                  </a:cubicBezTo>
                  <a:cubicBezTo>
                    <a:pt x="12125502" y="25714"/>
                    <a:pt x="12143695" y="20476"/>
                    <a:pt x="12158082" y="140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088221B-C76B-4ADD-99AA-26982E3E7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83182"/>
              <a:ext cx="12192000" cy="1203823"/>
            </a:xfrm>
            <a:custGeom>
              <a:avLst/>
              <a:gdLst>
                <a:gd name="connsiteX0" fmla="*/ 12192000 w 12192000"/>
                <a:gd name="connsiteY0" fmla="*/ 0 h 1203823"/>
                <a:gd name="connsiteX1" fmla="*/ 12192000 w 12192000"/>
                <a:gd name="connsiteY1" fmla="*/ 463428 h 1203823"/>
                <a:gd name="connsiteX2" fmla="*/ 12190878 w 12192000"/>
                <a:gd name="connsiteY2" fmla="*/ 463511 h 1203823"/>
                <a:gd name="connsiteX3" fmla="*/ 12077247 w 12192000"/>
                <a:gd name="connsiteY3" fmla="*/ 476326 h 1203823"/>
                <a:gd name="connsiteX4" fmla="*/ 11984519 w 12192000"/>
                <a:gd name="connsiteY4" fmla="*/ 479926 h 1203823"/>
                <a:gd name="connsiteX5" fmla="*/ 11951602 w 12192000"/>
                <a:gd name="connsiteY5" fmla="*/ 478957 h 1203823"/>
                <a:gd name="connsiteX6" fmla="*/ 11690906 w 12192000"/>
                <a:gd name="connsiteY6" fmla="*/ 471969 h 1203823"/>
                <a:gd name="connsiteX7" fmla="*/ 11413967 w 12192000"/>
                <a:gd name="connsiteY7" fmla="*/ 476171 h 1203823"/>
                <a:gd name="connsiteX8" fmla="*/ 11240741 w 12192000"/>
                <a:gd name="connsiteY8" fmla="*/ 523168 h 1203823"/>
                <a:gd name="connsiteX9" fmla="*/ 11175007 w 12192000"/>
                <a:gd name="connsiteY9" fmla="*/ 532168 h 1203823"/>
                <a:gd name="connsiteX10" fmla="*/ 10873728 w 12192000"/>
                <a:gd name="connsiteY10" fmla="*/ 580252 h 1203823"/>
                <a:gd name="connsiteX11" fmla="*/ 10821308 w 12192000"/>
                <a:gd name="connsiteY11" fmla="*/ 593206 h 1203823"/>
                <a:gd name="connsiteX12" fmla="*/ 10530813 w 12192000"/>
                <a:gd name="connsiteY12" fmla="*/ 612183 h 1203823"/>
                <a:gd name="connsiteX13" fmla="*/ 10426051 w 12192000"/>
                <a:gd name="connsiteY13" fmla="*/ 623353 h 1203823"/>
                <a:gd name="connsiteX14" fmla="*/ 10329158 w 12192000"/>
                <a:gd name="connsiteY14" fmla="*/ 630947 h 1203823"/>
                <a:gd name="connsiteX15" fmla="*/ 10194729 w 12192000"/>
                <a:gd name="connsiteY15" fmla="*/ 648616 h 1203823"/>
                <a:gd name="connsiteX16" fmla="*/ 10055908 w 12192000"/>
                <a:gd name="connsiteY16" fmla="*/ 671255 h 1203823"/>
                <a:gd name="connsiteX17" fmla="*/ 9900553 w 12192000"/>
                <a:gd name="connsiteY17" fmla="*/ 692854 h 1203823"/>
                <a:gd name="connsiteX18" fmla="*/ 9838466 w 12192000"/>
                <a:gd name="connsiteY18" fmla="*/ 696804 h 1203823"/>
                <a:gd name="connsiteX19" fmla="*/ 9672959 w 12192000"/>
                <a:gd name="connsiteY19" fmla="*/ 723815 h 1203823"/>
                <a:gd name="connsiteX20" fmla="*/ 9585068 w 12192000"/>
                <a:gd name="connsiteY20" fmla="*/ 730692 h 1203823"/>
                <a:gd name="connsiteX21" fmla="*/ 9441409 w 12192000"/>
                <a:gd name="connsiteY21" fmla="*/ 750054 h 1203823"/>
                <a:gd name="connsiteX22" fmla="*/ 9394461 w 12192000"/>
                <a:gd name="connsiteY22" fmla="*/ 755430 h 1203823"/>
                <a:gd name="connsiteX23" fmla="*/ 9352592 w 12192000"/>
                <a:gd name="connsiteY23" fmla="*/ 760649 h 1203823"/>
                <a:gd name="connsiteX24" fmla="*/ 9211616 w 12192000"/>
                <a:gd name="connsiteY24" fmla="*/ 796247 h 1203823"/>
                <a:gd name="connsiteX25" fmla="*/ 9084669 w 12192000"/>
                <a:gd name="connsiteY25" fmla="*/ 815302 h 1203823"/>
                <a:gd name="connsiteX26" fmla="*/ 8863668 w 12192000"/>
                <a:gd name="connsiteY26" fmla="*/ 859297 h 1203823"/>
                <a:gd name="connsiteX27" fmla="*/ 8813798 w 12192000"/>
                <a:gd name="connsiteY27" fmla="*/ 862069 h 1203823"/>
                <a:gd name="connsiteX28" fmla="*/ 8659353 w 12192000"/>
                <a:gd name="connsiteY28" fmla="*/ 882405 h 1203823"/>
                <a:gd name="connsiteX29" fmla="*/ 8571354 w 12192000"/>
                <a:gd name="connsiteY29" fmla="*/ 893639 h 1203823"/>
                <a:gd name="connsiteX30" fmla="*/ 8464108 w 12192000"/>
                <a:gd name="connsiteY30" fmla="*/ 918003 h 1203823"/>
                <a:gd name="connsiteX31" fmla="*/ 8278326 w 12192000"/>
                <a:gd name="connsiteY31" fmla="*/ 963768 h 1203823"/>
                <a:gd name="connsiteX32" fmla="*/ 8229130 w 12192000"/>
                <a:gd name="connsiteY32" fmla="*/ 973809 h 1203823"/>
                <a:gd name="connsiteX33" fmla="*/ 8139753 w 12192000"/>
                <a:gd name="connsiteY33" fmla="*/ 995814 h 1203823"/>
                <a:gd name="connsiteX34" fmla="*/ 8123573 w 12192000"/>
                <a:gd name="connsiteY34" fmla="*/ 999822 h 1203823"/>
                <a:gd name="connsiteX35" fmla="*/ 7988700 w 12192000"/>
                <a:gd name="connsiteY35" fmla="*/ 1042478 h 1203823"/>
                <a:gd name="connsiteX36" fmla="*/ 7917216 w 12192000"/>
                <a:gd name="connsiteY36" fmla="*/ 1054564 h 1203823"/>
                <a:gd name="connsiteX37" fmla="*/ 7710917 w 12192000"/>
                <a:gd name="connsiteY37" fmla="*/ 1084189 h 1203823"/>
                <a:gd name="connsiteX38" fmla="*/ 7622961 w 12192000"/>
                <a:gd name="connsiteY38" fmla="*/ 1093150 h 1203823"/>
                <a:gd name="connsiteX39" fmla="*/ 7410784 w 12192000"/>
                <a:gd name="connsiteY39" fmla="*/ 1109639 h 1203823"/>
                <a:gd name="connsiteX40" fmla="*/ 7277756 w 12192000"/>
                <a:gd name="connsiteY40" fmla="*/ 1121821 h 1203823"/>
                <a:gd name="connsiteX41" fmla="*/ 7124542 w 12192000"/>
                <a:gd name="connsiteY41" fmla="*/ 1132917 h 1203823"/>
                <a:gd name="connsiteX42" fmla="*/ 6949754 w 12192000"/>
                <a:gd name="connsiteY42" fmla="*/ 1151057 h 1203823"/>
                <a:gd name="connsiteX43" fmla="*/ 6630251 w 12192000"/>
                <a:gd name="connsiteY43" fmla="*/ 1176062 h 1203823"/>
                <a:gd name="connsiteX44" fmla="*/ 6320635 w 12192000"/>
                <a:gd name="connsiteY44" fmla="*/ 1198900 h 1203823"/>
                <a:gd name="connsiteX45" fmla="*/ 6192345 w 12192000"/>
                <a:gd name="connsiteY45" fmla="*/ 1198322 h 1203823"/>
                <a:gd name="connsiteX46" fmla="*/ 5966564 w 12192000"/>
                <a:gd name="connsiteY46" fmla="*/ 1203722 h 1203823"/>
                <a:gd name="connsiteX47" fmla="*/ 5867229 w 12192000"/>
                <a:gd name="connsiteY47" fmla="*/ 1201846 h 1203823"/>
                <a:gd name="connsiteX48" fmla="*/ 5630174 w 12192000"/>
                <a:gd name="connsiteY48" fmla="*/ 1202247 h 1203823"/>
                <a:gd name="connsiteX49" fmla="*/ 5348950 w 12192000"/>
                <a:gd name="connsiteY49" fmla="*/ 1191767 h 1203823"/>
                <a:gd name="connsiteX50" fmla="*/ 5241230 w 12192000"/>
                <a:gd name="connsiteY50" fmla="*/ 1192407 h 1203823"/>
                <a:gd name="connsiteX51" fmla="*/ 4971135 w 12192000"/>
                <a:gd name="connsiteY51" fmla="*/ 1193558 h 1203823"/>
                <a:gd name="connsiteX52" fmla="*/ 4869418 w 12192000"/>
                <a:gd name="connsiteY52" fmla="*/ 1200518 h 1203823"/>
                <a:gd name="connsiteX53" fmla="*/ 4753276 w 12192000"/>
                <a:gd name="connsiteY53" fmla="*/ 1200849 h 1203823"/>
                <a:gd name="connsiteX54" fmla="*/ 4611885 w 12192000"/>
                <a:gd name="connsiteY54" fmla="*/ 1192700 h 1203823"/>
                <a:gd name="connsiteX55" fmla="*/ 4376827 w 12192000"/>
                <a:gd name="connsiteY55" fmla="*/ 1184130 h 1203823"/>
                <a:gd name="connsiteX56" fmla="*/ 4285473 w 12192000"/>
                <a:gd name="connsiteY56" fmla="*/ 1187157 h 1203823"/>
                <a:gd name="connsiteX57" fmla="*/ 3866545 w 12192000"/>
                <a:gd name="connsiteY57" fmla="*/ 1181595 h 1203823"/>
                <a:gd name="connsiteX58" fmla="*/ 3651344 w 12192000"/>
                <a:gd name="connsiteY58" fmla="*/ 1174347 h 1203823"/>
                <a:gd name="connsiteX59" fmla="*/ 3518455 w 12192000"/>
                <a:gd name="connsiteY59" fmla="*/ 1177257 h 1203823"/>
                <a:gd name="connsiteX60" fmla="*/ 3400820 w 12192000"/>
                <a:gd name="connsiteY60" fmla="*/ 1169684 h 1203823"/>
                <a:gd name="connsiteX61" fmla="*/ 3037156 w 12192000"/>
                <a:gd name="connsiteY61" fmla="*/ 1153216 h 1203823"/>
                <a:gd name="connsiteX62" fmla="*/ 2866262 w 12192000"/>
                <a:gd name="connsiteY62" fmla="*/ 1132282 h 1203823"/>
                <a:gd name="connsiteX63" fmla="*/ 2582175 w 12192000"/>
                <a:gd name="connsiteY63" fmla="*/ 1088978 h 1203823"/>
                <a:gd name="connsiteX64" fmla="*/ 2395408 w 12192000"/>
                <a:gd name="connsiteY64" fmla="*/ 1035944 h 1203823"/>
                <a:gd name="connsiteX65" fmla="*/ 2294753 w 12192000"/>
                <a:gd name="connsiteY65" fmla="*/ 1014617 h 1203823"/>
                <a:gd name="connsiteX66" fmla="*/ 2122946 w 12192000"/>
                <a:gd name="connsiteY66" fmla="*/ 984750 h 1203823"/>
                <a:gd name="connsiteX67" fmla="*/ 1905506 w 12192000"/>
                <a:gd name="connsiteY67" fmla="*/ 941379 h 1203823"/>
                <a:gd name="connsiteX68" fmla="*/ 1671047 w 12192000"/>
                <a:gd name="connsiteY68" fmla="*/ 924227 h 1203823"/>
                <a:gd name="connsiteX69" fmla="*/ 1543858 w 12192000"/>
                <a:gd name="connsiteY69" fmla="*/ 898189 h 1203823"/>
                <a:gd name="connsiteX70" fmla="*/ 1419786 w 12192000"/>
                <a:gd name="connsiteY70" fmla="*/ 868499 h 1203823"/>
                <a:gd name="connsiteX71" fmla="*/ 1355118 w 12192000"/>
                <a:gd name="connsiteY71" fmla="*/ 849213 h 1203823"/>
                <a:gd name="connsiteX72" fmla="*/ 1223715 w 12192000"/>
                <a:gd name="connsiteY72" fmla="*/ 821701 h 1203823"/>
                <a:gd name="connsiteX73" fmla="*/ 1094195 w 12192000"/>
                <a:gd name="connsiteY73" fmla="*/ 804871 h 1203823"/>
                <a:gd name="connsiteX74" fmla="*/ 1001117 w 12192000"/>
                <a:gd name="connsiteY74" fmla="*/ 783029 h 1203823"/>
                <a:gd name="connsiteX75" fmla="*/ 879550 w 12192000"/>
                <a:gd name="connsiteY75" fmla="*/ 747883 h 1203823"/>
                <a:gd name="connsiteX76" fmla="*/ 711166 w 12192000"/>
                <a:gd name="connsiteY76" fmla="*/ 719038 h 1203823"/>
                <a:gd name="connsiteX77" fmla="*/ 557943 w 12192000"/>
                <a:gd name="connsiteY77" fmla="*/ 707100 h 1203823"/>
                <a:gd name="connsiteX78" fmla="*/ 480350 w 12192000"/>
                <a:gd name="connsiteY78" fmla="*/ 668701 h 1203823"/>
                <a:gd name="connsiteX79" fmla="*/ 296226 w 12192000"/>
                <a:gd name="connsiteY79" fmla="*/ 603582 h 1203823"/>
                <a:gd name="connsiteX80" fmla="*/ 72691 w 12192000"/>
                <a:gd name="connsiteY80" fmla="*/ 560891 h 1203823"/>
                <a:gd name="connsiteX81" fmla="*/ 0 w 12192000"/>
                <a:gd name="connsiteY81" fmla="*/ 543485 h 1203823"/>
                <a:gd name="connsiteX82" fmla="*/ 0 w 12192000"/>
                <a:gd name="connsiteY82" fmla="*/ 384356 h 1203823"/>
                <a:gd name="connsiteX83" fmla="*/ 51786 w 12192000"/>
                <a:gd name="connsiteY83" fmla="*/ 393936 h 1203823"/>
                <a:gd name="connsiteX84" fmla="*/ 205563 w 12192000"/>
                <a:gd name="connsiteY84" fmla="*/ 414858 h 1203823"/>
                <a:gd name="connsiteX85" fmla="*/ 354393 w 12192000"/>
                <a:gd name="connsiteY85" fmla="*/ 426666 h 1203823"/>
                <a:gd name="connsiteX86" fmla="*/ 448284 w 12192000"/>
                <a:gd name="connsiteY86" fmla="*/ 436307 h 1203823"/>
                <a:gd name="connsiteX87" fmla="*/ 611520 w 12192000"/>
                <a:gd name="connsiteY87" fmla="*/ 434165 h 1203823"/>
                <a:gd name="connsiteX88" fmla="*/ 746078 w 12192000"/>
                <a:gd name="connsiteY88" fmla="*/ 422520 h 1203823"/>
                <a:gd name="connsiteX89" fmla="*/ 902726 w 12192000"/>
                <a:gd name="connsiteY89" fmla="*/ 409988 h 1203823"/>
                <a:gd name="connsiteX90" fmla="*/ 1113856 w 12192000"/>
                <a:gd name="connsiteY90" fmla="*/ 414229 h 1203823"/>
                <a:gd name="connsiteX91" fmla="*/ 1333451 w 12192000"/>
                <a:gd name="connsiteY91" fmla="*/ 459937 h 1203823"/>
                <a:gd name="connsiteX92" fmla="*/ 1408611 w 12192000"/>
                <a:gd name="connsiteY92" fmla="*/ 458277 h 1203823"/>
                <a:gd name="connsiteX93" fmla="*/ 1630193 w 12192000"/>
                <a:gd name="connsiteY93" fmla="*/ 403060 h 1203823"/>
                <a:gd name="connsiteX94" fmla="*/ 1956291 w 12192000"/>
                <a:gd name="connsiteY94" fmla="*/ 332366 h 1203823"/>
                <a:gd name="connsiteX95" fmla="*/ 2042816 w 12192000"/>
                <a:gd name="connsiteY95" fmla="*/ 344001 h 1203823"/>
                <a:gd name="connsiteX96" fmla="*/ 2183422 w 12192000"/>
                <a:gd name="connsiteY96" fmla="*/ 369633 h 1203823"/>
                <a:gd name="connsiteX97" fmla="*/ 2269568 w 12192000"/>
                <a:gd name="connsiteY97" fmla="*/ 439858 h 1203823"/>
                <a:gd name="connsiteX98" fmla="*/ 2331131 w 12192000"/>
                <a:gd name="connsiteY98" fmla="*/ 524162 h 1203823"/>
                <a:gd name="connsiteX99" fmla="*/ 2385114 w 12192000"/>
                <a:gd name="connsiteY99" fmla="*/ 555356 h 1203823"/>
                <a:gd name="connsiteX100" fmla="*/ 2444035 w 12192000"/>
                <a:gd name="connsiteY100" fmla="*/ 572629 h 1203823"/>
                <a:gd name="connsiteX101" fmla="*/ 2525981 w 12192000"/>
                <a:gd name="connsiteY101" fmla="*/ 603233 h 1203823"/>
                <a:gd name="connsiteX102" fmla="*/ 2603912 w 12192000"/>
                <a:gd name="connsiteY102" fmla="*/ 684824 h 1203823"/>
                <a:gd name="connsiteX103" fmla="*/ 2678830 w 12192000"/>
                <a:gd name="connsiteY103" fmla="*/ 706989 h 1203823"/>
                <a:gd name="connsiteX104" fmla="*/ 2738096 w 12192000"/>
                <a:gd name="connsiteY104" fmla="*/ 711375 h 1203823"/>
                <a:gd name="connsiteX105" fmla="*/ 2983808 w 12192000"/>
                <a:gd name="connsiteY105" fmla="*/ 728242 h 1203823"/>
                <a:gd name="connsiteX106" fmla="*/ 3013999 w 12192000"/>
                <a:gd name="connsiteY106" fmla="*/ 725445 h 1203823"/>
                <a:gd name="connsiteX107" fmla="*/ 3364421 w 12192000"/>
                <a:gd name="connsiteY107" fmla="*/ 720577 h 1203823"/>
                <a:gd name="connsiteX108" fmla="*/ 3460524 w 12192000"/>
                <a:gd name="connsiteY108" fmla="*/ 717627 h 1203823"/>
                <a:gd name="connsiteX109" fmla="*/ 3710984 w 12192000"/>
                <a:gd name="connsiteY109" fmla="*/ 714181 h 1203823"/>
                <a:gd name="connsiteX110" fmla="*/ 3850962 w 12192000"/>
                <a:gd name="connsiteY110" fmla="*/ 778801 h 1203823"/>
                <a:gd name="connsiteX111" fmla="*/ 3946288 w 12192000"/>
                <a:gd name="connsiteY111" fmla="*/ 816371 h 1203823"/>
                <a:gd name="connsiteX112" fmla="*/ 4065134 w 12192000"/>
                <a:gd name="connsiteY112" fmla="*/ 832458 h 1203823"/>
                <a:gd name="connsiteX113" fmla="*/ 4132175 w 12192000"/>
                <a:gd name="connsiteY113" fmla="*/ 835166 h 1203823"/>
                <a:gd name="connsiteX114" fmla="*/ 4305860 w 12192000"/>
                <a:gd name="connsiteY114" fmla="*/ 804155 h 1203823"/>
                <a:gd name="connsiteX115" fmla="*/ 4382133 w 12192000"/>
                <a:gd name="connsiteY115" fmla="*/ 769480 h 1203823"/>
                <a:gd name="connsiteX116" fmla="*/ 4453290 w 12192000"/>
                <a:gd name="connsiteY116" fmla="*/ 752531 h 1203823"/>
                <a:gd name="connsiteX117" fmla="*/ 4657973 w 12192000"/>
                <a:gd name="connsiteY117" fmla="*/ 795834 h 1203823"/>
                <a:gd name="connsiteX118" fmla="*/ 4682401 w 12192000"/>
                <a:gd name="connsiteY118" fmla="*/ 813875 h 1203823"/>
                <a:gd name="connsiteX119" fmla="*/ 4771816 w 12192000"/>
                <a:gd name="connsiteY119" fmla="*/ 907045 h 1203823"/>
                <a:gd name="connsiteX120" fmla="*/ 4827522 w 12192000"/>
                <a:gd name="connsiteY120" fmla="*/ 929875 h 1203823"/>
                <a:gd name="connsiteX121" fmla="*/ 4849943 w 12192000"/>
                <a:gd name="connsiteY121" fmla="*/ 933850 h 1203823"/>
                <a:gd name="connsiteX122" fmla="*/ 5009628 w 12192000"/>
                <a:gd name="connsiteY122" fmla="*/ 957895 h 1203823"/>
                <a:gd name="connsiteX123" fmla="*/ 5158713 w 12192000"/>
                <a:gd name="connsiteY123" fmla="*/ 963814 h 1203823"/>
                <a:gd name="connsiteX124" fmla="*/ 5376429 w 12192000"/>
                <a:gd name="connsiteY124" fmla="*/ 963150 h 1203823"/>
                <a:gd name="connsiteX125" fmla="*/ 5475789 w 12192000"/>
                <a:gd name="connsiteY125" fmla="*/ 980508 h 1203823"/>
                <a:gd name="connsiteX126" fmla="*/ 5653403 w 12192000"/>
                <a:gd name="connsiteY126" fmla="*/ 987267 h 1203823"/>
                <a:gd name="connsiteX127" fmla="*/ 5726343 w 12192000"/>
                <a:gd name="connsiteY127" fmla="*/ 985356 h 1203823"/>
                <a:gd name="connsiteX128" fmla="*/ 5790565 w 12192000"/>
                <a:gd name="connsiteY128" fmla="*/ 991299 h 1203823"/>
                <a:gd name="connsiteX129" fmla="*/ 5860261 w 12192000"/>
                <a:gd name="connsiteY129" fmla="*/ 1004957 h 1203823"/>
                <a:gd name="connsiteX130" fmla="*/ 6042103 w 12192000"/>
                <a:gd name="connsiteY130" fmla="*/ 1036225 h 1203823"/>
                <a:gd name="connsiteX131" fmla="*/ 6302000 w 12192000"/>
                <a:gd name="connsiteY131" fmla="*/ 989138 h 1203823"/>
                <a:gd name="connsiteX132" fmla="*/ 6452027 w 12192000"/>
                <a:gd name="connsiteY132" fmla="*/ 968488 h 1203823"/>
                <a:gd name="connsiteX133" fmla="*/ 6589207 w 12192000"/>
                <a:gd name="connsiteY133" fmla="*/ 939473 h 1203823"/>
                <a:gd name="connsiteX134" fmla="*/ 6631071 w 12192000"/>
                <a:gd name="connsiteY134" fmla="*/ 911221 h 1203823"/>
                <a:gd name="connsiteX135" fmla="*/ 6828276 w 12192000"/>
                <a:gd name="connsiteY135" fmla="*/ 942940 h 1203823"/>
                <a:gd name="connsiteX136" fmla="*/ 6900805 w 12192000"/>
                <a:gd name="connsiteY136" fmla="*/ 984139 h 1203823"/>
                <a:gd name="connsiteX137" fmla="*/ 7034669 w 12192000"/>
                <a:gd name="connsiteY137" fmla="*/ 1018664 h 1203823"/>
                <a:gd name="connsiteX138" fmla="*/ 7281069 w 12192000"/>
                <a:gd name="connsiteY138" fmla="*/ 966326 h 1203823"/>
                <a:gd name="connsiteX139" fmla="*/ 7412782 w 12192000"/>
                <a:gd name="connsiteY139" fmla="*/ 909205 h 1203823"/>
                <a:gd name="connsiteX140" fmla="*/ 7500329 w 12192000"/>
                <a:gd name="connsiteY140" fmla="*/ 894825 h 1203823"/>
                <a:gd name="connsiteX141" fmla="*/ 7662326 w 12192000"/>
                <a:gd name="connsiteY141" fmla="*/ 927415 h 1203823"/>
                <a:gd name="connsiteX142" fmla="*/ 7725336 w 12192000"/>
                <a:gd name="connsiteY142" fmla="*/ 924843 h 1203823"/>
                <a:gd name="connsiteX143" fmla="*/ 7833282 w 12192000"/>
                <a:gd name="connsiteY143" fmla="*/ 913030 h 1203823"/>
                <a:gd name="connsiteX144" fmla="*/ 7928607 w 12192000"/>
                <a:gd name="connsiteY144" fmla="*/ 881682 h 1203823"/>
                <a:gd name="connsiteX145" fmla="*/ 8146599 w 12192000"/>
                <a:gd name="connsiteY145" fmla="*/ 762967 h 1203823"/>
                <a:gd name="connsiteX146" fmla="*/ 8183580 w 12192000"/>
                <a:gd name="connsiteY146" fmla="*/ 749004 h 1203823"/>
                <a:gd name="connsiteX147" fmla="*/ 8250226 w 12192000"/>
                <a:gd name="connsiteY147" fmla="*/ 733642 h 1203823"/>
                <a:gd name="connsiteX148" fmla="*/ 8505932 w 12192000"/>
                <a:gd name="connsiteY148" fmla="*/ 626541 h 1203823"/>
                <a:gd name="connsiteX149" fmla="*/ 8564196 w 12192000"/>
                <a:gd name="connsiteY149" fmla="*/ 618795 h 1203823"/>
                <a:gd name="connsiteX150" fmla="*/ 8660707 w 12192000"/>
                <a:gd name="connsiteY150" fmla="*/ 611068 h 1203823"/>
                <a:gd name="connsiteX151" fmla="*/ 8762258 w 12192000"/>
                <a:gd name="connsiteY151" fmla="*/ 585060 h 1203823"/>
                <a:gd name="connsiteX152" fmla="*/ 8836441 w 12192000"/>
                <a:gd name="connsiteY152" fmla="*/ 566357 h 1203823"/>
                <a:gd name="connsiteX153" fmla="*/ 9050731 w 12192000"/>
                <a:gd name="connsiteY153" fmla="*/ 559574 h 1203823"/>
                <a:gd name="connsiteX154" fmla="*/ 9229629 w 12192000"/>
                <a:gd name="connsiteY154" fmla="*/ 557463 h 1203823"/>
                <a:gd name="connsiteX155" fmla="*/ 9253453 w 12192000"/>
                <a:gd name="connsiteY155" fmla="*/ 550855 h 1203823"/>
                <a:gd name="connsiteX156" fmla="*/ 9484216 w 12192000"/>
                <a:gd name="connsiteY156" fmla="*/ 498670 h 1203823"/>
                <a:gd name="connsiteX157" fmla="*/ 9582635 w 12192000"/>
                <a:gd name="connsiteY157" fmla="*/ 458383 h 1203823"/>
                <a:gd name="connsiteX158" fmla="*/ 9719672 w 12192000"/>
                <a:gd name="connsiteY158" fmla="*/ 415606 h 1203823"/>
                <a:gd name="connsiteX159" fmla="*/ 9871786 w 12192000"/>
                <a:gd name="connsiteY159" fmla="*/ 366146 h 1203823"/>
                <a:gd name="connsiteX160" fmla="*/ 9984496 w 12192000"/>
                <a:gd name="connsiteY160" fmla="*/ 336659 h 1203823"/>
                <a:gd name="connsiteX161" fmla="*/ 10154710 w 12192000"/>
                <a:gd name="connsiteY161" fmla="*/ 322192 h 1203823"/>
                <a:gd name="connsiteX162" fmla="*/ 10190448 w 12192000"/>
                <a:gd name="connsiteY162" fmla="*/ 325024 h 1203823"/>
                <a:gd name="connsiteX163" fmla="*/ 10530738 w 12192000"/>
                <a:gd name="connsiteY163" fmla="*/ 335952 h 1203823"/>
                <a:gd name="connsiteX164" fmla="*/ 10752159 w 12192000"/>
                <a:gd name="connsiteY164" fmla="*/ 305116 h 1203823"/>
                <a:gd name="connsiteX165" fmla="*/ 10824454 w 12192000"/>
                <a:gd name="connsiteY165" fmla="*/ 285926 h 1203823"/>
                <a:gd name="connsiteX166" fmla="*/ 10953154 w 12192000"/>
                <a:gd name="connsiteY166" fmla="*/ 228101 h 1203823"/>
                <a:gd name="connsiteX167" fmla="*/ 11011616 w 12192000"/>
                <a:gd name="connsiteY167" fmla="*/ 214095 h 1203823"/>
                <a:gd name="connsiteX168" fmla="*/ 11116033 w 12192000"/>
                <a:gd name="connsiteY168" fmla="*/ 195420 h 1203823"/>
                <a:gd name="connsiteX169" fmla="*/ 11344305 w 12192000"/>
                <a:gd name="connsiteY169" fmla="*/ 166628 h 1203823"/>
                <a:gd name="connsiteX170" fmla="*/ 11639052 w 12192000"/>
                <a:gd name="connsiteY170" fmla="*/ 108525 h 1203823"/>
                <a:gd name="connsiteX171" fmla="*/ 11757534 w 12192000"/>
                <a:gd name="connsiteY171" fmla="*/ 96529 h 1203823"/>
                <a:gd name="connsiteX172" fmla="*/ 11885801 w 12192000"/>
                <a:gd name="connsiteY172" fmla="*/ 86727 h 1203823"/>
                <a:gd name="connsiteX173" fmla="*/ 11922876 w 12192000"/>
                <a:gd name="connsiteY173" fmla="*/ 81059 h 1203823"/>
                <a:gd name="connsiteX174" fmla="*/ 12115333 w 12192000"/>
                <a:gd name="connsiteY174" fmla="*/ 33586 h 1203823"/>
                <a:gd name="connsiteX175" fmla="*/ 12158082 w 12192000"/>
                <a:gd name="connsiteY175" fmla="*/ 14080 h 1203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</a:cxnLst>
              <a:rect l="l" t="t" r="r" b="b"/>
              <a:pathLst>
                <a:path w="12192000" h="1203823">
                  <a:moveTo>
                    <a:pt x="12192000" y="0"/>
                  </a:moveTo>
                  <a:lnTo>
                    <a:pt x="12192000" y="463428"/>
                  </a:lnTo>
                  <a:lnTo>
                    <a:pt x="12190878" y="463511"/>
                  </a:lnTo>
                  <a:cubicBezTo>
                    <a:pt x="12153135" y="467009"/>
                    <a:pt x="12115044" y="473199"/>
                    <a:pt x="12077247" y="476326"/>
                  </a:cubicBezTo>
                  <a:cubicBezTo>
                    <a:pt x="12046309" y="479039"/>
                    <a:pt x="12015361" y="479113"/>
                    <a:pt x="11984519" y="479926"/>
                  </a:cubicBezTo>
                  <a:cubicBezTo>
                    <a:pt x="11973267" y="480209"/>
                    <a:pt x="11961487" y="476791"/>
                    <a:pt x="11951602" y="478957"/>
                  </a:cubicBezTo>
                  <a:cubicBezTo>
                    <a:pt x="11853499" y="501073"/>
                    <a:pt x="11777038" y="475729"/>
                    <a:pt x="11690906" y="471969"/>
                  </a:cubicBezTo>
                  <a:cubicBezTo>
                    <a:pt x="11600360" y="467893"/>
                    <a:pt x="11511402" y="454529"/>
                    <a:pt x="11413967" y="476171"/>
                  </a:cubicBezTo>
                  <a:cubicBezTo>
                    <a:pt x="11355012" y="489303"/>
                    <a:pt x="11299075" y="508236"/>
                    <a:pt x="11240741" y="523168"/>
                  </a:cubicBezTo>
                  <a:cubicBezTo>
                    <a:pt x="11219996" y="528394"/>
                    <a:pt x="11196386" y="531384"/>
                    <a:pt x="11175007" y="532168"/>
                  </a:cubicBezTo>
                  <a:cubicBezTo>
                    <a:pt x="11071821" y="536505"/>
                    <a:pt x="10971305" y="549335"/>
                    <a:pt x="10873728" y="580252"/>
                  </a:cubicBezTo>
                  <a:cubicBezTo>
                    <a:pt x="10856994" y="585472"/>
                    <a:pt x="10839158" y="590659"/>
                    <a:pt x="10821308" y="593206"/>
                  </a:cubicBezTo>
                  <a:cubicBezTo>
                    <a:pt x="10723502" y="607161"/>
                    <a:pt x="10626926" y="616975"/>
                    <a:pt x="10530813" y="612183"/>
                  </a:cubicBezTo>
                  <a:cubicBezTo>
                    <a:pt x="10498529" y="610558"/>
                    <a:pt x="10460887" y="619894"/>
                    <a:pt x="10426051" y="623353"/>
                  </a:cubicBezTo>
                  <a:cubicBezTo>
                    <a:pt x="10393742" y="626643"/>
                    <a:pt x="10360822" y="630773"/>
                    <a:pt x="10329158" y="630947"/>
                  </a:cubicBezTo>
                  <a:cubicBezTo>
                    <a:pt x="10282926" y="631124"/>
                    <a:pt x="10240700" y="636394"/>
                    <a:pt x="10194729" y="648616"/>
                  </a:cubicBezTo>
                  <a:cubicBezTo>
                    <a:pt x="10150849" y="660164"/>
                    <a:pt x="10102289" y="664450"/>
                    <a:pt x="10055908" y="671255"/>
                  </a:cubicBezTo>
                  <a:cubicBezTo>
                    <a:pt x="10004176" y="678825"/>
                    <a:pt x="9952444" y="686394"/>
                    <a:pt x="9900553" y="692854"/>
                  </a:cubicBezTo>
                  <a:cubicBezTo>
                    <a:pt x="9879795" y="695439"/>
                    <a:pt x="9855182" y="691398"/>
                    <a:pt x="9838466" y="696804"/>
                  </a:cubicBezTo>
                  <a:cubicBezTo>
                    <a:pt x="9784565" y="714689"/>
                    <a:pt x="9727519" y="710556"/>
                    <a:pt x="9672959" y="723815"/>
                  </a:cubicBezTo>
                  <a:cubicBezTo>
                    <a:pt x="9646222" y="730463"/>
                    <a:pt x="9614442" y="727256"/>
                    <a:pt x="9585068" y="730692"/>
                  </a:cubicBezTo>
                  <a:cubicBezTo>
                    <a:pt x="9537049" y="736221"/>
                    <a:pt x="9489296" y="743601"/>
                    <a:pt x="9441409" y="750054"/>
                  </a:cubicBezTo>
                  <a:cubicBezTo>
                    <a:pt x="9425676" y="752111"/>
                    <a:pt x="9410220" y="753560"/>
                    <a:pt x="9394461" y="755430"/>
                  </a:cubicBezTo>
                  <a:cubicBezTo>
                    <a:pt x="9380486" y="757048"/>
                    <a:pt x="9365613" y="757471"/>
                    <a:pt x="9352592" y="760649"/>
                  </a:cubicBezTo>
                  <a:cubicBezTo>
                    <a:pt x="9305417" y="772101"/>
                    <a:pt x="9259381" y="786411"/>
                    <a:pt x="9211616" y="796247"/>
                  </a:cubicBezTo>
                  <a:cubicBezTo>
                    <a:pt x="9170222" y="804795"/>
                    <a:pt x="9126525" y="807444"/>
                    <a:pt x="9084669" y="815302"/>
                  </a:cubicBezTo>
                  <a:cubicBezTo>
                    <a:pt x="9010870" y="829041"/>
                    <a:pt x="8937414" y="845187"/>
                    <a:pt x="8863668" y="859297"/>
                  </a:cubicBezTo>
                  <a:cubicBezTo>
                    <a:pt x="8847708" y="862330"/>
                    <a:pt x="8830274" y="860095"/>
                    <a:pt x="8813798" y="862069"/>
                  </a:cubicBezTo>
                  <a:cubicBezTo>
                    <a:pt x="8762264" y="868478"/>
                    <a:pt x="8710835" y="875625"/>
                    <a:pt x="8659353" y="882405"/>
                  </a:cubicBezTo>
                  <a:cubicBezTo>
                    <a:pt x="8630057" y="886395"/>
                    <a:pt x="8600507" y="891178"/>
                    <a:pt x="8571354" y="893639"/>
                  </a:cubicBezTo>
                  <a:cubicBezTo>
                    <a:pt x="8532845" y="896867"/>
                    <a:pt x="8497745" y="898475"/>
                    <a:pt x="8464108" y="918003"/>
                  </a:cubicBezTo>
                  <a:cubicBezTo>
                    <a:pt x="8412329" y="948238"/>
                    <a:pt x="8341124" y="949522"/>
                    <a:pt x="8278326" y="963768"/>
                  </a:cubicBezTo>
                  <a:cubicBezTo>
                    <a:pt x="8262088" y="967407"/>
                    <a:pt x="8245337" y="969986"/>
                    <a:pt x="8229130" y="973809"/>
                  </a:cubicBezTo>
                  <a:cubicBezTo>
                    <a:pt x="8199181" y="980914"/>
                    <a:pt x="8169649" y="988337"/>
                    <a:pt x="8139753" y="995814"/>
                  </a:cubicBezTo>
                  <a:cubicBezTo>
                    <a:pt x="8134480" y="997131"/>
                    <a:pt x="8128440" y="998184"/>
                    <a:pt x="8123573" y="999822"/>
                  </a:cubicBezTo>
                  <a:cubicBezTo>
                    <a:pt x="8078630" y="1014163"/>
                    <a:pt x="8034567" y="1029513"/>
                    <a:pt x="7988700" y="1042478"/>
                  </a:cubicBezTo>
                  <a:cubicBezTo>
                    <a:pt x="7966304" y="1048883"/>
                    <a:pt x="7941012" y="1052870"/>
                    <a:pt x="7917216" y="1054564"/>
                  </a:cubicBezTo>
                  <a:cubicBezTo>
                    <a:pt x="7847638" y="1059583"/>
                    <a:pt x="7779166" y="1067275"/>
                    <a:pt x="7710917" y="1084189"/>
                  </a:cubicBezTo>
                  <a:cubicBezTo>
                    <a:pt x="7683829" y="1090884"/>
                    <a:pt x="7652467" y="1090639"/>
                    <a:pt x="7622961" y="1093150"/>
                  </a:cubicBezTo>
                  <a:cubicBezTo>
                    <a:pt x="7552363" y="1098691"/>
                    <a:pt x="7481712" y="1103860"/>
                    <a:pt x="7410784" y="1109639"/>
                  </a:cubicBezTo>
                  <a:cubicBezTo>
                    <a:pt x="7366507" y="1113312"/>
                    <a:pt x="7322032" y="1118146"/>
                    <a:pt x="7277756" y="1121821"/>
                  </a:cubicBezTo>
                  <a:cubicBezTo>
                    <a:pt x="7226620" y="1125905"/>
                    <a:pt x="7175603" y="1128276"/>
                    <a:pt x="7124542" y="1132917"/>
                  </a:cubicBezTo>
                  <a:cubicBezTo>
                    <a:pt x="7066295" y="1138206"/>
                    <a:pt x="7008030" y="1145954"/>
                    <a:pt x="6949754" y="1151057"/>
                  </a:cubicBezTo>
                  <a:cubicBezTo>
                    <a:pt x="6843219" y="1160027"/>
                    <a:pt x="6736885" y="1167834"/>
                    <a:pt x="6630251" y="1176062"/>
                  </a:cubicBezTo>
                  <a:cubicBezTo>
                    <a:pt x="6526851" y="1184017"/>
                    <a:pt x="6423558" y="1192712"/>
                    <a:pt x="6320635" y="1198900"/>
                  </a:cubicBezTo>
                  <a:cubicBezTo>
                    <a:pt x="6277299" y="1201495"/>
                    <a:pt x="6235234" y="1197678"/>
                    <a:pt x="6192345" y="1198322"/>
                  </a:cubicBezTo>
                  <a:cubicBezTo>
                    <a:pt x="6117133" y="1199611"/>
                    <a:pt x="6041420" y="1202484"/>
                    <a:pt x="5966564" y="1203722"/>
                  </a:cubicBezTo>
                  <a:cubicBezTo>
                    <a:pt x="5933146" y="1204337"/>
                    <a:pt x="5900756" y="1201973"/>
                    <a:pt x="5867229" y="1201846"/>
                  </a:cubicBezTo>
                  <a:cubicBezTo>
                    <a:pt x="5788182" y="1201795"/>
                    <a:pt x="5708356" y="1203932"/>
                    <a:pt x="5630174" y="1202247"/>
                  </a:cubicBezTo>
                  <a:cubicBezTo>
                    <a:pt x="5535910" y="1200212"/>
                    <a:pt x="5442985" y="1194778"/>
                    <a:pt x="5348950" y="1191767"/>
                  </a:cubicBezTo>
                  <a:cubicBezTo>
                    <a:pt x="5313812" y="1190550"/>
                    <a:pt x="5277253" y="1192178"/>
                    <a:pt x="5241230" y="1192407"/>
                  </a:cubicBezTo>
                  <a:cubicBezTo>
                    <a:pt x="5151317" y="1192774"/>
                    <a:pt x="5061658" y="1192348"/>
                    <a:pt x="4971135" y="1193558"/>
                  </a:cubicBezTo>
                  <a:cubicBezTo>
                    <a:pt x="4937687" y="1193987"/>
                    <a:pt x="4903115" y="1199298"/>
                    <a:pt x="4869418" y="1200518"/>
                  </a:cubicBezTo>
                  <a:cubicBezTo>
                    <a:pt x="4830285" y="1201946"/>
                    <a:pt x="4791350" y="1202214"/>
                    <a:pt x="4753276" y="1200849"/>
                  </a:cubicBezTo>
                  <a:cubicBezTo>
                    <a:pt x="4705684" y="1199143"/>
                    <a:pt x="4659174" y="1194828"/>
                    <a:pt x="4611885" y="1192700"/>
                  </a:cubicBezTo>
                  <a:cubicBezTo>
                    <a:pt x="4533821" y="1189297"/>
                    <a:pt x="4455422" y="1186134"/>
                    <a:pt x="4376827" y="1184130"/>
                  </a:cubicBezTo>
                  <a:cubicBezTo>
                    <a:pt x="4347228" y="1183445"/>
                    <a:pt x="4315376" y="1187422"/>
                    <a:pt x="4285473" y="1187157"/>
                  </a:cubicBezTo>
                  <a:cubicBezTo>
                    <a:pt x="4145776" y="1185752"/>
                    <a:pt x="4006048" y="1184161"/>
                    <a:pt x="3866545" y="1181595"/>
                  </a:cubicBezTo>
                  <a:cubicBezTo>
                    <a:pt x="3794232" y="1180206"/>
                    <a:pt x="3723635" y="1175550"/>
                    <a:pt x="3651344" y="1174347"/>
                  </a:cubicBezTo>
                  <a:cubicBezTo>
                    <a:pt x="3607887" y="1173561"/>
                    <a:pt x="3561909" y="1178043"/>
                    <a:pt x="3518455" y="1177257"/>
                  </a:cubicBezTo>
                  <a:cubicBezTo>
                    <a:pt x="3478289" y="1176567"/>
                    <a:pt x="3440401" y="1171399"/>
                    <a:pt x="3400820" y="1169684"/>
                  </a:cubicBezTo>
                  <a:cubicBezTo>
                    <a:pt x="3279826" y="1164098"/>
                    <a:pt x="3157312" y="1160620"/>
                    <a:pt x="3037156" y="1153216"/>
                  </a:cubicBezTo>
                  <a:cubicBezTo>
                    <a:pt x="2978375" y="1149707"/>
                    <a:pt x="2922431" y="1140507"/>
                    <a:pt x="2866262" y="1132282"/>
                  </a:cubicBezTo>
                  <a:cubicBezTo>
                    <a:pt x="2771051" y="1118488"/>
                    <a:pt x="2677109" y="1103379"/>
                    <a:pt x="2582175" y="1088978"/>
                  </a:cubicBezTo>
                  <a:cubicBezTo>
                    <a:pt x="2511092" y="1078351"/>
                    <a:pt x="2447358" y="1063085"/>
                    <a:pt x="2395408" y="1035944"/>
                  </a:cubicBezTo>
                  <a:cubicBezTo>
                    <a:pt x="2371413" y="1023507"/>
                    <a:pt x="2331677" y="1015582"/>
                    <a:pt x="2294753" y="1014617"/>
                  </a:cubicBezTo>
                  <a:cubicBezTo>
                    <a:pt x="2228581" y="1012919"/>
                    <a:pt x="2177385" y="998697"/>
                    <a:pt x="2122946" y="984750"/>
                  </a:cubicBezTo>
                  <a:cubicBezTo>
                    <a:pt x="2054123" y="967003"/>
                    <a:pt x="1981587" y="951294"/>
                    <a:pt x="1905506" y="941379"/>
                  </a:cubicBezTo>
                  <a:cubicBezTo>
                    <a:pt x="1830546" y="931682"/>
                    <a:pt x="1747931" y="932140"/>
                    <a:pt x="1671047" y="924227"/>
                  </a:cubicBezTo>
                  <a:cubicBezTo>
                    <a:pt x="1625938" y="919522"/>
                    <a:pt x="1585615" y="907527"/>
                    <a:pt x="1543858" y="898189"/>
                  </a:cubicBezTo>
                  <a:cubicBezTo>
                    <a:pt x="1502095" y="888854"/>
                    <a:pt x="1460608" y="878912"/>
                    <a:pt x="1419786" y="868499"/>
                  </a:cubicBezTo>
                  <a:cubicBezTo>
                    <a:pt x="1397488" y="862805"/>
                    <a:pt x="1378079" y="854434"/>
                    <a:pt x="1355118" y="849213"/>
                  </a:cubicBezTo>
                  <a:cubicBezTo>
                    <a:pt x="1311850" y="839526"/>
                    <a:pt x="1265355" y="832753"/>
                    <a:pt x="1223715" y="821701"/>
                  </a:cubicBezTo>
                  <a:cubicBezTo>
                    <a:pt x="1183579" y="811000"/>
                    <a:pt x="1138866" y="809071"/>
                    <a:pt x="1094195" y="804871"/>
                  </a:cubicBezTo>
                  <a:cubicBezTo>
                    <a:pt x="1060247" y="801783"/>
                    <a:pt x="1034232" y="787935"/>
                    <a:pt x="1001117" y="783029"/>
                  </a:cubicBezTo>
                  <a:cubicBezTo>
                    <a:pt x="953855" y="775989"/>
                    <a:pt x="916855" y="764275"/>
                    <a:pt x="879550" y="747883"/>
                  </a:cubicBezTo>
                  <a:cubicBezTo>
                    <a:pt x="837589" y="729513"/>
                    <a:pt x="770063" y="725929"/>
                    <a:pt x="711166" y="719038"/>
                  </a:cubicBezTo>
                  <a:cubicBezTo>
                    <a:pt x="661154" y="713145"/>
                    <a:pt x="604345" y="715773"/>
                    <a:pt x="557943" y="707100"/>
                  </a:cubicBezTo>
                  <a:cubicBezTo>
                    <a:pt x="525383" y="700983"/>
                    <a:pt x="499357" y="684492"/>
                    <a:pt x="480350" y="668701"/>
                  </a:cubicBezTo>
                  <a:cubicBezTo>
                    <a:pt x="437720" y="632864"/>
                    <a:pt x="370206" y="616629"/>
                    <a:pt x="296226" y="603582"/>
                  </a:cubicBezTo>
                  <a:cubicBezTo>
                    <a:pt x="220743" y="590183"/>
                    <a:pt x="148482" y="573868"/>
                    <a:pt x="72691" y="560891"/>
                  </a:cubicBezTo>
                  <a:lnTo>
                    <a:pt x="0" y="543485"/>
                  </a:lnTo>
                  <a:lnTo>
                    <a:pt x="0" y="384356"/>
                  </a:lnTo>
                  <a:lnTo>
                    <a:pt x="51786" y="393936"/>
                  </a:lnTo>
                  <a:cubicBezTo>
                    <a:pt x="104771" y="397705"/>
                    <a:pt x="153380" y="409085"/>
                    <a:pt x="205563" y="414858"/>
                  </a:cubicBezTo>
                  <a:cubicBezTo>
                    <a:pt x="254064" y="420400"/>
                    <a:pt x="305004" y="422574"/>
                    <a:pt x="354393" y="426666"/>
                  </a:cubicBezTo>
                  <a:cubicBezTo>
                    <a:pt x="386452" y="429268"/>
                    <a:pt x="420773" y="429846"/>
                    <a:pt x="448284" y="436307"/>
                  </a:cubicBezTo>
                  <a:cubicBezTo>
                    <a:pt x="499906" y="448391"/>
                    <a:pt x="551006" y="446575"/>
                    <a:pt x="611520" y="434165"/>
                  </a:cubicBezTo>
                  <a:cubicBezTo>
                    <a:pt x="654697" y="425360"/>
                    <a:pt x="702396" y="422709"/>
                    <a:pt x="746078" y="422520"/>
                  </a:cubicBezTo>
                  <a:cubicBezTo>
                    <a:pt x="798482" y="422217"/>
                    <a:pt x="848402" y="419816"/>
                    <a:pt x="902726" y="409988"/>
                  </a:cubicBezTo>
                  <a:cubicBezTo>
                    <a:pt x="977293" y="396517"/>
                    <a:pt x="1048430" y="397320"/>
                    <a:pt x="1113856" y="414229"/>
                  </a:cubicBezTo>
                  <a:cubicBezTo>
                    <a:pt x="1184157" y="432144"/>
                    <a:pt x="1258679" y="446436"/>
                    <a:pt x="1333451" y="459937"/>
                  </a:cubicBezTo>
                  <a:cubicBezTo>
                    <a:pt x="1354774" y="463882"/>
                    <a:pt x="1385287" y="463303"/>
                    <a:pt x="1408611" y="458277"/>
                  </a:cubicBezTo>
                  <a:cubicBezTo>
                    <a:pt x="1483494" y="441929"/>
                    <a:pt x="1561497" y="427024"/>
                    <a:pt x="1630193" y="403060"/>
                  </a:cubicBezTo>
                  <a:cubicBezTo>
                    <a:pt x="1735317" y="366347"/>
                    <a:pt x="1840889" y="337880"/>
                    <a:pt x="1956291" y="332366"/>
                  </a:cubicBezTo>
                  <a:cubicBezTo>
                    <a:pt x="1986671" y="330864"/>
                    <a:pt x="2019102" y="336055"/>
                    <a:pt x="2042816" y="344001"/>
                  </a:cubicBezTo>
                  <a:cubicBezTo>
                    <a:pt x="2085264" y="358149"/>
                    <a:pt x="2126351" y="370411"/>
                    <a:pt x="2183422" y="369633"/>
                  </a:cubicBezTo>
                  <a:cubicBezTo>
                    <a:pt x="2235037" y="368878"/>
                    <a:pt x="2279661" y="405941"/>
                    <a:pt x="2269568" y="439858"/>
                  </a:cubicBezTo>
                  <a:cubicBezTo>
                    <a:pt x="2258268" y="478100"/>
                    <a:pt x="2277764" y="504963"/>
                    <a:pt x="2331131" y="524162"/>
                  </a:cubicBezTo>
                  <a:cubicBezTo>
                    <a:pt x="2352982" y="531807"/>
                    <a:pt x="2364863" y="546161"/>
                    <a:pt x="2385114" y="555356"/>
                  </a:cubicBezTo>
                  <a:cubicBezTo>
                    <a:pt x="2401862" y="562975"/>
                    <a:pt x="2421929" y="570874"/>
                    <a:pt x="2444035" y="572629"/>
                  </a:cubicBezTo>
                  <a:cubicBezTo>
                    <a:pt x="2483471" y="575877"/>
                    <a:pt x="2509765" y="584022"/>
                    <a:pt x="2525981" y="603233"/>
                  </a:cubicBezTo>
                  <a:cubicBezTo>
                    <a:pt x="2549284" y="631253"/>
                    <a:pt x="2578522" y="657481"/>
                    <a:pt x="2603912" y="684824"/>
                  </a:cubicBezTo>
                  <a:cubicBezTo>
                    <a:pt x="2618912" y="700623"/>
                    <a:pt x="2643517" y="707119"/>
                    <a:pt x="2678830" y="706989"/>
                  </a:cubicBezTo>
                  <a:cubicBezTo>
                    <a:pt x="2699244" y="707100"/>
                    <a:pt x="2725618" y="705603"/>
                    <a:pt x="2738096" y="711375"/>
                  </a:cubicBezTo>
                  <a:cubicBezTo>
                    <a:pt x="2805963" y="742854"/>
                    <a:pt x="2895982" y="733031"/>
                    <a:pt x="2983808" y="728242"/>
                  </a:cubicBezTo>
                  <a:cubicBezTo>
                    <a:pt x="2993931" y="727743"/>
                    <a:pt x="3004009" y="726870"/>
                    <a:pt x="3013999" y="725445"/>
                  </a:cubicBezTo>
                  <a:cubicBezTo>
                    <a:pt x="3136004" y="707473"/>
                    <a:pt x="3250135" y="713469"/>
                    <a:pt x="3364421" y="720577"/>
                  </a:cubicBezTo>
                  <a:cubicBezTo>
                    <a:pt x="3394566" y="722506"/>
                    <a:pt x="3428052" y="719806"/>
                    <a:pt x="3460524" y="717627"/>
                  </a:cubicBezTo>
                  <a:cubicBezTo>
                    <a:pt x="3545332" y="712136"/>
                    <a:pt x="3633316" y="698261"/>
                    <a:pt x="3710984" y="714181"/>
                  </a:cubicBezTo>
                  <a:cubicBezTo>
                    <a:pt x="3772124" y="726606"/>
                    <a:pt x="3825031" y="745116"/>
                    <a:pt x="3850962" y="778801"/>
                  </a:cubicBezTo>
                  <a:cubicBezTo>
                    <a:pt x="3868397" y="801426"/>
                    <a:pt x="3898483" y="813185"/>
                    <a:pt x="3946288" y="816371"/>
                  </a:cubicBezTo>
                  <a:cubicBezTo>
                    <a:pt x="3987482" y="819178"/>
                    <a:pt x="4025133" y="827780"/>
                    <a:pt x="4065134" y="832458"/>
                  </a:cubicBezTo>
                  <a:cubicBezTo>
                    <a:pt x="4086248" y="834921"/>
                    <a:pt x="4110401" y="838273"/>
                    <a:pt x="4132175" y="835166"/>
                  </a:cubicBezTo>
                  <a:cubicBezTo>
                    <a:pt x="4190360" y="826865"/>
                    <a:pt x="4249455" y="817299"/>
                    <a:pt x="4305860" y="804155"/>
                  </a:cubicBezTo>
                  <a:cubicBezTo>
                    <a:pt x="4334043" y="797489"/>
                    <a:pt x="4360741" y="782918"/>
                    <a:pt x="4382133" y="769480"/>
                  </a:cubicBezTo>
                  <a:cubicBezTo>
                    <a:pt x="4404164" y="755387"/>
                    <a:pt x="4425554" y="747046"/>
                    <a:pt x="4453290" y="752531"/>
                  </a:cubicBezTo>
                  <a:cubicBezTo>
                    <a:pt x="4522269" y="766291"/>
                    <a:pt x="4590591" y="780524"/>
                    <a:pt x="4657973" y="795834"/>
                  </a:cubicBezTo>
                  <a:cubicBezTo>
                    <a:pt x="4669647" y="798512"/>
                    <a:pt x="4675989" y="807237"/>
                    <a:pt x="4682401" y="813875"/>
                  </a:cubicBezTo>
                  <a:cubicBezTo>
                    <a:pt x="4712327" y="844913"/>
                    <a:pt x="4739117" y="876968"/>
                    <a:pt x="4771816" y="907045"/>
                  </a:cubicBezTo>
                  <a:cubicBezTo>
                    <a:pt x="4783119" y="917328"/>
                    <a:pt x="4807948" y="922849"/>
                    <a:pt x="4827522" y="929875"/>
                  </a:cubicBezTo>
                  <a:cubicBezTo>
                    <a:pt x="4833683" y="932206"/>
                    <a:pt x="4845545" y="931080"/>
                    <a:pt x="4849943" y="933850"/>
                  </a:cubicBezTo>
                  <a:cubicBezTo>
                    <a:pt x="4888951" y="959630"/>
                    <a:pt x="4951289" y="954889"/>
                    <a:pt x="5009628" y="957895"/>
                  </a:cubicBezTo>
                  <a:cubicBezTo>
                    <a:pt x="5059525" y="960406"/>
                    <a:pt x="5111930" y="960103"/>
                    <a:pt x="5158713" y="963814"/>
                  </a:cubicBezTo>
                  <a:cubicBezTo>
                    <a:pt x="5231309" y="969696"/>
                    <a:pt x="5298175" y="973750"/>
                    <a:pt x="5376429" y="963150"/>
                  </a:cubicBezTo>
                  <a:cubicBezTo>
                    <a:pt x="5408581" y="958754"/>
                    <a:pt x="5448464" y="970244"/>
                    <a:pt x="5475789" y="980508"/>
                  </a:cubicBezTo>
                  <a:cubicBezTo>
                    <a:pt x="5528520" y="1000362"/>
                    <a:pt x="5584841" y="1001957"/>
                    <a:pt x="5653403" y="987267"/>
                  </a:cubicBezTo>
                  <a:cubicBezTo>
                    <a:pt x="5676010" y="982340"/>
                    <a:pt x="5702561" y="984594"/>
                    <a:pt x="5726343" y="985356"/>
                  </a:cubicBezTo>
                  <a:cubicBezTo>
                    <a:pt x="5748645" y="985951"/>
                    <a:pt x="5770112" y="988363"/>
                    <a:pt x="5790565" y="991299"/>
                  </a:cubicBezTo>
                  <a:cubicBezTo>
                    <a:pt x="5815130" y="994968"/>
                    <a:pt x="5845524" y="996109"/>
                    <a:pt x="5860261" y="1004957"/>
                  </a:cubicBezTo>
                  <a:cubicBezTo>
                    <a:pt x="5906804" y="1032492"/>
                    <a:pt x="5977071" y="1037384"/>
                    <a:pt x="6042103" y="1036225"/>
                  </a:cubicBezTo>
                  <a:cubicBezTo>
                    <a:pt x="6128234" y="1034887"/>
                    <a:pt x="6222271" y="1027703"/>
                    <a:pt x="6302000" y="989138"/>
                  </a:cubicBezTo>
                  <a:cubicBezTo>
                    <a:pt x="6349674" y="965908"/>
                    <a:pt x="6396954" y="955198"/>
                    <a:pt x="6452027" y="968488"/>
                  </a:cubicBezTo>
                  <a:cubicBezTo>
                    <a:pt x="6489403" y="977694"/>
                    <a:pt x="6558004" y="960730"/>
                    <a:pt x="6589207" y="939473"/>
                  </a:cubicBezTo>
                  <a:cubicBezTo>
                    <a:pt x="6600500" y="931820"/>
                    <a:pt x="6612150" y="924116"/>
                    <a:pt x="6631071" y="911221"/>
                  </a:cubicBezTo>
                  <a:cubicBezTo>
                    <a:pt x="6674307" y="951312"/>
                    <a:pt x="6752348" y="944331"/>
                    <a:pt x="6828276" y="942940"/>
                  </a:cubicBezTo>
                  <a:cubicBezTo>
                    <a:pt x="6874782" y="942157"/>
                    <a:pt x="6889175" y="963895"/>
                    <a:pt x="6900805" y="984139"/>
                  </a:cubicBezTo>
                  <a:cubicBezTo>
                    <a:pt x="6921317" y="1020675"/>
                    <a:pt x="6959798" y="1032556"/>
                    <a:pt x="7034669" y="1018664"/>
                  </a:cubicBezTo>
                  <a:cubicBezTo>
                    <a:pt x="7117339" y="1003282"/>
                    <a:pt x="7199639" y="985309"/>
                    <a:pt x="7281069" y="966326"/>
                  </a:cubicBezTo>
                  <a:cubicBezTo>
                    <a:pt x="7332523" y="954265"/>
                    <a:pt x="7378031" y="936255"/>
                    <a:pt x="7412782" y="909205"/>
                  </a:cubicBezTo>
                  <a:cubicBezTo>
                    <a:pt x="7446537" y="882863"/>
                    <a:pt x="7455447" y="884046"/>
                    <a:pt x="7500329" y="894825"/>
                  </a:cubicBezTo>
                  <a:cubicBezTo>
                    <a:pt x="7552746" y="907362"/>
                    <a:pt x="7606737" y="918163"/>
                    <a:pt x="7662326" y="927415"/>
                  </a:cubicBezTo>
                  <a:cubicBezTo>
                    <a:pt x="7679869" y="930387"/>
                    <a:pt x="7704116" y="926739"/>
                    <a:pt x="7725336" y="924843"/>
                  </a:cubicBezTo>
                  <a:cubicBezTo>
                    <a:pt x="7761322" y="921787"/>
                    <a:pt x="7798619" y="920242"/>
                    <a:pt x="7833282" y="913030"/>
                  </a:cubicBezTo>
                  <a:cubicBezTo>
                    <a:pt x="7866518" y="906022"/>
                    <a:pt x="7898636" y="893699"/>
                    <a:pt x="7928607" y="881682"/>
                  </a:cubicBezTo>
                  <a:cubicBezTo>
                    <a:pt x="8012313" y="848024"/>
                    <a:pt x="8088140" y="810204"/>
                    <a:pt x="8146599" y="762967"/>
                  </a:cubicBezTo>
                  <a:cubicBezTo>
                    <a:pt x="8154093" y="756799"/>
                    <a:pt x="8170251" y="752605"/>
                    <a:pt x="8183580" y="749004"/>
                  </a:cubicBezTo>
                  <a:cubicBezTo>
                    <a:pt x="8205314" y="743071"/>
                    <a:pt x="8227790" y="737221"/>
                    <a:pt x="8250226" y="733642"/>
                  </a:cubicBezTo>
                  <a:cubicBezTo>
                    <a:pt x="8359191" y="716208"/>
                    <a:pt x="8441165" y="678077"/>
                    <a:pt x="8505932" y="626541"/>
                  </a:cubicBezTo>
                  <a:cubicBezTo>
                    <a:pt x="8524587" y="611795"/>
                    <a:pt x="8540110" y="608258"/>
                    <a:pt x="8564196" y="618795"/>
                  </a:cubicBezTo>
                  <a:cubicBezTo>
                    <a:pt x="8592164" y="631042"/>
                    <a:pt x="8628034" y="619506"/>
                    <a:pt x="8660707" y="611068"/>
                  </a:cubicBezTo>
                  <a:cubicBezTo>
                    <a:pt x="8694444" y="602478"/>
                    <a:pt x="8728516" y="593650"/>
                    <a:pt x="8762258" y="585060"/>
                  </a:cubicBezTo>
                  <a:cubicBezTo>
                    <a:pt x="8787229" y="578854"/>
                    <a:pt x="8811901" y="573068"/>
                    <a:pt x="8836441" y="566357"/>
                  </a:cubicBezTo>
                  <a:cubicBezTo>
                    <a:pt x="8912858" y="545446"/>
                    <a:pt x="8983245" y="538424"/>
                    <a:pt x="9050731" y="559574"/>
                  </a:cubicBezTo>
                  <a:cubicBezTo>
                    <a:pt x="9102221" y="575829"/>
                    <a:pt x="9164952" y="573867"/>
                    <a:pt x="9229629" y="557463"/>
                  </a:cubicBezTo>
                  <a:cubicBezTo>
                    <a:pt x="9237708" y="555367"/>
                    <a:pt x="9247532" y="550189"/>
                    <a:pt x="9253453" y="550855"/>
                  </a:cubicBezTo>
                  <a:cubicBezTo>
                    <a:pt x="9342570" y="560231"/>
                    <a:pt x="9405312" y="512382"/>
                    <a:pt x="9484216" y="498670"/>
                  </a:cubicBezTo>
                  <a:cubicBezTo>
                    <a:pt x="9519037" y="492570"/>
                    <a:pt x="9552780" y="473782"/>
                    <a:pt x="9582635" y="458383"/>
                  </a:cubicBezTo>
                  <a:cubicBezTo>
                    <a:pt x="9623691" y="437230"/>
                    <a:pt x="9660185" y="417296"/>
                    <a:pt x="9719672" y="415606"/>
                  </a:cubicBezTo>
                  <a:cubicBezTo>
                    <a:pt x="9779191" y="414100"/>
                    <a:pt x="9830942" y="393877"/>
                    <a:pt x="9871786" y="366146"/>
                  </a:cubicBezTo>
                  <a:cubicBezTo>
                    <a:pt x="9903016" y="345075"/>
                    <a:pt x="9939572" y="338348"/>
                    <a:pt x="9984496" y="336659"/>
                  </a:cubicBezTo>
                  <a:cubicBezTo>
                    <a:pt x="10040644" y="334502"/>
                    <a:pt x="10098167" y="326673"/>
                    <a:pt x="10154710" y="322192"/>
                  </a:cubicBezTo>
                  <a:cubicBezTo>
                    <a:pt x="10166955" y="321200"/>
                    <a:pt x="10182671" y="321602"/>
                    <a:pt x="10190448" y="325024"/>
                  </a:cubicBezTo>
                  <a:cubicBezTo>
                    <a:pt x="10285771" y="367692"/>
                    <a:pt x="10409001" y="350677"/>
                    <a:pt x="10530738" y="335952"/>
                  </a:cubicBezTo>
                  <a:cubicBezTo>
                    <a:pt x="10604508" y="327126"/>
                    <a:pt x="10678399" y="316583"/>
                    <a:pt x="10752159" y="305116"/>
                  </a:cubicBezTo>
                  <a:cubicBezTo>
                    <a:pt x="10777122" y="301364"/>
                    <a:pt x="10803112" y="294635"/>
                    <a:pt x="10824454" y="285926"/>
                  </a:cubicBezTo>
                  <a:cubicBezTo>
                    <a:pt x="10868839" y="267698"/>
                    <a:pt x="10909149" y="246464"/>
                    <a:pt x="10953154" y="228101"/>
                  </a:cubicBezTo>
                  <a:cubicBezTo>
                    <a:pt x="10969624" y="221029"/>
                    <a:pt x="10991732" y="217687"/>
                    <a:pt x="11011616" y="214095"/>
                  </a:cubicBezTo>
                  <a:cubicBezTo>
                    <a:pt x="11046745" y="207572"/>
                    <a:pt x="11086643" y="206411"/>
                    <a:pt x="11116033" y="195420"/>
                  </a:cubicBezTo>
                  <a:cubicBezTo>
                    <a:pt x="11192469" y="166955"/>
                    <a:pt x="11266915" y="160298"/>
                    <a:pt x="11344305" y="166628"/>
                  </a:cubicBezTo>
                  <a:cubicBezTo>
                    <a:pt x="11452659" y="175526"/>
                    <a:pt x="11551628" y="159518"/>
                    <a:pt x="11639052" y="108525"/>
                  </a:cubicBezTo>
                  <a:cubicBezTo>
                    <a:pt x="11678387" y="85542"/>
                    <a:pt x="11720245" y="87878"/>
                    <a:pt x="11757534" y="96529"/>
                  </a:cubicBezTo>
                  <a:cubicBezTo>
                    <a:pt x="11800501" y="106639"/>
                    <a:pt x="11840706" y="105055"/>
                    <a:pt x="11885801" y="86727"/>
                  </a:cubicBezTo>
                  <a:cubicBezTo>
                    <a:pt x="11895786" y="82658"/>
                    <a:pt x="11910606" y="81866"/>
                    <a:pt x="11922876" y="81059"/>
                  </a:cubicBezTo>
                  <a:cubicBezTo>
                    <a:pt x="11992785" y="75805"/>
                    <a:pt x="12063502" y="73646"/>
                    <a:pt x="12115333" y="33586"/>
                  </a:cubicBezTo>
                  <a:cubicBezTo>
                    <a:pt x="12125502" y="25714"/>
                    <a:pt x="12143695" y="20476"/>
                    <a:pt x="12158082" y="14080"/>
                  </a:cubicBezTo>
                  <a:close/>
                </a:path>
              </a:pathLst>
            </a:custGeom>
            <a:blipFill dpi="0" rotWithShape="1">
              <a:blip r:embed="rId6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5FA003-B40D-0444-9472-7CCF9262E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466933"/>
            <a:ext cx="2635250" cy="7078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11121EB-6836-6045-B9C2-40FF927C016F}" type="slidenum">
              <a:rPr kumimoji="0" lang="en-US" sz="4400" b="0" i="0" u="none" strike="noStrike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pPr marR="0" lvl="0" indent="0" fontAlgn="auto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44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95455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DF3A2-ADBD-F6DD-4F7E-498D7D4C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540802"/>
            <a:ext cx="11018520" cy="1132152"/>
          </a:xfrm>
        </p:spPr>
        <p:txBody>
          <a:bodyPr anchor="b">
            <a:normAutofit/>
          </a:bodyPr>
          <a:lstStyle/>
          <a:p>
            <a:r>
              <a:rPr lang="en-US" sz="5400" dirty="0" err="1"/>
              <a:t>Recursos</a:t>
            </a:r>
            <a:endParaRPr lang="en-US" sz="5400" dirty="0"/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DF02A-F871-ECAC-5C2B-91DC9C23E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393" y="1911493"/>
            <a:ext cx="10648405" cy="4399691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Sitio principal: </a:t>
            </a:r>
            <a:r>
              <a:rPr lang="en-US" dirty="0">
                <a:hlinkClick r:id="rId3"/>
              </a:rPr>
              <a:t>https://music-encoding.org/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Directrices: </a:t>
            </a:r>
            <a:r>
              <a:rPr lang="en-US" dirty="0">
                <a:hlinkClick r:id="rId4"/>
              </a:rPr>
              <a:t>https://music-encoding.org/guidelines/v5/content/index.html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Tutoriales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https://music-encoding.org/resources/tutorials.html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Versión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español</a:t>
            </a:r>
            <a:r>
              <a:rPr lang="en-US" dirty="0"/>
              <a:t>: </a:t>
            </a:r>
            <a:r>
              <a:rPr lang="en-US" dirty="0">
                <a:hlinkClick r:id="rId6"/>
              </a:rPr>
              <a:t>https://music-encoding.org/resources/tutorials-</a:t>
            </a:r>
            <a:r>
              <a:rPr lang="en-US" dirty="0" err="1">
                <a:hlinkClick r:id="rId6"/>
              </a:rPr>
              <a:t>ES.html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Herramientas</a:t>
            </a:r>
            <a:r>
              <a:rPr lang="en-US" dirty="0"/>
              <a:t>: </a:t>
            </a:r>
            <a:r>
              <a:rPr lang="en-US" dirty="0">
                <a:hlinkClick r:id="rId7"/>
              </a:rPr>
              <a:t>https://music-encoding.org/resources/tools.html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		     </a:t>
            </a:r>
            <a:r>
              <a:rPr lang="en-US" dirty="0" err="1"/>
              <a:t>incluyendo</a:t>
            </a:r>
            <a:r>
              <a:rPr lang="en-US" dirty="0"/>
              <a:t> </a:t>
            </a:r>
            <a:r>
              <a:rPr lang="en-US" i="1" dirty="0" err="1"/>
              <a:t>mei</a:t>
            </a:r>
            <a:r>
              <a:rPr lang="en-US" i="1" dirty="0"/>
              <a:t>-friend, Verovio</a:t>
            </a:r>
            <a:r>
              <a:rPr lang="en-US" dirty="0"/>
              <a:t> y </a:t>
            </a:r>
            <a:r>
              <a:rPr lang="en-US" i="1" dirty="0" err="1"/>
              <a:t>MuseScore</a:t>
            </a:r>
            <a:endParaRPr lang="en-US" i="1" dirty="0"/>
          </a:p>
          <a:p>
            <a:pPr>
              <a:lnSpc>
                <a:spcPct val="110000"/>
              </a:lnSpc>
            </a:pPr>
            <a:r>
              <a:rPr lang="en-US" dirty="0" err="1"/>
              <a:t>Ejemplos</a:t>
            </a:r>
            <a:r>
              <a:rPr lang="en-US" dirty="0"/>
              <a:t>: </a:t>
            </a:r>
            <a:r>
              <a:rPr lang="en-US" dirty="0">
                <a:hlinkClick r:id="rId8"/>
              </a:rPr>
              <a:t>https://github.com/music-encoding/sample-encodings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/>
              <a:t>Para la </a:t>
            </a:r>
            <a:r>
              <a:rPr lang="en-US" dirty="0" err="1"/>
              <a:t>versión</a:t>
            </a:r>
            <a:r>
              <a:rPr lang="en-US" dirty="0"/>
              <a:t> actual (MEI 5.0): </a:t>
            </a:r>
            <a:r>
              <a:rPr lang="en-US" dirty="0">
                <a:hlinkClick r:id="rId9"/>
              </a:rPr>
              <a:t>https://github.com/music-encoding/sample-encodings/tree/main/MEI_5.0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1100F-11F1-D1CB-F30B-5E16161A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9FF2CE1-4360-5044-9EA9-3D29EE27F3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1419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1850</Words>
  <Application>Microsoft Macintosh PowerPoint</Application>
  <PresentationFormat>Widescreen</PresentationFormat>
  <Paragraphs>242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Novelty</vt:lpstr>
      <vt:lpstr>ui-sans-serif</vt:lpstr>
      <vt:lpstr>Wingdings</vt:lpstr>
      <vt:lpstr>Office Theme</vt:lpstr>
      <vt:lpstr>Codificación y publicación de música:  Un taller sobre la  Music Encoding Initiative (MEI)</vt:lpstr>
      <vt:lpstr>Antes de hablar de MEI,  hablemos de codificación de música:  Un ejemplo de codificación de música</vt:lpstr>
      <vt:lpstr>Un ejemplo de un formato de codificación musical</vt:lpstr>
      <vt:lpstr>Un ejemplo de un formato de codificación musical</vt:lpstr>
      <vt:lpstr>Un ejemplo de un formato de codificación musical</vt:lpstr>
      <vt:lpstr>Un ejemplo de un formato de codificación musical</vt:lpstr>
      <vt:lpstr>Un ejemplo de un formato de codificación musical</vt:lpstr>
      <vt:lpstr>¿Cómo luce un archivo MusicXML?</vt:lpstr>
      <vt:lpstr>¿Qué es el formato de Music Encoding Initiative (MEI)? y ¿Por qué usarlo?</vt:lpstr>
      <vt:lpstr>Music Encoding Initiative (MEI)</vt:lpstr>
      <vt:lpstr>Music Encoding Initiative (MEI)</vt:lpstr>
      <vt:lpstr>Music Encoding Initiative (MEI)</vt:lpstr>
      <vt:lpstr>En este tutorial  cubriremos los aspectos básicos de MEI  y codificaremos nuestro primer archivo MEI ____________________________________________  Más adelante pueden usar las Directrices de MEI  y los tutoriales provistos en la página web para continuar aprendiendo este lenguaje   y usarlo para codificar aspectos de su interés o de su área de estudio (notación antigua, metadata, etc.)</vt:lpstr>
      <vt:lpstr>En este tutorial  cubriremos los aspectos básicos de MEI  y codificaremos nuestro primer archivo MEI  Sitio web de MEI https://music-encoding.org   Tutoriales en español:  https://music-encoding.org/resources/tutorials-ES.html (Traducidos del inglés por Alba Bedmar Osma y actualizados por David Rizo, Universidad de Alicante)</vt:lpstr>
      <vt:lpstr>¡Qué bien, estoy aprendiendo MEI!  ¿Cómo puedo codificar mi propio archivo de MEI?  ¿Dónde puedo codificarlo? </vt:lpstr>
      <vt:lpstr>mei-friend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Recursos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Codificación y publicación de música: Un taller sobre Music Encoding Initiative</dc:title>
  <dc:creator>Microsoft Office User</dc:creator>
  <cp:lastModifiedBy>Martha Thomae Elias</cp:lastModifiedBy>
  <cp:revision>60</cp:revision>
  <dcterms:created xsi:type="dcterms:W3CDTF">2023-05-10T05:20:26Z</dcterms:created>
  <dcterms:modified xsi:type="dcterms:W3CDTF">2024-05-24T16:25:11Z</dcterms:modified>
</cp:coreProperties>
</file>